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2552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A3B5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5806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523880" y="41907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295360" y="41907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806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523880" y="41907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295360" y="41907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80680" y="45622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523880" y="456228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295360" y="456228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713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71320" y="418140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51416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523880" y="41814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28564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295360" y="41814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05748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71320" y="455292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523880" y="45529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2295360" y="45529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713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51416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228564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05748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71320" y="492408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523880" y="492408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295360" y="492408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71320" y="1592280"/>
            <a:ext cx="775836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极简书房 </a:t>
            </a:r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深化设计交付包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71320" y="2810520"/>
            <a:ext cx="442188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m² Japandi · v1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源⽂件清单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71320" y="3396240"/>
            <a:ext cx="2667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设计师同事 的技术交底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0488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场景版本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647720" y="42472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物件数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419200" y="42472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材质数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04880" y="46188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647720" y="4618800"/>
            <a:ext cx="17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419200" y="46188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80680" y="1885680"/>
            <a:ext cx="2762640" cy="371880"/>
          </a:xfrm>
          <a:custGeom>
            <a:avLst/>
            <a:gdLst/>
            <a:ahLst/>
            <a:rect l="0" t="0" r="r" b="b"/>
            <a:pathLst>
              <a:path w="7674" h="1033">
                <a:moveTo>
                  <a:pt x="0" y="0"/>
                </a:moveTo>
                <a:lnTo>
                  <a:pt x="7674" y="0"/>
                </a:lnTo>
                <a:lnTo>
                  <a:pt x="767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3342960" y="1885680"/>
            <a:ext cx="3582000" cy="371880"/>
          </a:xfrm>
          <a:custGeom>
            <a:avLst/>
            <a:gdLst/>
            <a:ahLst/>
            <a:rect l="0" t="0" r="r" b="b"/>
            <a:pathLst>
              <a:path w="9950" h="1033">
                <a:moveTo>
                  <a:pt x="0" y="0"/>
                </a:moveTo>
                <a:lnTo>
                  <a:pt x="9950" y="0"/>
                </a:lnTo>
                <a:lnTo>
                  <a:pt x="99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924600" y="1885680"/>
            <a:ext cx="1562400" cy="371880"/>
          </a:xfrm>
          <a:custGeom>
            <a:avLst/>
            <a:gdLst/>
            <a:ahLst/>
            <a:rect l="0" t="0" r="r" b="b"/>
            <a:pathLst>
              <a:path w="4340" h="1033">
                <a:moveTo>
                  <a:pt x="0" y="0"/>
                </a:moveTo>
                <a:lnTo>
                  <a:pt x="4340" y="0"/>
                </a:lnTo>
                <a:lnTo>
                  <a:pt x="434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580680" y="1885680"/>
            <a:ext cx="2762640" cy="371880"/>
          </a:xfrm>
          <a:custGeom>
            <a:avLst/>
            <a:gdLst/>
            <a:ahLst/>
            <a:rect l="0" t="0" r="r" b="b"/>
            <a:pathLst>
              <a:path w="7674" h="1033">
                <a:moveTo>
                  <a:pt x="0" y="0"/>
                </a:moveTo>
                <a:lnTo>
                  <a:pt x="7674" y="0"/>
                </a:lnTo>
                <a:lnTo>
                  <a:pt x="767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3342960" y="1885680"/>
            <a:ext cx="3582000" cy="371880"/>
          </a:xfrm>
          <a:custGeom>
            <a:avLst/>
            <a:gdLst/>
            <a:ahLst/>
            <a:rect l="0" t="0" r="r" b="b"/>
            <a:pathLst>
              <a:path w="9950" h="1033">
                <a:moveTo>
                  <a:pt x="0" y="0"/>
                </a:moveTo>
                <a:lnTo>
                  <a:pt x="9950" y="0"/>
                </a:lnTo>
                <a:lnTo>
                  <a:pt x="99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924600" y="1885680"/>
            <a:ext cx="1562400" cy="371880"/>
          </a:xfrm>
          <a:custGeom>
            <a:avLst/>
            <a:gdLst/>
            <a:ahLst/>
            <a:rect l="0" t="0" r="r" b="b"/>
            <a:pathLst>
              <a:path w="4340" h="1033">
                <a:moveTo>
                  <a:pt x="0" y="0"/>
                </a:moveTo>
                <a:lnTo>
                  <a:pt x="4340" y="0"/>
                </a:lnTo>
                <a:lnTo>
                  <a:pt x="434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580680" y="2257200"/>
            <a:ext cx="2762640" cy="429120"/>
          </a:xfrm>
          <a:custGeom>
            <a:avLst/>
            <a:gdLst/>
            <a:ahLst/>
            <a:rect l="0" t="0" r="r" b="b"/>
            <a:pathLst>
              <a:path w="7674" h="1192">
                <a:moveTo>
                  <a:pt x="0" y="0"/>
                </a:moveTo>
                <a:lnTo>
                  <a:pt x="7674" y="0"/>
                </a:lnTo>
                <a:lnTo>
                  <a:pt x="767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3342960" y="2257200"/>
            <a:ext cx="3582000" cy="429120"/>
          </a:xfrm>
          <a:custGeom>
            <a:avLst/>
            <a:gdLst/>
            <a:ahLst/>
            <a:rect l="0" t="0" r="r" b="b"/>
            <a:pathLst>
              <a:path w="9950" h="1192">
                <a:moveTo>
                  <a:pt x="0" y="0"/>
                </a:moveTo>
                <a:lnTo>
                  <a:pt x="9950" y="0"/>
                </a:lnTo>
                <a:lnTo>
                  <a:pt x="995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924600" y="2257200"/>
            <a:ext cx="1562400" cy="429120"/>
          </a:xfrm>
          <a:custGeom>
            <a:avLst/>
            <a:gdLst/>
            <a:ahLst/>
            <a:rect l="0" t="0" r="r" b="b"/>
            <a:pathLst>
              <a:path w="4340" h="1192">
                <a:moveTo>
                  <a:pt x="0" y="0"/>
                </a:moveTo>
                <a:lnTo>
                  <a:pt x="4340" y="0"/>
                </a:lnTo>
                <a:lnTo>
                  <a:pt x="434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580680" y="2685960"/>
            <a:ext cx="2762640" cy="419400"/>
          </a:xfrm>
          <a:custGeom>
            <a:avLst/>
            <a:gdLst/>
            <a:ahLst/>
            <a:rect l="0" t="0" r="r" b="b"/>
            <a:pathLst>
              <a:path w="7674" h="1165">
                <a:moveTo>
                  <a:pt x="0" y="0"/>
                </a:moveTo>
                <a:lnTo>
                  <a:pt x="7674" y="0"/>
                </a:lnTo>
                <a:lnTo>
                  <a:pt x="767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3342960" y="2685960"/>
            <a:ext cx="3582000" cy="419400"/>
          </a:xfrm>
          <a:custGeom>
            <a:avLst/>
            <a:gdLst/>
            <a:ahLst/>
            <a:rect l="0" t="0" r="r" b="b"/>
            <a:pathLst>
              <a:path w="9950" h="1165">
                <a:moveTo>
                  <a:pt x="0" y="0"/>
                </a:moveTo>
                <a:lnTo>
                  <a:pt x="9950" y="0"/>
                </a:lnTo>
                <a:lnTo>
                  <a:pt x="995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6924600" y="2685960"/>
            <a:ext cx="1562400" cy="419400"/>
          </a:xfrm>
          <a:custGeom>
            <a:avLst/>
            <a:gdLst/>
            <a:ahLst/>
            <a:rect l="0" t="0" r="r" b="b"/>
            <a:pathLst>
              <a:path w="4340" h="1165">
                <a:moveTo>
                  <a:pt x="0" y="0"/>
                </a:moveTo>
                <a:lnTo>
                  <a:pt x="4340" y="0"/>
                </a:lnTo>
                <a:lnTo>
                  <a:pt x="434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580680" y="3105000"/>
            <a:ext cx="2762640" cy="429120"/>
          </a:xfrm>
          <a:custGeom>
            <a:avLst/>
            <a:gdLst/>
            <a:ahLst/>
            <a:rect l="0" t="0" r="r" b="b"/>
            <a:pathLst>
              <a:path w="7674" h="1192">
                <a:moveTo>
                  <a:pt x="0" y="0"/>
                </a:moveTo>
                <a:lnTo>
                  <a:pt x="7674" y="0"/>
                </a:lnTo>
                <a:lnTo>
                  <a:pt x="767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3342960" y="3105000"/>
            <a:ext cx="3582000" cy="429120"/>
          </a:xfrm>
          <a:custGeom>
            <a:avLst/>
            <a:gdLst/>
            <a:ahLst/>
            <a:rect l="0" t="0" r="r" b="b"/>
            <a:pathLst>
              <a:path w="9950" h="1192">
                <a:moveTo>
                  <a:pt x="0" y="0"/>
                </a:moveTo>
                <a:lnTo>
                  <a:pt x="9950" y="0"/>
                </a:lnTo>
                <a:lnTo>
                  <a:pt x="995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6924600" y="3105000"/>
            <a:ext cx="1562400" cy="429120"/>
          </a:xfrm>
          <a:custGeom>
            <a:avLst/>
            <a:gdLst/>
            <a:ahLst/>
            <a:rect l="0" t="0" r="r" b="b"/>
            <a:pathLst>
              <a:path w="4340" h="1192">
                <a:moveTo>
                  <a:pt x="0" y="0"/>
                </a:moveTo>
                <a:lnTo>
                  <a:pt x="4340" y="0"/>
                </a:lnTo>
                <a:lnTo>
                  <a:pt x="434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580680" y="3533760"/>
            <a:ext cx="2762640" cy="428760"/>
          </a:xfrm>
          <a:custGeom>
            <a:avLst/>
            <a:gdLst/>
            <a:ahLst/>
            <a:rect l="0" t="0" r="r" b="b"/>
            <a:pathLst>
              <a:path w="7674" h="1191">
                <a:moveTo>
                  <a:pt x="0" y="0"/>
                </a:moveTo>
                <a:lnTo>
                  <a:pt x="7674" y="0"/>
                </a:lnTo>
                <a:lnTo>
                  <a:pt x="767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3342960" y="3533760"/>
            <a:ext cx="3582000" cy="428760"/>
          </a:xfrm>
          <a:custGeom>
            <a:avLst/>
            <a:gdLst/>
            <a:ahLst/>
            <a:rect l="0" t="0" r="r" b="b"/>
            <a:pathLst>
              <a:path w="9950" h="1191">
                <a:moveTo>
                  <a:pt x="0" y="0"/>
                </a:moveTo>
                <a:lnTo>
                  <a:pt x="9950" y="0"/>
                </a:lnTo>
                <a:lnTo>
                  <a:pt x="995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924600" y="3533760"/>
            <a:ext cx="1562400" cy="428760"/>
          </a:xfrm>
          <a:custGeom>
            <a:avLst/>
            <a:gdLst/>
            <a:ahLst/>
            <a:rect l="0" t="0" r="r" b="b"/>
            <a:pathLst>
              <a:path w="4340" h="1191">
                <a:moveTo>
                  <a:pt x="0" y="0"/>
                </a:moveTo>
                <a:lnTo>
                  <a:pt x="4340" y="0"/>
                </a:lnTo>
                <a:lnTo>
                  <a:pt x="434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580680" y="3962160"/>
            <a:ext cx="2762640" cy="429120"/>
          </a:xfrm>
          <a:custGeom>
            <a:avLst/>
            <a:gdLst/>
            <a:ahLst/>
            <a:rect l="0" t="0" r="r" b="b"/>
            <a:pathLst>
              <a:path w="7674" h="1192">
                <a:moveTo>
                  <a:pt x="0" y="0"/>
                </a:moveTo>
                <a:lnTo>
                  <a:pt x="7674" y="0"/>
                </a:lnTo>
                <a:lnTo>
                  <a:pt x="767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342960" y="3962160"/>
            <a:ext cx="3582000" cy="429120"/>
          </a:xfrm>
          <a:custGeom>
            <a:avLst/>
            <a:gdLst/>
            <a:ahLst/>
            <a:rect l="0" t="0" r="r" b="b"/>
            <a:pathLst>
              <a:path w="9950" h="1192">
                <a:moveTo>
                  <a:pt x="0" y="0"/>
                </a:moveTo>
                <a:lnTo>
                  <a:pt x="9950" y="0"/>
                </a:lnTo>
                <a:lnTo>
                  <a:pt x="995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6924600" y="3962160"/>
            <a:ext cx="1562400" cy="429120"/>
          </a:xfrm>
          <a:custGeom>
            <a:avLst/>
            <a:gdLst/>
            <a:ahLst/>
            <a:rect l="0" t="0" r="r" b="b"/>
            <a:pathLst>
              <a:path w="4340" h="1192">
                <a:moveTo>
                  <a:pt x="0" y="0"/>
                </a:moveTo>
                <a:lnTo>
                  <a:pt x="4340" y="0"/>
                </a:lnTo>
                <a:lnTo>
                  <a:pt x="434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580680" y="4390920"/>
            <a:ext cx="2762640" cy="428760"/>
          </a:xfrm>
          <a:custGeom>
            <a:avLst/>
            <a:gdLst/>
            <a:ahLst/>
            <a:rect l="0" t="0" r="r" b="b"/>
            <a:pathLst>
              <a:path w="7674" h="1191">
                <a:moveTo>
                  <a:pt x="0" y="0"/>
                </a:moveTo>
                <a:lnTo>
                  <a:pt x="7674" y="0"/>
                </a:lnTo>
                <a:lnTo>
                  <a:pt x="767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342960" y="4390920"/>
            <a:ext cx="3582000" cy="428760"/>
          </a:xfrm>
          <a:custGeom>
            <a:avLst/>
            <a:gdLst/>
            <a:ahLst/>
            <a:rect l="0" t="0" r="r" b="b"/>
            <a:pathLst>
              <a:path w="9950" h="1191">
                <a:moveTo>
                  <a:pt x="0" y="0"/>
                </a:moveTo>
                <a:lnTo>
                  <a:pt x="9950" y="0"/>
                </a:lnTo>
                <a:lnTo>
                  <a:pt x="995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924600" y="4390920"/>
            <a:ext cx="1562400" cy="428760"/>
          </a:xfrm>
          <a:custGeom>
            <a:avLst/>
            <a:gdLst/>
            <a:ahLst/>
            <a:rect l="0" t="0" r="r" b="b"/>
            <a:pathLst>
              <a:path w="4340" h="1191">
                <a:moveTo>
                  <a:pt x="0" y="0"/>
                </a:moveTo>
                <a:lnTo>
                  <a:pt x="4340" y="0"/>
                </a:lnTo>
                <a:lnTo>
                  <a:pt x="434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80680" y="4819320"/>
            <a:ext cx="2762640" cy="429120"/>
          </a:xfrm>
          <a:custGeom>
            <a:avLst/>
            <a:gdLst/>
            <a:ahLst/>
            <a:rect l="0" t="0" r="r" b="b"/>
            <a:pathLst>
              <a:path w="7674" h="1192">
                <a:moveTo>
                  <a:pt x="0" y="0"/>
                </a:moveTo>
                <a:lnTo>
                  <a:pt x="7674" y="0"/>
                </a:lnTo>
                <a:lnTo>
                  <a:pt x="767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3342960" y="4819320"/>
            <a:ext cx="3582000" cy="429120"/>
          </a:xfrm>
          <a:custGeom>
            <a:avLst/>
            <a:gdLst/>
            <a:ahLst/>
            <a:rect l="0" t="0" r="r" b="b"/>
            <a:pathLst>
              <a:path w="9950" h="1192">
                <a:moveTo>
                  <a:pt x="0" y="0"/>
                </a:moveTo>
                <a:lnTo>
                  <a:pt x="9950" y="0"/>
                </a:lnTo>
                <a:lnTo>
                  <a:pt x="995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924600" y="4819320"/>
            <a:ext cx="1562400" cy="429120"/>
          </a:xfrm>
          <a:custGeom>
            <a:avLst/>
            <a:gdLst/>
            <a:ahLst/>
            <a:rect l="0" t="0" r="r" b="b"/>
            <a:pathLst>
              <a:path w="4340" h="1192">
                <a:moveTo>
                  <a:pt x="0" y="0"/>
                </a:moveTo>
                <a:lnTo>
                  <a:pt x="4340" y="0"/>
                </a:lnTo>
                <a:lnTo>
                  <a:pt x="434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571320" y="1876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571320" y="187632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3342960" y="18763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3352680" y="1876320"/>
            <a:ext cx="3581640" cy="9720"/>
          </a:xfrm>
          <a:custGeom>
            <a:avLst/>
            <a:gdLst/>
            <a:ahLst/>
            <a:rect l="0" t="0" r="r" b="b"/>
            <a:pathLst>
              <a:path w="9949" h="27">
                <a:moveTo>
                  <a:pt x="0" y="0"/>
                </a:moveTo>
                <a:lnTo>
                  <a:pt x="9949" y="0"/>
                </a:lnTo>
                <a:lnTo>
                  <a:pt x="99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924600" y="1876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933960" y="187632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8486640" y="1876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71320" y="224784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3352680" y="2247840"/>
            <a:ext cx="3581640" cy="9720"/>
          </a:xfrm>
          <a:custGeom>
            <a:avLst/>
            <a:gdLst/>
            <a:ahLst/>
            <a:rect l="0" t="0" r="r" b="b"/>
            <a:pathLst>
              <a:path w="9949" h="27">
                <a:moveTo>
                  <a:pt x="0" y="0"/>
                </a:moveTo>
                <a:lnTo>
                  <a:pt x="9949" y="0"/>
                </a:lnTo>
                <a:lnTo>
                  <a:pt x="99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933960" y="224784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71320" y="22572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3342960" y="22572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924600" y="22572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8486640" y="22572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7132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71320" y="2676240"/>
            <a:ext cx="2781720" cy="10080"/>
          </a:xfrm>
          <a:custGeom>
            <a:avLst/>
            <a:gdLst/>
            <a:ahLst/>
            <a:rect l="0" t="0" r="r" b="b"/>
            <a:pathLst>
              <a:path w="7727" h="28">
                <a:moveTo>
                  <a:pt x="0" y="0"/>
                </a:moveTo>
                <a:lnTo>
                  <a:pt x="7727" y="0"/>
                </a:lnTo>
                <a:lnTo>
                  <a:pt x="77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3342960" y="268596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3352680" y="2676240"/>
            <a:ext cx="3581640" cy="10080"/>
          </a:xfrm>
          <a:custGeom>
            <a:avLst/>
            <a:gdLst/>
            <a:ahLst/>
            <a:rect l="0" t="0" r="r" b="b"/>
            <a:pathLst>
              <a:path w="9949" h="28">
                <a:moveTo>
                  <a:pt x="0" y="0"/>
                </a:moveTo>
                <a:lnTo>
                  <a:pt x="9949" y="0"/>
                </a:lnTo>
                <a:lnTo>
                  <a:pt x="99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92460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933960" y="267624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848664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7132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71320" y="310500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342960" y="31143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3352680" y="3105000"/>
            <a:ext cx="3581640" cy="9720"/>
          </a:xfrm>
          <a:custGeom>
            <a:avLst/>
            <a:gdLst/>
            <a:ahLst/>
            <a:rect l="0" t="0" r="r" b="b"/>
            <a:pathLst>
              <a:path w="9949" h="27">
                <a:moveTo>
                  <a:pt x="0" y="0"/>
                </a:moveTo>
                <a:lnTo>
                  <a:pt x="9949" y="0"/>
                </a:lnTo>
                <a:lnTo>
                  <a:pt x="99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692460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6933960" y="310500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848664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7132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571320" y="353376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3342960" y="35431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3352680" y="3533760"/>
            <a:ext cx="3581640" cy="9720"/>
          </a:xfrm>
          <a:custGeom>
            <a:avLst/>
            <a:gdLst/>
            <a:ahLst/>
            <a:rect l="0" t="0" r="r" b="b"/>
            <a:pathLst>
              <a:path w="9949" h="27">
                <a:moveTo>
                  <a:pt x="0" y="0"/>
                </a:moveTo>
                <a:lnTo>
                  <a:pt x="9949" y="0"/>
                </a:lnTo>
                <a:lnTo>
                  <a:pt x="99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692460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6933960" y="353376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848664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7132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571320" y="3962160"/>
            <a:ext cx="2781720" cy="10080"/>
          </a:xfrm>
          <a:custGeom>
            <a:avLst/>
            <a:gdLst/>
            <a:ahLst/>
            <a:rect l="0" t="0" r="r" b="b"/>
            <a:pathLst>
              <a:path w="7727" h="28">
                <a:moveTo>
                  <a:pt x="0" y="0"/>
                </a:moveTo>
                <a:lnTo>
                  <a:pt x="7727" y="0"/>
                </a:lnTo>
                <a:lnTo>
                  <a:pt x="77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3342960" y="39718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352680" y="3962160"/>
            <a:ext cx="3581640" cy="10080"/>
          </a:xfrm>
          <a:custGeom>
            <a:avLst/>
            <a:gdLst/>
            <a:ahLst/>
            <a:rect l="0" t="0" r="r" b="b"/>
            <a:pathLst>
              <a:path w="9949" h="28">
                <a:moveTo>
                  <a:pt x="0" y="0"/>
                </a:moveTo>
                <a:lnTo>
                  <a:pt x="9949" y="0"/>
                </a:lnTo>
                <a:lnTo>
                  <a:pt x="99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692460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933960" y="396216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848664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7132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71320" y="439092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3342960" y="4400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3352680" y="4390920"/>
            <a:ext cx="3581640" cy="9720"/>
          </a:xfrm>
          <a:custGeom>
            <a:avLst/>
            <a:gdLst/>
            <a:ahLst/>
            <a:rect l="0" t="0" r="r" b="b"/>
            <a:pathLst>
              <a:path w="9949" h="27">
                <a:moveTo>
                  <a:pt x="0" y="0"/>
                </a:moveTo>
                <a:lnTo>
                  <a:pt x="9949" y="0"/>
                </a:lnTo>
                <a:lnTo>
                  <a:pt x="99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692460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6933960" y="439092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848664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71320" y="4829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71320" y="4819320"/>
            <a:ext cx="2781720" cy="10080"/>
          </a:xfrm>
          <a:custGeom>
            <a:avLst/>
            <a:gdLst/>
            <a:ahLst/>
            <a:rect l="0" t="0" r="r" b="b"/>
            <a:pathLst>
              <a:path w="7727" h="28">
                <a:moveTo>
                  <a:pt x="0" y="0"/>
                </a:moveTo>
                <a:lnTo>
                  <a:pt x="7727" y="0"/>
                </a:lnTo>
                <a:lnTo>
                  <a:pt x="77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3342960" y="48290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3352680" y="4819320"/>
            <a:ext cx="3581640" cy="10080"/>
          </a:xfrm>
          <a:custGeom>
            <a:avLst/>
            <a:gdLst/>
            <a:ahLst/>
            <a:rect l="0" t="0" r="r" b="b"/>
            <a:pathLst>
              <a:path w="9949" h="28">
                <a:moveTo>
                  <a:pt x="0" y="0"/>
                </a:moveTo>
                <a:lnTo>
                  <a:pt x="9949" y="0"/>
                </a:lnTo>
                <a:lnTo>
                  <a:pt x="99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6924600" y="4829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6933960" y="481932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8486640" y="4829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571320" y="523872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3352680" y="5238720"/>
            <a:ext cx="3581640" cy="9720"/>
          </a:xfrm>
          <a:custGeom>
            <a:avLst/>
            <a:gdLst/>
            <a:ahLst/>
            <a:rect l="0" t="0" r="r" b="b"/>
            <a:pathLst>
              <a:path w="9949" h="27">
                <a:moveTo>
                  <a:pt x="0" y="0"/>
                </a:moveTo>
                <a:lnTo>
                  <a:pt x="9949" y="0"/>
                </a:lnTo>
                <a:lnTo>
                  <a:pt x="99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933960" y="523872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71320" y="129744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源⽂件清单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704880" y="194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⽂件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3473640" y="194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704520" y="2323800"/>
            <a:ext cx="1371960" cy="276840"/>
          </a:xfrm>
          <a:custGeom>
            <a:avLst/>
            <a:gdLst/>
            <a:ahLst/>
            <a:rect l="0" t="0" r="r" b="b"/>
            <a:pathLst>
              <a:path w="3811" h="769">
                <a:moveTo>
                  <a:pt x="0" y="689"/>
                </a:moveTo>
                <a:lnTo>
                  <a:pt x="0" y="81"/>
                </a:lnTo>
                <a:cubicBezTo>
                  <a:pt x="0" y="70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731" y="0"/>
                </a:lnTo>
                <a:cubicBezTo>
                  <a:pt x="3742" y="0"/>
                  <a:pt x="3752" y="2"/>
                  <a:pt x="3762" y="6"/>
                </a:cubicBezTo>
                <a:cubicBezTo>
                  <a:pt x="3772" y="10"/>
                  <a:pt x="3781" y="16"/>
                  <a:pt x="3788" y="24"/>
                </a:cubicBezTo>
                <a:cubicBezTo>
                  <a:pt x="3796" y="31"/>
                  <a:pt x="3801" y="40"/>
                  <a:pt x="3805" y="49"/>
                </a:cubicBezTo>
                <a:cubicBezTo>
                  <a:pt x="3809" y="59"/>
                  <a:pt x="3811" y="70"/>
                  <a:pt x="3811" y="81"/>
                </a:cubicBezTo>
                <a:lnTo>
                  <a:pt x="3811" y="689"/>
                </a:lnTo>
                <a:cubicBezTo>
                  <a:pt x="3811" y="700"/>
                  <a:pt x="3809" y="710"/>
                  <a:pt x="3805" y="720"/>
                </a:cubicBezTo>
                <a:cubicBezTo>
                  <a:pt x="3801" y="729"/>
                  <a:pt x="3796" y="738"/>
                  <a:pt x="3788" y="745"/>
                </a:cubicBezTo>
                <a:cubicBezTo>
                  <a:pt x="3781" y="753"/>
                  <a:pt x="3772" y="759"/>
                  <a:pt x="3762" y="763"/>
                </a:cubicBezTo>
                <a:cubicBezTo>
                  <a:pt x="3752" y="767"/>
                  <a:pt x="3742" y="769"/>
                  <a:pt x="3731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40" y="759"/>
                  <a:pt x="31" y="753"/>
                  <a:pt x="24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7057440" y="194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⼯具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62120" y="2339280"/>
            <a:ext cx="1257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brief.json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3473640" y="2342520"/>
            <a:ext cx="275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需求原始输⼊（预算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⻛格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需求）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704520" y="2752560"/>
            <a:ext cx="1248120" cy="276480"/>
          </a:xfrm>
          <a:custGeom>
            <a:avLst/>
            <a:gdLst/>
            <a:ahLst/>
            <a:rect l="0" t="0" r="r" b="b"/>
            <a:pathLst>
              <a:path w="3467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388" y="0"/>
                </a:lnTo>
                <a:cubicBezTo>
                  <a:pt x="3399" y="0"/>
                  <a:pt x="3409" y="2"/>
                  <a:pt x="3418" y="6"/>
                </a:cubicBezTo>
                <a:cubicBezTo>
                  <a:pt x="3428" y="10"/>
                  <a:pt x="3437" y="16"/>
                  <a:pt x="3444" y="23"/>
                </a:cubicBezTo>
                <a:cubicBezTo>
                  <a:pt x="3452" y="31"/>
                  <a:pt x="3457" y="39"/>
                  <a:pt x="3461" y="49"/>
                </a:cubicBezTo>
                <a:cubicBezTo>
                  <a:pt x="3465" y="59"/>
                  <a:pt x="3467" y="69"/>
                  <a:pt x="3467" y="79"/>
                </a:cubicBezTo>
                <a:lnTo>
                  <a:pt x="3467" y="689"/>
                </a:lnTo>
                <a:cubicBezTo>
                  <a:pt x="3467" y="699"/>
                  <a:pt x="3465" y="710"/>
                  <a:pt x="3461" y="719"/>
                </a:cubicBezTo>
                <a:cubicBezTo>
                  <a:pt x="3457" y="729"/>
                  <a:pt x="3452" y="738"/>
                  <a:pt x="3444" y="745"/>
                </a:cubicBezTo>
                <a:cubicBezTo>
                  <a:pt x="3437" y="752"/>
                  <a:pt x="3428" y="758"/>
                  <a:pt x="3418" y="762"/>
                </a:cubicBezTo>
                <a:cubicBezTo>
                  <a:pt x="3409" y="766"/>
                  <a:pt x="3399" y="768"/>
                  <a:pt x="3388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7057440" y="23425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⼈类可读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762120" y="2767680"/>
            <a:ext cx="1132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room.json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3473640" y="2770920"/>
            <a:ext cx="3742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场景（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物件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材质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相机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灯光）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704520" y="3181320"/>
            <a:ext cx="1877040" cy="276480"/>
          </a:xfrm>
          <a:custGeom>
            <a:avLst/>
            <a:gdLst/>
            <a:ahLst/>
            <a:rect l="0" t="0" r="r" b="b"/>
            <a:pathLst>
              <a:path w="5214" h="768">
                <a:moveTo>
                  <a:pt x="0" y="68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134" y="0"/>
                </a:lnTo>
                <a:cubicBezTo>
                  <a:pt x="5145" y="0"/>
                  <a:pt x="5155" y="2"/>
                  <a:pt x="5165" y="6"/>
                </a:cubicBezTo>
                <a:cubicBezTo>
                  <a:pt x="5174" y="10"/>
                  <a:pt x="5183" y="15"/>
                  <a:pt x="5190" y="23"/>
                </a:cubicBezTo>
                <a:cubicBezTo>
                  <a:pt x="5198" y="30"/>
                  <a:pt x="5204" y="39"/>
                  <a:pt x="5208" y="49"/>
                </a:cubicBezTo>
                <a:cubicBezTo>
                  <a:pt x="5212" y="58"/>
                  <a:pt x="5214" y="68"/>
                  <a:pt x="5214" y="79"/>
                </a:cubicBezTo>
                <a:lnTo>
                  <a:pt x="5214" y="687"/>
                </a:lnTo>
                <a:cubicBezTo>
                  <a:pt x="5214" y="698"/>
                  <a:pt x="5212" y="708"/>
                  <a:pt x="5208" y="718"/>
                </a:cubicBezTo>
                <a:cubicBezTo>
                  <a:pt x="5204" y="728"/>
                  <a:pt x="5198" y="736"/>
                  <a:pt x="5190" y="744"/>
                </a:cubicBezTo>
                <a:cubicBezTo>
                  <a:pt x="5183" y="752"/>
                  <a:pt x="5174" y="758"/>
                  <a:pt x="5165" y="762"/>
                </a:cubicBezTo>
                <a:cubicBezTo>
                  <a:pt x="5155" y="766"/>
                  <a:pt x="5145" y="768"/>
                  <a:pt x="5134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4"/>
                </a:cubicBezTo>
                <a:cubicBezTo>
                  <a:pt x="16" y="736"/>
                  <a:pt x="10" y="728"/>
                  <a:pt x="6" y="718"/>
                </a:cubicBezTo>
                <a:cubicBezTo>
                  <a:pt x="2" y="708"/>
                  <a:pt x="0" y="698"/>
                  <a:pt x="0" y="687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7057440" y="2770920"/>
            <a:ext cx="868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762120" y="3196440"/>
            <a:ext cx="1760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moodboard.json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3473640" y="3199680"/>
            <a:ext cx="1991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配⾊板（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⾊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swatch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704520" y="3609720"/>
            <a:ext cx="1753200" cy="276480"/>
          </a:xfrm>
          <a:custGeom>
            <a:avLst/>
            <a:gdLst/>
            <a:ahLst/>
            <a:rect l="0" t="0" r="r" b="b"/>
            <a:pathLst>
              <a:path w="4870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790" y="0"/>
                </a:lnTo>
                <a:cubicBezTo>
                  <a:pt x="4801" y="0"/>
                  <a:pt x="4811" y="2"/>
                  <a:pt x="4821" y="6"/>
                </a:cubicBezTo>
                <a:cubicBezTo>
                  <a:pt x="4830" y="10"/>
                  <a:pt x="4839" y="16"/>
                  <a:pt x="4847" y="23"/>
                </a:cubicBezTo>
                <a:cubicBezTo>
                  <a:pt x="4854" y="31"/>
                  <a:pt x="4860" y="39"/>
                  <a:pt x="4864" y="49"/>
                </a:cubicBezTo>
                <a:cubicBezTo>
                  <a:pt x="4868" y="59"/>
                  <a:pt x="4870" y="69"/>
                  <a:pt x="4870" y="80"/>
                </a:cubicBezTo>
                <a:lnTo>
                  <a:pt x="4870" y="689"/>
                </a:lnTo>
                <a:cubicBezTo>
                  <a:pt x="4870" y="700"/>
                  <a:pt x="4868" y="710"/>
                  <a:pt x="4864" y="719"/>
                </a:cubicBezTo>
                <a:cubicBezTo>
                  <a:pt x="4860" y="729"/>
                  <a:pt x="4854" y="738"/>
                  <a:pt x="4847" y="745"/>
                </a:cubicBezTo>
                <a:cubicBezTo>
                  <a:pt x="4839" y="753"/>
                  <a:pt x="4830" y="758"/>
                  <a:pt x="4821" y="762"/>
                </a:cubicBezTo>
                <a:cubicBezTo>
                  <a:pt x="4811" y="766"/>
                  <a:pt x="4801" y="768"/>
                  <a:pt x="4790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7057440" y="3199680"/>
            <a:ext cx="671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gimp-cli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62120" y="362520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floorplan.svg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3473640" y="3628440"/>
            <a:ext cx="2769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平⾯⽮量，可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Inkscape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直接改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04520" y="4038480"/>
            <a:ext cx="2010240" cy="276480"/>
          </a:xfrm>
          <a:custGeom>
            <a:avLst/>
            <a:gdLst/>
            <a:ahLst/>
            <a:rect l="0" t="0" r="r" b="b"/>
            <a:pathLst>
              <a:path w="5584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505" y="0"/>
                </a:lnTo>
                <a:cubicBezTo>
                  <a:pt x="5515" y="0"/>
                  <a:pt x="5525" y="2"/>
                  <a:pt x="5535" y="6"/>
                </a:cubicBezTo>
                <a:cubicBezTo>
                  <a:pt x="5545" y="10"/>
                  <a:pt x="5553" y="16"/>
                  <a:pt x="5561" y="23"/>
                </a:cubicBezTo>
                <a:cubicBezTo>
                  <a:pt x="5568" y="31"/>
                  <a:pt x="5574" y="39"/>
                  <a:pt x="5578" y="49"/>
                </a:cubicBezTo>
                <a:cubicBezTo>
                  <a:pt x="5582" y="59"/>
                  <a:pt x="5584" y="69"/>
                  <a:pt x="5584" y="79"/>
                </a:cubicBezTo>
                <a:lnTo>
                  <a:pt x="5584" y="689"/>
                </a:lnTo>
                <a:cubicBezTo>
                  <a:pt x="5584" y="699"/>
                  <a:pt x="5582" y="709"/>
                  <a:pt x="5578" y="719"/>
                </a:cubicBezTo>
                <a:cubicBezTo>
                  <a:pt x="5574" y="729"/>
                  <a:pt x="5568" y="737"/>
                  <a:pt x="5561" y="745"/>
                </a:cubicBezTo>
                <a:cubicBezTo>
                  <a:pt x="5553" y="752"/>
                  <a:pt x="5545" y="758"/>
                  <a:pt x="5535" y="762"/>
                </a:cubicBezTo>
                <a:cubicBezTo>
                  <a:pt x="5525" y="766"/>
                  <a:pt x="5515" y="768"/>
                  <a:pt x="5505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057440" y="3628440"/>
            <a:ext cx="980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inkscape-cli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762120" y="4053600"/>
            <a:ext cx="1886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boq.lo-cli.json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3473640" y="4056840"/>
            <a:ext cx="2159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BOQ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明细（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¥78K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704520" y="4466880"/>
            <a:ext cx="2514960" cy="276840"/>
          </a:xfrm>
          <a:custGeom>
            <a:avLst/>
            <a:gdLst/>
            <a:ahLst/>
            <a:rect l="0" t="0" r="r" b="b"/>
            <a:pathLst>
              <a:path w="6986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6907" y="0"/>
                </a:lnTo>
                <a:cubicBezTo>
                  <a:pt x="6918" y="0"/>
                  <a:pt x="6928" y="2"/>
                  <a:pt x="6937" y="6"/>
                </a:cubicBezTo>
                <a:cubicBezTo>
                  <a:pt x="6947" y="11"/>
                  <a:pt x="6956" y="16"/>
                  <a:pt x="6963" y="24"/>
                </a:cubicBezTo>
                <a:cubicBezTo>
                  <a:pt x="6971" y="31"/>
                  <a:pt x="6976" y="40"/>
                  <a:pt x="6980" y="49"/>
                </a:cubicBezTo>
                <a:cubicBezTo>
                  <a:pt x="6984" y="59"/>
                  <a:pt x="6986" y="69"/>
                  <a:pt x="6986" y="80"/>
                </a:cubicBezTo>
                <a:lnTo>
                  <a:pt x="6986" y="689"/>
                </a:lnTo>
                <a:cubicBezTo>
                  <a:pt x="6986" y="700"/>
                  <a:pt x="6984" y="710"/>
                  <a:pt x="6980" y="720"/>
                </a:cubicBezTo>
                <a:cubicBezTo>
                  <a:pt x="6976" y="729"/>
                  <a:pt x="6971" y="738"/>
                  <a:pt x="6963" y="746"/>
                </a:cubicBezTo>
                <a:cubicBezTo>
                  <a:pt x="6956" y="753"/>
                  <a:pt x="6947" y="759"/>
                  <a:pt x="6937" y="763"/>
                </a:cubicBezTo>
                <a:cubicBezTo>
                  <a:pt x="6928" y="767"/>
                  <a:pt x="6918" y="769"/>
                  <a:pt x="6907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40" y="759"/>
                  <a:pt x="31" y="753"/>
                  <a:pt x="24" y="746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7057440" y="4056840"/>
            <a:ext cx="106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libreoﬃce-cli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762120" y="4482360"/>
            <a:ext cx="2388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renders/0[1-8]*.png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3473640" y="4485600"/>
            <a:ext cx="1231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张多⻆度渲染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704520" y="4895640"/>
            <a:ext cx="2010240" cy="276480"/>
          </a:xfrm>
          <a:custGeom>
            <a:avLst/>
            <a:gdLst/>
            <a:ahLst/>
            <a:rect l="0" t="0" r="r" b="b"/>
            <a:pathLst>
              <a:path w="5584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505" y="0"/>
                </a:lnTo>
                <a:cubicBezTo>
                  <a:pt x="5515" y="0"/>
                  <a:pt x="5525" y="2"/>
                  <a:pt x="5535" y="6"/>
                </a:cubicBezTo>
                <a:cubicBezTo>
                  <a:pt x="5545" y="10"/>
                  <a:pt x="5553" y="16"/>
                  <a:pt x="5561" y="23"/>
                </a:cubicBezTo>
                <a:cubicBezTo>
                  <a:pt x="5568" y="31"/>
                  <a:pt x="5574" y="39"/>
                  <a:pt x="5578" y="49"/>
                </a:cubicBezTo>
                <a:cubicBezTo>
                  <a:pt x="5582" y="59"/>
                  <a:pt x="5584" y="69"/>
                  <a:pt x="5584" y="79"/>
                </a:cubicBezTo>
                <a:lnTo>
                  <a:pt x="5584" y="689"/>
                </a:lnTo>
                <a:cubicBezTo>
                  <a:pt x="5584" y="700"/>
                  <a:pt x="5582" y="710"/>
                  <a:pt x="5578" y="719"/>
                </a:cubicBezTo>
                <a:cubicBezTo>
                  <a:pt x="5574" y="729"/>
                  <a:pt x="5568" y="738"/>
                  <a:pt x="5561" y="745"/>
                </a:cubicBezTo>
                <a:cubicBezTo>
                  <a:pt x="5553" y="753"/>
                  <a:pt x="5545" y="758"/>
                  <a:pt x="5535" y="762"/>
                </a:cubicBezTo>
                <a:cubicBezTo>
                  <a:pt x="5525" y="766"/>
                  <a:pt x="5515" y="768"/>
                  <a:pt x="5505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057440" y="4485600"/>
            <a:ext cx="12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_render_multi.py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62120" y="4910760"/>
            <a:ext cx="1886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decks/deck-*.md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473640" y="4904640"/>
            <a:ext cx="1784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stakeholder PPT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7057440" y="4904640"/>
            <a:ext cx="40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marp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42920" y="511920"/>
            <a:ext cx="6190920" cy="3862080"/>
          </a:xfrm>
          <a:custGeom>
            <a:avLst/>
            <a:gdLst/>
            <a:ahLst/>
            <a:rect l="0" t="0" r="r" b="b"/>
            <a:pathLst>
              <a:path w="17197" h="10728">
                <a:moveTo>
                  <a:pt x="1190" y="1197"/>
                </a:moveTo>
                <a:lnTo>
                  <a:pt x="1190" y="9109"/>
                </a:lnTo>
                <a:cubicBezTo>
                  <a:pt x="1190" y="9137"/>
                  <a:pt x="1195" y="9164"/>
                  <a:pt x="1206" y="9190"/>
                </a:cubicBezTo>
                <a:cubicBezTo>
                  <a:pt x="1217" y="9216"/>
                  <a:pt x="1232" y="9239"/>
                  <a:pt x="1252" y="9259"/>
                </a:cubicBezTo>
                <a:cubicBezTo>
                  <a:pt x="1272" y="9278"/>
                  <a:pt x="1295" y="9294"/>
                  <a:pt x="1321" y="9304"/>
                </a:cubicBezTo>
                <a:cubicBezTo>
                  <a:pt x="1347" y="9315"/>
                  <a:pt x="1374" y="9321"/>
                  <a:pt x="1402" y="9321"/>
                </a:cubicBezTo>
                <a:lnTo>
                  <a:pt x="15796" y="9321"/>
                </a:lnTo>
                <a:cubicBezTo>
                  <a:pt x="15824" y="9321"/>
                  <a:pt x="15851" y="9315"/>
                  <a:pt x="15877" y="9304"/>
                </a:cubicBezTo>
                <a:cubicBezTo>
                  <a:pt x="15903" y="9294"/>
                  <a:pt x="15926" y="9278"/>
                  <a:pt x="15946" y="9259"/>
                </a:cubicBezTo>
                <a:cubicBezTo>
                  <a:pt x="15966" y="9239"/>
                  <a:pt x="15981" y="9216"/>
                  <a:pt x="15992" y="9190"/>
                </a:cubicBezTo>
                <a:cubicBezTo>
                  <a:pt x="16002" y="9164"/>
                  <a:pt x="16008" y="9137"/>
                  <a:pt x="16008" y="9109"/>
                </a:cubicBezTo>
                <a:lnTo>
                  <a:pt x="16008" y="1197"/>
                </a:lnTo>
                <a:cubicBezTo>
                  <a:pt x="16008" y="1169"/>
                  <a:pt x="16002" y="1142"/>
                  <a:pt x="15992" y="1116"/>
                </a:cubicBezTo>
                <a:cubicBezTo>
                  <a:pt x="15981" y="1090"/>
                  <a:pt x="15966" y="1067"/>
                  <a:pt x="15946" y="1047"/>
                </a:cubicBezTo>
                <a:cubicBezTo>
                  <a:pt x="15926" y="1027"/>
                  <a:pt x="15903" y="1012"/>
                  <a:pt x="15877" y="1001"/>
                </a:cubicBezTo>
                <a:cubicBezTo>
                  <a:pt x="15851" y="991"/>
                  <a:pt x="15824" y="985"/>
                  <a:pt x="15796" y="985"/>
                </a:cubicBezTo>
                <a:lnTo>
                  <a:pt x="1402" y="985"/>
                </a:lnTo>
                <a:cubicBezTo>
                  <a:pt x="1374" y="985"/>
                  <a:pt x="1347" y="991"/>
                  <a:pt x="1321" y="1001"/>
                </a:cubicBezTo>
                <a:cubicBezTo>
                  <a:pt x="1295" y="1012"/>
                  <a:pt x="1272" y="1027"/>
                  <a:pt x="1252" y="1047"/>
                </a:cubicBezTo>
                <a:cubicBezTo>
                  <a:pt x="1232" y="1067"/>
                  <a:pt x="1217" y="1090"/>
                  <a:pt x="1206" y="1116"/>
                </a:cubicBezTo>
                <a:cubicBezTo>
                  <a:pt x="1195" y="1142"/>
                  <a:pt x="1190" y="1169"/>
                  <a:pt x="1190" y="1197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0728"/>
                </a:lnTo>
                <a:lnTo>
                  <a:pt x="0" y="107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09" name=""/>
          <p:cNvPicPr/>
          <p:nvPr/>
        </p:nvPicPr>
        <p:blipFill>
          <a:blip r:embed="rId1"/>
          <a:stretch/>
        </p:blipFill>
        <p:spPr>
          <a:xfrm>
            <a:off x="571320" y="866880"/>
            <a:ext cx="5333760" cy="29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"/>
          <p:cNvSpPr/>
          <p:nvPr/>
        </p:nvSpPr>
        <p:spPr>
          <a:xfrm>
            <a:off x="576000" y="4414680"/>
            <a:ext cx="5324760" cy="1133640"/>
          </a:xfrm>
          <a:custGeom>
            <a:avLst/>
            <a:gdLst/>
            <a:ahLst/>
            <a:rect l="0" t="0" r="r" b="b"/>
            <a:pathLst>
              <a:path w="14791" h="3149">
                <a:moveTo>
                  <a:pt x="0" y="300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646" y="0"/>
                </a:lnTo>
                <a:cubicBezTo>
                  <a:pt x="14655" y="0"/>
                  <a:pt x="14665" y="1"/>
                  <a:pt x="14674" y="3"/>
                </a:cubicBezTo>
                <a:cubicBezTo>
                  <a:pt x="14684" y="5"/>
                  <a:pt x="14693" y="7"/>
                  <a:pt x="14702" y="11"/>
                </a:cubicBezTo>
                <a:cubicBezTo>
                  <a:pt x="14710" y="15"/>
                  <a:pt x="14719" y="19"/>
                  <a:pt x="14727" y="24"/>
                </a:cubicBezTo>
                <a:cubicBezTo>
                  <a:pt x="14735" y="30"/>
                  <a:pt x="14742" y="36"/>
                  <a:pt x="14749" y="43"/>
                </a:cubicBezTo>
                <a:cubicBezTo>
                  <a:pt x="14756" y="49"/>
                  <a:pt x="14762" y="57"/>
                  <a:pt x="14767" y="65"/>
                </a:cubicBezTo>
                <a:cubicBezTo>
                  <a:pt x="14772" y="73"/>
                  <a:pt x="14777" y="81"/>
                  <a:pt x="14780" y="90"/>
                </a:cubicBezTo>
                <a:cubicBezTo>
                  <a:pt x="14784" y="99"/>
                  <a:pt x="14787" y="108"/>
                  <a:pt x="14789" y="117"/>
                </a:cubicBezTo>
                <a:cubicBezTo>
                  <a:pt x="14791" y="126"/>
                  <a:pt x="14791" y="136"/>
                  <a:pt x="14791" y="145"/>
                </a:cubicBezTo>
                <a:lnTo>
                  <a:pt x="14791" y="3004"/>
                </a:lnTo>
                <a:cubicBezTo>
                  <a:pt x="14791" y="3014"/>
                  <a:pt x="14791" y="3023"/>
                  <a:pt x="14789" y="3032"/>
                </a:cubicBezTo>
                <a:cubicBezTo>
                  <a:pt x="14787" y="3042"/>
                  <a:pt x="14784" y="3051"/>
                  <a:pt x="14780" y="3060"/>
                </a:cubicBezTo>
                <a:cubicBezTo>
                  <a:pt x="14777" y="3068"/>
                  <a:pt x="14772" y="3077"/>
                  <a:pt x="14767" y="3085"/>
                </a:cubicBezTo>
                <a:cubicBezTo>
                  <a:pt x="14762" y="3093"/>
                  <a:pt x="14756" y="3100"/>
                  <a:pt x="14749" y="3107"/>
                </a:cubicBezTo>
                <a:cubicBezTo>
                  <a:pt x="14742" y="3114"/>
                  <a:pt x="14735" y="3120"/>
                  <a:pt x="14727" y="3125"/>
                </a:cubicBezTo>
                <a:cubicBezTo>
                  <a:pt x="14719" y="3130"/>
                  <a:pt x="14710" y="3135"/>
                  <a:pt x="14702" y="3138"/>
                </a:cubicBezTo>
                <a:cubicBezTo>
                  <a:pt x="14693" y="3142"/>
                  <a:pt x="14684" y="3145"/>
                  <a:pt x="14674" y="3147"/>
                </a:cubicBezTo>
                <a:cubicBezTo>
                  <a:pt x="14665" y="3149"/>
                  <a:pt x="14655" y="3149"/>
                  <a:pt x="14646" y="3149"/>
                </a:cubicBezTo>
                <a:lnTo>
                  <a:pt x="146" y="3149"/>
                </a:lnTo>
                <a:cubicBezTo>
                  <a:pt x="136" y="3149"/>
                  <a:pt x="127" y="3149"/>
                  <a:pt x="117" y="3147"/>
                </a:cubicBezTo>
                <a:cubicBezTo>
                  <a:pt x="108" y="3145"/>
                  <a:pt x="99" y="3142"/>
                  <a:pt x="90" y="3138"/>
                </a:cubicBezTo>
                <a:cubicBezTo>
                  <a:pt x="81" y="3135"/>
                  <a:pt x="73" y="3130"/>
                  <a:pt x="65" y="3125"/>
                </a:cubicBezTo>
                <a:cubicBezTo>
                  <a:pt x="57" y="3120"/>
                  <a:pt x="50" y="3114"/>
                  <a:pt x="43" y="3107"/>
                </a:cubicBezTo>
                <a:cubicBezTo>
                  <a:pt x="36" y="3100"/>
                  <a:pt x="30" y="3093"/>
                  <a:pt x="25" y="3085"/>
                </a:cubicBezTo>
                <a:cubicBezTo>
                  <a:pt x="19" y="3077"/>
                  <a:pt x="15" y="3068"/>
                  <a:pt x="11" y="3060"/>
                </a:cubicBezTo>
                <a:cubicBezTo>
                  <a:pt x="8" y="3051"/>
                  <a:pt x="5" y="3042"/>
                  <a:pt x="3" y="3032"/>
                </a:cubicBezTo>
                <a:cubicBezTo>
                  <a:pt x="1" y="3023"/>
                  <a:pt x="0" y="3014"/>
                  <a:pt x="0" y="300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76000" y="4414680"/>
            <a:ext cx="5324760" cy="1133640"/>
          </a:xfrm>
          <a:custGeom>
            <a:avLst/>
            <a:gdLst/>
            <a:ahLst/>
            <a:rect l="0" t="0" r="r" b="b"/>
            <a:pathLst>
              <a:path w="14791" h="3149">
                <a:moveTo>
                  <a:pt x="0" y="300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646" y="0"/>
                </a:lnTo>
                <a:cubicBezTo>
                  <a:pt x="14655" y="0"/>
                  <a:pt x="14665" y="1"/>
                  <a:pt x="14674" y="3"/>
                </a:cubicBezTo>
                <a:cubicBezTo>
                  <a:pt x="14684" y="5"/>
                  <a:pt x="14693" y="7"/>
                  <a:pt x="14702" y="11"/>
                </a:cubicBezTo>
                <a:cubicBezTo>
                  <a:pt x="14710" y="15"/>
                  <a:pt x="14719" y="19"/>
                  <a:pt x="14727" y="24"/>
                </a:cubicBezTo>
                <a:cubicBezTo>
                  <a:pt x="14735" y="30"/>
                  <a:pt x="14742" y="36"/>
                  <a:pt x="14749" y="43"/>
                </a:cubicBezTo>
                <a:cubicBezTo>
                  <a:pt x="14756" y="49"/>
                  <a:pt x="14762" y="57"/>
                  <a:pt x="14767" y="65"/>
                </a:cubicBezTo>
                <a:cubicBezTo>
                  <a:pt x="14772" y="73"/>
                  <a:pt x="14777" y="81"/>
                  <a:pt x="14780" y="90"/>
                </a:cubicBezTo>
                <a:cubicBezTo>
                  <a:pt x="14784" y="99"/>
                  <a:pt x="14787" y="108"/>
                  <a:pt x="14789" y="117"/>
                </a:cubicBezTo>
                <a:cubicBezTo>
                  <a:pt x="14791" y="126"/>
                  <a:pt x="14791" y="136"/>
                  <a:pt x="14791" y="145"/>
                </a:cubicBezTo>
                <a:lnTo>
                  <a:pt x="14791" y="3004"/>
                </a:lnTo>
                <a:cubicBezTo>
                  <a:pt x="14791" y="3014"/>
                  <a:pt x="14791" y="3023"/>
                  <a:pt x="14789" y="3032"/>
                </a:cubicBezTo>
                <a:cubicBezTo>
                  <a:pt x="14787" y="3042"/>
                  <a:pt x="14784" y="3051"/>
                  <a:pt x="14780" y="3060"/>
                </a:cubicBezTo>
                <a:cubicBezTo>
                  <a:pt x="14777" y="3068"/>
                  <a:pt x="14772" y="3077"/>
                  <a:pt x="14767" y="3085"/>
                </a:cubicBezTo>
                <a:cubicBezTo>
                  <a:pt x="14762" y="3093"/>
                  <a:pt x="14756" y="3100"/>
                  <a:pt x="14749" y="3107"/>
                </a:cubicBezTo>
                <a:cubicBezTo>
                  <a:pt x="14742" y="3114"/>
                  <a:pt x="14735" y="3120"/>
                  <a:pt x="14727" y="3125"/>
                </a:cubicBezTo>
                <a:cubicBezTo>
                  <a:pt x="14719" y="3130"/>
                  <a:pt x="14710" y="3135"/>
                  <a:pt x="14702" y="3138"/>
                </a:cubicBezTo>
                <a:cubicBezTo>
                  <a:pt x="14693" y="3142"/>
                  <a:pt x="14684" y="3145"/>
                  <a:pt x="14674" y="3147"/>
                </a:cubicBezTo>
                <a:cubicBezTo>
                  <a:pt x="14665" y="3149"/>
                  <a:pt x="14655" y="3149"/>
                  <a:pt x="14646" y="3149"/>
                </a:cubicBezTo>
                <a:lnTo>
                  <a:pt x="146" y="3149"/>
                </a:lnTo>
                <a:cubicBezTo>
                  <a:pt x="136" y="3149"/>
                  <a:pt x="127" y="3149"/>
                  <a:pt x="117" y="3147"/>
                </a:cubicBezTo>
                <a:cubicBezTo>
                  <a:pt x="108" y="3145"/>
                  <a:pt x="99" y="3142"/>
                  <a:pt x="90" y="3138"/>
                </a:cubicBezTo>
                <a:cubicBezTo>
                  <a:pt x="81" y="3135"/>
                  <a:pt x="73" y="3130"/>
                  <a:pt x="65" y="3125"/>
                </a:cubicBezTo>
                <a:cubicBezTo>
                  <a:pt x="57" y="3120"/>
                  <a:pt x="50" y="3114"/>
                  <a:pt x="43" y="3107"/>
                </a:cubicBezTo>
                <a:cubicBezTo>
                  <a:pt x="36" y="3100"/>
                  <a:pt x="30" y="3093"/>
                  <a:pt x="25" y="3085"/>
                </a:cubicBezTo>
                <a:cubicBezTo>
                  <a:pt x="19" y="3077"/>
                  <a:pt x="15" y="3068"/>
                  <a:pt x="11" y="3060"/>
                </a:cubicBezTo>
                <a:cubicBezTo>
                  <a:pt x="8" y="3051"/>
                  <a:pt x="5" y="3042"/>
                  <a:pt x="3" y="3032"/>
                </a:cubicBezTo>
                <a:cubicBezTo>
                  <a:pt x="1" y="3023"/>
                  <a:pt x="0" y="3014"/>
                  <a:pt x="0" y="300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6286320" y="2144880"/>
            <a:ext cx="2704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配⾊码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Japandi v1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733320" y="4568760"/>
            <a:ext cx="2255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Primary    #E8DCC8 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2985480" y="454500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⽶⽩（主⾊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3876120" y="456876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3983040" y="454500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墙⾯辅）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733320" y="4778280"/>
            <a:ext cx="2255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Secondary  #8B6F47 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2985480" y="475452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橡⽊（书墙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876120" y="477828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3983040" y="475452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桌⾯）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733320" y="4978080"/>
            <a:ext cx="2255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Accent     #2C3539 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2985480" y="4954680"/>
            <a:ext cx="1070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炭⿊（⾦属件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4053960" y="497808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4161240" y="495468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椅⼦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4517640" y="497808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4624920" y="495468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柜⻔）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33320" y="5187600"/>
            <a:ext cx="2255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Wall       #F5F1E8 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2985480" y="5164200"/>
            <a:ext cx="1248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主墙⾯漆（略⽐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4232160" y="5187600"/>
            <a:ext cx="966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primary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6343560" y="47433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3" y="147"/>
                </a:cubicBezTo>
                <a:cubicBezTo>
                  <a:pt x="198" y="160"/>
                  <a:pt x="190" y="171"/>
                  <a:pt x="180" y="181"/>
                </a:cubicBezTo>
                <a:cubicBezTo>
                  <a:pt x="170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4"/>
                  <a:pt x="170" y="22"/>
                  <a:pt x="180" y="32"/>
                </a:cubicBezTo>
                <a:cubicBezTo>
                  <a:pt x="190" y="42"/>
                  <a:pt x="198" y="53"/>
                  <a:pt x="203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5197320" y="516420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更亮）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8258040" y="4638600"/>
            <a:ext cx="1876680" cy="276480"/>
          </a:xfrm>
          <a:custGeom>
            <a:avLst/>
            <a:gdLst/>
            <a:ahLst/>
            <a:rect l="0" t="0" r="r" b="b"/>
            <a:pathLst>
              <a:path w="5213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134" y="0"/>
                </a:lnTo>
                <a:cubicBezTo>
                  <a:pt x="5144" y="0"/>
                  <a:pt x="5154" y="2"/>
                  <a:pt x="5164" y="6"/>
                </a:cubicBezTo>
                <a:cubicBezTo>
                  <a:pt x="5174" y="10"/>
                  <a:pt x="5182" y="16"/>
                  <a:pt x="5190" y="23"/>
                </a:cubicBezTo>
                <a:cubicBezTo>
                  <a:pt x="5197" y="30"/>
                  <a:pt x="5203" y="39"/>
                  <a:pt x="5207" y="49"/>
                </a:cubicBezTo>
                <a:cubicBezTo>
                  <a:pt x="5211" y="58"/>
                  <a:pt x="5213" y="69"/>
                  <a:pt x="5213" y="79"/>
                </a:cubicBezTo>
                <a:lnTo>
                  <a:pt x="5213" y="689"/>
                </a:lnTo>
                <a:cubicBezTo>
                  <a:pt x="5213" y="699"/>
                  <a:pt x="5211" y="709"/>
                  <a:pt x="5207" y="719"/>
                </a:cubicBezTo>
                <a:cubicBezTo>
                  <a:pt x="5203" y="729"/>
                  <a:pt x="5197" y="737"/>
                  <a:pt x="5190" y="745"/>
                </a:cubicBezTo>
                <a:cubicBezTo>
                  <a:pt x="5182" y="752"/>
                  <a:pt x="5174" y="758"/>
                  <a:pt x="5164" y="762"/>
                </a:cubicBezTo>
                <a:cubicBezTo>
                  <a:pt x="5154" y="766"/>
                  <a:pt x="5144" y="768"/>
                  <a:pt x="5134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553080" y="4626000"/>
            <a:ext cx="1873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⾊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palette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可在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8314560" y="4653720"/>
            <a:ext cx="1760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moodboard.json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343560" y="51051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3" y="147"/>
                </a:cubicBezTo>
                <a:cubicBezTo>
                  <a:pt x="198" y="160"/>
                  <a:pt x="190" y="172"/>
                  <a:pt x="180" y="182"/>
                </a:cubicBezTo>
                <a:cubicBezTo>
                  <a:pt x="170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0" y="21"/>
                  <a:pt x="180" y="31"/>
                </a:cubicBezTo>
                <a:cubicBezTo>
                  <a:pt x="190" y="41"/>
                  <a:pt x="198" y="53"/>
                  <a:pt x="203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0137960" y="4626000"/>
            <a:ext cx="487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调整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7953120" y="5000400"/>
            <a:ext cx="1753200" cy="276480"/>
          </a:xfrm>
          <a:custGeom>
            <a:avLst/>
            <a:gdLst/>
            <a:ahLst/>
            <a:rect l="0" t="0" r="r" b="b"/>
            <a:pathLst>
              <a:path w="4870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790" y="0"/>
                </a:lnTo>
                <a:cubicBezTo>
                  <a:pt x="4801" y="0"/>
                  <a:pt x="4811" y="2"/>
                  <a:pt x="4821" y="6"/>
                </a:cubicBezTo>
                <a:cubicBezTo>
                  <a:pt x="4830" y="10"/>
                  <a:pt x="4839" y="16"/>
                  <a:pt x="4846" y="23"/>
                </a:cubicBezTo>
                <a:cubicBezTo>
                  <a:pt x="4854" y="31"/>
                  <a:pt x="4859" y="39"/>
                  <a:pt x="4863" y="49"/>
                </a:cubicBezTo>
                <a:cubicBezTo>
                  <a:pt x="4868" y="59"/>
                  <a:pt x="4870" y="69"/>
                  <a:pt x="4870" y="79"/>
                </a:cubicBezTo>
                <a:lnTo>
                  <a:pt x="4870" y="689"/>
                </a:lnTo>
                <a:cubicBezTo>
                  <a:pt x="4870" y="700"/>
                  <a:pt x="4868" y="710"/>
                  <a:pt x="4863" y="719"/>
                </a:cubicBezTo>
                <a:cubicBezTo>
                  <a:pt x="4859" y="729"/>
                  <a:pt x="4854" y="738"/>
                  <a:pt x="4846" y="745"/>
                </a:cubicBezTo>
                <a:cubicBezTo>
                  <a:pt x="4839" y="753"/>
                  <a:pt x="4830" y="758"/>
                  <a:pt x="4821" y="762"/>
                </a:cubicBezTo>
                <a:cubicBezTo>
                  <a:pt x="4811" y="766"/>
                  <a:pt x="4801" y="768"/>
                  <a:pt x="4790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6553080" y="4988160"/>
            <a:ext cx="1392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任⼀⾊变更 →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8007120" y="501588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moodboard.png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9704520" y="4988160"/>
            <a:ext cx="1843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重出 → 所有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deck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6553080" y="529272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⾃动换⾊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49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286320" y="1983240"/>
            <a:ext cx="2579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平⾯图（俯视渲染）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838080" y="4587840"/>
            <a:ext cx="4189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尺⼨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5.0 m × 4.0 m × 2.8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L×W×H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838080" y="4950000"/>
            <a:ext cx="1440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物件数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838080" y="5302440"/>
            <a:ext cx="3725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材质数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种（全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principled BSDF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838080" y="5664240"/>
            <a:ext cx="3910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⽤途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：客户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营销⾸选，⽐纯线图更直观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42920" y="121680"/>
            <a:ext cx="6190920" cy="4861800"/>
          </a:xfrm>
          <a:custGeom>
            <a:avLst/>
            <a:gdLst/>
            <a:ahLst/>
            <a:rect l="0" t="0" r="r" b="b"/>
            <a:pathLst>
              <a:path w="17197" h="13505">
                <a:moveTo>
                  <a:pt x="1190" y="1196"/>
                </a:moveTo>
                <a:lnTo>
                  <a:pt x="1190" y="11886"/>
                </a:lnTo>
                <a:cubicBezTo>
                  <a:pt x="1190" y="11914"/>
                  <a:pt x="1195" y="11941"/>
                  <a:pt x="1206" y="11967"/>
                </a:cubicBezTo>
                <a:cubicBezTo>
                  <a:pt x="1217" y="11993"/>
                  <a:pt x="1232" y="12016"/>
                  <a:pt x="1252" y="12036"/>
                </a:cubicBezTo>
                <a:cubicBezTo>
                  <a:pt x="1272" y="12056"/>
                  <a:pt x="1295" y="12071"/>
                  <a:pt x="1321" y="12082"/>
                </a:cubicBezTo>
                <a:cubicBezTo>
                  <a:pt x="1347" y="12093"/>
                  <a:pt x="1374" y="12098"/>
                  <a:pt x="1402" y="12098"/>
                </a:cubicBezTo>
                <a:lnTo>
                  <a:pt x="15796" y="12098"/>
                </a:lnTo>
                <a:cubicBezTo>
                  <a:pt x="15824" y="12098"/>
                  <a:pt x="15851" y="12093"/>
                  <a:pt x="15877" y="12082"/>
                </a:cubicBezTo>
                <a:cubicBezTo>
                  <a:pt x="15903" y="12071"/>
                  <a:pt x="15926" y="12056"/>
                  <a:pt x="15946" y="12036"/>
                </a:cubicBezTo>
                <a:cubicBezTo>
                  <a:pt x="15966" y="12016"/>
                  <a:pt x="15981" y="11993"/>
                  <a:pt x="15992" y="11967"/>
                </a:cubicBezTo>
                <a:cubicBezTo>
                  <a:pt x="16002" y="11941"/>
                  <a:pt x="16008" y="11914"/>
                  <a:pt x="16008" y="11886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3505"/>
                </a:lnTo>
                <a:lnTo>
                  <a:pt x="0" y="135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66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9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838080" y="5200560"/>
            <a:ext cx="1752840" cy="276480"/>
          </a:xfrm>
          <a:custGeom>
            <a:avLst/>
            <a:gdLst/>
            <a:ahLst/>
            <a:rect l="0" t="0" r="r" b="b"/>
            <a:pathLst>
              <a:path w="4869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790" y="0"/>
                </a:lnTo>
                <a:cubicBezTo>
                  <a:pt x="4800" y="0"/>
                  <a:pt x="4810" y="2"/>
                  <a:pt x="4820" y="6"/>
                </a:cubicBezTo>
                <a:cubicBezTo>
                  <a:pt x="4830" y="10"/>
                  <a:pt x="4838" y="16"/>
                  <a:pt x="4846" y="23"/>
                </a:cubicBezTo>
                <a:cubicBezTo>
                  <a:pt x="4853" y="30"/>
                  <a:pt x="4859" y="39"/>
                  <a:pt x="4863" y="49"/>
                </a:cubicBezTo>
                <a:cubicBezTo>
                  <a:pt x="4867" y="58"/>
                  <a:pt x="4869" y="69"/>
                  <a:pt x="4869" y="79"/>
                </a:cubicBezTo>
                <a:lnTo>
                  <a:pt x="4869" y="689"/>
                </a:lnTo>
                <a:cubicBezTo>
                  <a:pt x="4869" y="699"/>
                  <a:pt x="4867" y="709"/>
                  <a:pt x="4863" y="719"/>
                </a:cubicBezTo>
                <a:cubicBezTo>
                  <a:pt x="4859" y="729"/>
                  <a:pt x="4853" y="737"/>
                  <a:pt x="4846" y="745"/>
                </a:cubicBezTo>
                <a:cubicBezTo>
                  <a:pt x="4838" y="752"/>
                  <a:pt x="4830" y="758"/>
                  <a:pt x="4820" y="762"/>
                </a:cubicBezTo>
                <a:cubicBezTo>
                  <a:pt x="4810" y="766"/>
                  <a:pt x="4800" y="768"/>
                  <a:pt x="4790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286320" y="2249640"/>
            <a:ext cx="2853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平⾯图（标注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SVG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895320" y="521568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floorplan.svg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628560" y="5667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838080" y="5562360"/>
            <a:ext cx="3524400" cy="276480"/>
          </a:xfrm>
          <a:custGeom>
            <a:avLst/>
            <a:gdLst/>
            <a:ahLst/>
            <a:rect l="0" t="0" r="r" b="b"/>
            <a:pathLst>
              <a:path w="9790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9711" y="0"/>
                </a:lnTo>
                <a:cubicBezTo>
                  <a:pt x="9722" y="0"/>
                  <a:pt x="9732" y="2"/>
                  <a:pt x="9741" y="6"/>
                </a:cubicBezTo>
                <a:cubicBezTo>
                  <a:pt x="9751" y="10"/>
                  <a:pt x="9760" y="16"/>
                  <a:pt x="9767" y="23"/>
                </a:cubicBezTo>
                <a:cubicBezTo>
                  <a:pt x="9775" y="31"/>
                  <a:pt x="9780" y="39"/>
                  <a:pt x="9784" y="49"/>
                </a:cubicBezTo>
                <a:cubicBezTo>
                  <a:pt x="9788" y="59"/>
                  <a:pt x="9790" y="69"/>
                  <a:pt x="9790" y="80"/>
                </a:cubicBezTo>
                <a:lnTo>
                  <a:pt x="9790" y="689"/>
                </a:lnTo>
                <a:cubicBezTo>
                  <a:pt x="9790" y="700"/>
                  <a:pt x="9788" y="710"/>
                  <a:pt x="9784" y="719"/>
                </a:cubicBezTo>
                <a:cubicBezTo>
                  <a:pt x="9780" y="729"/>
                  <a:pt x="9775" y="738"/>
                  <a:pt x="9767" y="745"/>
                </a:cubicBezTo>
                <a:cubicBezTo>
                  <a:pt x="9760" y="753"/>
                  <a:pt x="9751" y="758"/>
                  <a:pt x="9741" y="762"/>
                </a:cubicBezTo>
                <a:cubicBezTo>
                  <a:pt x="9732" y="766"/>
                  <a:pt x="9722" y="768"/>
                  <a:pt x="9711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2592720" y="5187960"/>
            <a:ext cx="2511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Inkscape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打开可直接编辑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895320" y="5577840"/>
            <a:ext cx="3394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floorplan.inkscape-cli.json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4358880" y="5550120"/>
            <a:ext cx="905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记录所有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628560" y="6333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838080" y="5854680"/>
            <a:ext cx="1122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shape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坐标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466640" y="6229080"/>
            <a:ext cx="4343760" cy="276840"/>
          </a:xfrm>
          <a:custGeom>
            <a:avLst/>
            <a:gdLst/>
            <a:ahLst/>
            <a:rect l="0" t="0" r="r" b="b"/>
            <a:pathLst>
              <a:path w="12066" h="769">
                <a:moveTo>
                  <a:pt x="0" y="68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2066" y="0"/>
                </a:lnTo>
                <a:lnTo>
                  <a:pt x="12066" y="769"/>
                </a:lnTo>
                <a:lnTo>
                  <a:pt x="79" y="769"/>
                </a:lnTo>
                <a:cubicBezTo>
                  <a:pt x="69" y="769"/>
                  <a:pt x="59" y="767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09"/>
                  <a:pt x="0" y="699"/>
                  <a:pt x="0" y="688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838080" y="621684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导出：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838080" y="6524280"/>
            <a:ext cx="2076840" cy="276840"/>
          </a:xfrm>
          <a:custGeom>
            <a:avLst/>
            <a:gdLst/>
            <a:ahLst/>
            <a:rect l="0" t="0" r="r" b="b"/>
            <a:pathLst>
              <a:path w="5769" h="769">
                <a:moveTo>
                  <a:pt x="0" y="0"/>
                </a:moveTo>
                <a:lnTo>
                  <a:pt x="5689" y="0"/>
                </a:lnTo>
                <a:cubicBezTo>
                  <a:pt x="5700" y="0"/>
                  <a:pt x="5710" y="2"/>
                  <a:pt x="5720" y="6"/>
                </a:cubicBezTo>
                <a:cubicBezTo>
                  <a:pt x="5729" y="11"/>
                  <a:pt x="5738" y="16"/>
                  <a:pt x="5746" y="24"/>
                </a:cubicBezTo>
                <a:cubicBezTo>
                  <a:pt x="5753" y="31"/>
                  <a:pt x="5759" y="40"/>
                  <a:pt x="5763" y="49"/>
                </a:cubicBezTo>
                <a:cubicBezTo>
                  <a:pt x="5767" y="59"/>
                  <a:pt x="5769" y="69"/>
                  <a:pt x="5769" y="80"/>
                </a:cubicBezTo>
                <a:lnTo>
                  <a:pt x="5769" y="689"/>
                </a:lnTo>
                <a:cubicBezTo>
                  <a:pt x="5769" y="700"/>
                  <a:pt x="5767" y="710"/>
                  <a:pt x="5763" y="720"/>
                </a:cubicBezTo>
                <a:cubicBezTo>
                  <a:pt x="5759" y="729"/>
                  <a:pt x="5753" y="738"/>
                  <a:pt x="5746" y="745"/>
                </a:cubicBezTo>
                <a:cubicBezTo>
                  <a:pt x="5738" y="753"/>
                  <a:pt x="5729" y="759"/>
                  <a:pt x="5720" y="763"/>
                </a:cubicBezTo>
                <a:cubicBezTo>
                  <a:pt x="5710" y="767"/>
                  <a:pt x="5700" y="769"/>
                  <a:pt x="5689" y="769"/>
                </a:cubicBez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523880" y="6244560"/>
            <a:ext cx="42746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rsvg-convert -d 150 floorplan.svg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838080" y="6539760"/>
            <a:ext cx="2012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-o floorplan.png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580680" y="1704960"/>
            <a:ext cx="419760" cy="371520"/>
          </a:xfrm>
          <a:custGeom>
            <a:avLst/>
            <a:gdLst/>
            <a:ahLst/>
            <a:rect l="0" t="0" r="r" b="b"/>
            <a:pathLst>
              <a:path w="1166" h="1032">
                <a:moveTo>
                  <a:pt x="0" y="0"/>
                </a:moveTo>
                <a:lnTo>
                  <a:pt x="1166" y="0"/>
                </a:lnTo>
                <a:lnTo>
                  <a:pt x="1166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000080" y="1704960"/>
            <a:ext cx="1124280" cy="371520"/>
          </a:xfrm>
          <a:custGeom>
            <a:avLst/>
            <a:gdLst/>
            <a:ahLst/>
            <a:rect l="0" t="0" r="r" b="b"/>
            <a:pathLst>
              <a:path w="3123" h="1032">
                <a:moveTo>
                  <a:pt x="0" y="0"/>
                </a:moveTo>
                <a:lnTo>
                  <a:pt x="3123" y="0"/>
                </a:lnTo>
                <a:lnTo>
                  <a:pt x="3123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124000" y="1704960"/>
            <a:ext cx="1000440" cy="371520"/>
          </a:xfrm>
          <a:custGeom>
            <a:avLst/>
            <a:gdLst/>
            <a:ahLst/>
            <a:rect l="0" t="0" r="r" b="b"/>
            <a:pathLst>
              <a:path w="2779" h="1032">
                <a:moveTo>
                  <a:pt x="0" y="0"/>
                </a:moveTo>
                <a:lnTo>
                  <a:pt x="2779" y="0"/>
                </a:lnTo>
                <a:lnTo>
                  <a:pt x="277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3124080" y="1704960"/>
            <a:ext cx="1162440" cy="371520"/>
          </a:xfrm>
          <a:custGeom>
            <a:avLst/>
            <a:gdLst/>
            <a:ahLst/>
            <a:rect l="0" t="0" r="r" b="b"/>
            <a:pathLst>
              <a:path w="3229" h="1032">
                <a:moveTo>
                  <a:pt x="0" y="0"/>
                </a:moveTo>
                <a:lnTo>
                  <a:pt x="3229" y="0"/>
                </a:lnTo>
                <a:lnTo>
                  <a:pt x="322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4286160" y="1704960"/>
            <a:ext cx="895680" cy="371520"/>
          </a:xfrm>
          <a:custGeom>
            <a:avLst/>
            <a:gdLst/>
            <a:ahLst/>
            <a:rect l="0" t="0" r="r" b="b"/>
            <a:pathLst>
              <a:path w="2488" h="1032">
                <a:moveTo>
                  <a:pt x="0" y="0"/>
                </a:moveTo>
                <a:lnTo>
                  <a:pt x="2488" y="0"/>
                </a:lnTo>
                <a:lnTo>
                  <a:pt x="248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5181480" y="1704960"/>
            <a:ext cx="1371960" cy="371520"/>
          </a:xfrm>
          <a:custGeom>
            <a:avLst/>
            <a:gdLst/>
            <a:ahLst/>
            <a:rect l="0" t="0" r="r" b="b"/>
            <a:pathLst>
              <a:path w="3811" h="1032">
                <a:moveTo>
                  <a:pt x="0" y="0"/>
                </a:moveTo>
                <a:lnTo>
                  <a:pt x="3811" y="0"/>
                </a:lnTo>
                <a:lnTo>
                  <a:pt x="3811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580680" y="1704960"/>
            <a:ext cx="419760" cy="371520"/>
          </a:xfrm>
          <a:custGeom>
            <a:avLst/>
            <a:gdLst/>
            <a:ahLst/>
            <a:rect l="0" t="0" r="r" b="b"/>
            <a:pathLst>
              <a:path w="1166" h="1032">
                <a:moveTo>
                  <a:pt x="0" y="0"/>
                </a:moveTo>
                <a:lnTo>
                  <a:pt x="1166" y="0"/>
                </a:lnTo>
                <a:lnTo>
                  <a:pt x="1166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000080" y="1704960"/>
            <a:ext cx="1124280" cy="371520"/>
          </a:xfrm>
          <a:custGeom>
            <a:avLst/>
            <a:gdLst/>
            <a:ahLst/>
            <a:rect l="0" t="0" r="r" b="b"/>
            <a:pathLst>
              <a:path w="3123" h="1032">
                <a:moveTo>
                  <a:pt x="0" y="0"/>
                </a:moveTo>
                <a:lnTo>
                  <a:pt x="3123" y="0"/>
                </a:lnTo>
                <a:lnTo>
                  <a:pt x="3123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2124000" y="1704960"/>
            <a:ext cx="1000440" cy="371520"/>
          </a:xfrm>
          <a:custGeom>
            <a:avLst/>
            <a:gdLst/>
            <a:ahLst/>
            <a:rect l="0" t="0" r="r" b="b"/>
            <a:pathLst>
              <a:path w="2779" h="1032">
                <a:moveTo>
                  <a:pt x="0" y="0"/>
                </a:moveTo>
                <a:lnTo>
                  <a:pt x="2779" y="0"/>
                </a:lnTo>
                <a:lnTo>
                  <a:pt x="277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3124080" y="1704960"/>
            <a:ext cx="1162440" cy="371520"/>
          </a:xfrm>
          <a:custGeom>
            <a:avLst/>
            <a:gdLst/>
            <a:ahLst/>
            <a:rect l="0" t="0" r="r" b="b"/>
            <a:pathLst>
              <a:path w="3229" h="1032">
                <a:moveTo>
                  <a:pt x="0" y="0"/>
                </a:moveTo>
                <a:lnTo>
                  <a:pt x="3229" y="0"/>
                </a:lnTo>
                <a:lnTo>
                  <a:pt x="322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4286160" y="1704960"/>
            <a:ext cx="895680" cy="371520"/>
          </a:xfrm>
          <a:custGeom>
            <a:avLst/>
            <a:gdLst/>
            <a:ahLst/>
            <a:rect l="0" t="0" r="r" b="b"/>
            <a:pathLst>
              <a:path w="2488" h="1032">
                <a:moveTo>
                  <a:pt x="0" y="0"/>
                </a:moveTo>
                <a:lnTo>
                  <a:pt x="2488" y="0"/>
                </a:lnTo>
                <a:lnTo>
                  <a:pt x="248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5181480" y="1704960"/>
            <a:ext cx="1371960" cy="371520"/>
          </a:xfrm>
          <a:custGeom>
            <a:avLst/>
            <a:gdLst/>
            <a:ahLst/>
            <a:rect l="0" t="0" r="r" b="b"/>
            <a:pathLst>
              <a:path w="3811" h="1032">
                <a:moveTo>
                  <a:pt x="0" y="0"/>
                </a:moveTo>
                <a:lnTo>
                  <a:pt x="3811" y="0"/>
                </a:lnTo>
                <a:lnTo>
                  <a:pt x="3811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580680" y="2076120"/>
            <a:ext cx="419760" cy="371880"/>
          </a:xfrm>
          <a:custGeom>
            <a:avLst/>
            <a:gdLst/>
            <a:ahLst/>
            <a:rect l="0" t="0" r="r" b="b"/>
            <a:pathLst>
              <a:path w="1166" h="1033">
                <a:moveTo>
                  <a:pt x="0" y="0"/>
                </a:moveTo>
                <a:lnTo>
                  <a:pt x="1166" y="0"/>
                </a:lnTo>
                <a:lnTo>
                  <a:pt x="116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000080" y="2076120"/>
            <a:ext cx="1124280" cy="371880"/>
          </a:xfrm>
          <a:custGeom>
            <a:avLst/>
            <a:gdLst/>
            <a:ahLst/>
            <a:rect l="0" t="0" r="r" b="b"/>
            <a:pathLst>
              <a:path w="3123" h="1033">
                <a:moveTo>
                  <a:pt x="0" y="0"/>
                </a:moveTo>
                <a:lnTo>
                  <a:pt x="3123" y="0"/>
                </a:lnTo>
                <a:lnTo>
                  <a:pt x="3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2124000" y="2076120"/>
            <a:ext cx="1000440" cy="371880"/>
          </a:xfrm>
          <a:custGeom>
            <a:avLst/>
            <a:gdLst/>
            <a:ahLst/>
            <a:rect l="0" t="0" r="r" b="b"/>
            <a:pathLst>
              <a:path w="2779" h="1033">
                <a:moveTo>
                  <a:pt x="0" y="0"/>
                </a:moveTo>
                <a:lnTo>
                  <a:pt x="2779" y="0"/>
                </a:lnTo>
                <a:lnTo>
                  <a:pt x="27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3124080" y="2076120"/>
            <a:ext cx="1162440" cy="371880"/>
          </a:xfrm>
          <a:custGeom>
            <a:avLst/>
            <a:gdLst/>
            <a:ahLst/>
            <a:rect l="0" t="0" r="r" b="b"/>
            <a:pathLst>
              <a:path w="3229" h="1033">
                <a:moveTo>
                  <a:pt x="0" y="0"/>
                </a:moveTo>
                <a:lnTo>
                  <a:pt x="3229" y="0"/>
                </a:lnTo>
                <a:lnTo>
                  <a:pt x="32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4286160" y="207612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5181480" y="207612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80680" y="2447640"/>
            <a:ext cx="419760" cy="371880"/>
          </a:xfrm>
          <a:custGeom>
            <a:avLst/>
            <a:gdLst/>
            <a:ahLst/>
            <a:rect l="0" t="0" r="r" b="b"/>
            <a:pathLst>
              <a:path w="1166" h="1033">
                <a:moveTo>
                  <a:pt x="0" y="0"/>
                </a:moveTo>
                <a:lnTo>
                  <a:pt x="1166" y="0"/>
                </a:lnTo>
                <a:lnTo>
                  <a:pt x="116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000080" y="2447640"/>
            <a:ext cx="1124280" cy="371880"/>
          </a:xfrm>
          <a:custGeom>
            <a:avLst/>
            <a:gdLst/>
            <a:ahLst/>
            <a:rect l="0" t="0" r="r" b="b"/>
            <a:pathLst>
              <a:path w="3123" h="1033">
                <a:moveTo>
                  <a:pt x="0" y="0"/>
                </a:moveTo>
                <a:lnTo>
                  <a:pt x="3123" y="0"/>
                </a:lnTo>
                <a:lnTo>
                  <a:pt x="3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2124000" y="2447640"/>
            <a:ext cx="1000440" cy="371880"/>
          </a:xfrm>
          <a:custGeom>
            <a:avLst/>
            <a:gdLst/>
            <a:ahLst/>
            <a:rect l="0" t="0" r="r" b="b"/>
            <a:pathLst>
              <a:path w="2779" h="1033">
                <a:moveTo>
                  <a:pt x="0" y="0"/>
                </a:moveTo>
                <a:lnTo>
                  <a:pt x="2779" y="0"/>
                </a:lnTo>
                <a:lnTo>
                  <a:pt x="27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3124080" y="2447640"/>
            <a:ext cx="1162440" cy="371880"/>
          </a:xfrm>
          <a:custGeom>
            <a:avLst/>
            <a:gdLst/>
            <a:ahLst/>
            <a:rect l="0" t="0" r="r" b="b"/>
            <a:pathLst>
              <a:path w="3229" h="1033">
                <a:moveTo>
                  <a:pt x="0" y="0"/>
                </a:moveTo>
                <a:lnTo>
                  <a:pt x="3229" y="0"/>
                </a:lnTo>
                <a:lnTo>
                  <a:pt x="32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4286160" y="244764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5181480" y="244764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580680" y="2819160"/>
            <a:ext cx="419760" cy="371880"/>
          </a:xfrm>
          <a:custGeom>
            <a:avLst/>
            <a:gdLst/>
            <a:ahLst/>
            <a:rect l="0" t="0" r="r" b="b"/>
            <a:pathLst>
              <a:path w="1166" h="1033">
                <a:moveTo>
                  <a:pt x="0" y="0"/>
                </a:moveTo>
                <a:lnTo>
                  <a:pt x="1166" y="0"/>
                </a:lnTo>
                <a:lnTo>
                  <a:pt x="116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000080" y="2819160"/>
            <a:ext cx="1124280" cy="371880"/>
          </a:xfrm>
          <a:custGeom>
            <a:avLst/>
            <a:gdLst/>
            <a:ahLst/>
            <a:rect l="0" t="0" r="r" b="b"/>
            <a:pathLst>
              <a:path w="3123" h="1033">
                <a:moveTo>
                  <a:pt x="0" y="0"/>
                </a:moveTo>
                <a:lnTo>
                  <a:pt x="3123" y="0"/>
                </a:lnTo>
                <a:lnTo>
                  <a:pt x="3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2124000" y="2819160"/>
            <a:ext cx="1000440" cy="371880"/>
          </a:xfrm>
          <a:custGeom>
            <a:avLst/>
            <a:gdLst/>
            <a:ahLst/>
            <a:rect l="0" t="0" r="r" b="b"/>
            <a:pathLst>
              <a:path w="2779" h="1033">
                <a:moveTo>
                  <a:pt x="0" y="0"/>
                </a:moveTo>
                <a:lnTo>
                  <a:pt x="2779" y="0"/>
                </a:lnTo>
                <a:lnTo>
                  <a:pt x="27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3124080" y="2819160"/>
            <a:ext cx="1162440" cy="371880"/>
          </a:xfrm>
          <a:custGeom>
            <a:avLst/>
            <a:gdLst/>
            <a:ahLst/>
            <a:rect l="0" t="0" r="r" b="b"/>
            <a:pathLst>
              <a:path w="3229" h="1033">
                <a:moveTo>
                  <a:pt x="0" y="0"/>
                </a:moveTo>
                <a:lnTo>
                  <a:pt x="3229" y="0"/>
                </a:lnTo>
                <a:lnTo>
                  <a:pt x="32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4286160" y="281916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5181480" y="281916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580680" y="3190680"/>
            <a:ext cx="419760" cy="371880"/>
          </a:xfrm>
          <a:custGeom>
            <a:avLst/>
            <a:gdLst/>
            <a:ahLst/>
            <a:rect l="0" t="0" r="r" b="b"/>
            <a:pathLst>
              <a:path w="1166" h="1033">
                <a:moveTo>
                  <a:pt x="0" y="0"/>
                </a:moveTo>
                <a:lnTo>
                  <a:pt x="1166" y="0"/>
                </a:lnTo>
                <a:lnTo>
                  <a:pt x="116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1000080" y="3190680"/>
            <a:ext cx="1124280" cy="371880"/>
          </a:xfrm>
          <a:custGeom>
            <a:avLst/>
            <a:gdLst/>
            <a:ahLst/>
            <a:rect l="0" t="0" r="r" b="b"/>
            <a:pathLst>
              <a:path w="3123" h="1033">
                <a:moveTo>
                  <a:pt x="0" y="0"/>
                </a:moveTo>
                <a:lnTo>
                  <a:pt x="3123" y="0"/>
                </a:lnTo>
                <a:lnTo>
                  <a:pt x="3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124000" y="3190680"/>
            <a:ext cx="1000440" cy="371880"/>
          </a:xfrm>
          <a:custGeom>
            <a:avLst/>
            <a:gdLst/>
            <a:ahLst/>
            <a:rect l="0" t="0" r="r" b="b"/>
            <a:pathLst>
              <a:path w="2779" h="1033">
                <a:moveTo>
                  <a:pt x="0" y="0"/>
                </a:moveTo>
                <a:lnTo>
                  <a:pt x="2779" y="0"/>
                </a:lnTo>
                <a:lnTo>
                  <a:pt x="27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3124080" y="3190680"/>
            <a:ext cx="1162440" cy="371880"/>
          </a:xfrm>
          <a:custGeom>
            <a:avLst/>
            <a:gdLst/>
            <a:ahLst/>
            <a:rect l="0" t="0" r="r" b="b"/>
            <a:pathLst>
              <a:path w="3229" h="1033">
                <a:moveTo>
                  <a:pt x="0" y="0"/>
                </a:moveTo>
                <a:lnTo>
                  <a:pt x="3229" y="0"/>
                </a:lnTo>
                <a:lnTo>
                  <a:pt x="32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4286160" y="319068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5181480" y="319068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580680" y="3562200"/>
            <a:ext cx="419760" cy="371880"/>
          </a:xfrm>
          <a:custGeom>
            <a:avLst/>
            <a:gdLst/>
            <a:ahLst/>
            <a:rect l="0" t="0" r="r" b="b"/>
            <a:pathLst>
              <a:path w="1166" h="1033">
                <a:moveTo>
                  <a:pt x="0" y="0"/>
                </a:moveTo>
                <a:lnTo>
                  <a:pt x="1166" y="0"/>
                </a:lnTo>
                <a:lnTo>
                  <a:pt x="116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000080" y="3562200"/>
            <a:ext cx="1124280" cy="371880"/>
          </a:xfrm>
          <a:custGeom>
            <a:avLst/>
            <a:gdLst/>
            <a:ahLst/>
            <a:rect l="0" t="0" r="r" b="b"/>
            <a:pathLst>
              <a:path w="3123" h="1033">
                <a:moveTo>
                  <a:pt x="0" y="0"/>
                </a:moveTo>
                <a:lnTo>
                  <a:pt x="3123" y="0"/>
                </a:lnTo>
                <a:lnTo>
                  <a:pt x="3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2124000" y="3562200"/>
            <a:ext cx="1000440" cy="371880"/>
          </a:xfrm>
          <a:custGeom>
            <a:avLst/>
            <a:gdLst/>
            <a:ahLst/>
            <a:rect l="0" t="0" r="r" b="b"/>
            <a:pathLst>
              <a:path w="2779" h="1033">
                <a:moveTo>
                  <a:pt x="0" y="0"/>
                </a:moveTo>
                <a:lnTo>
                  <a:pt x="2779" y="0"/>
                </a:lnTo>
                <a:lnTo>
                  <a:pt x="27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3124080" y="3562200"/>
            <a:ext cx="1162440" cy="371880"/>
          </a:xfrm>
          <a:custGeom>
            <a:avLst/>
            <a:gdLst/>
            <a:ahLst/>
            <a:rect l="0" t="0" r="r" b="b"/>
            <a:pathLst>
              <a:path w="3229" h="1033">
                <a:moveTo>
                  <a:pt x="0" y="0"/>
                </a:moveTo>
                <a:lnTo>
                  <a:pt x="3229" y="0"/>
                </a:lnTo>
                <a:lnTo>
                  <a:pt x="32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4286160" y="356220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5181480" y="356220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580680" y="3933720"/>
            <a:ext cx="419760" cy="371880"/>
          </a:xfrm>
          <a:custGeom>
            <a:avLst/>
            <a:gdLst/>
            <a:ahLst/>
            <a:rect l="0" t="0" r="r" b="b"/>
            <a:pathLst>
              <a:path w="1166" h="1033">
                <a:moveTo>
                  <a:pt x="0" y="0"/>
                </a:moveTo>
                <a:lnTo>
                  <a:pt x="1166" y="0"/>
                </a:lnTo>
                <a:lnTo>
                  <a:pt x="116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000080" y="3933720"/>
            <a:ext cx="1124280" cy="371880"/>
          </a:xfrm>
          <a:custGeom>
            <a:avLst/>
            <a:gdLst/>
            <a:ahLst/>
            <a:rect l="0" t="0" r="r" b="b"/>
            <a:pathLst>
              <a:path w="3123" h="1033">
                <a:moveTo>
                  <a:pt x="0" y="0"/>
                </a:moveTo>
                <a:lnTo>
                  <a:pt x="3123" y="0"/>
                </a:lnTo>
                <a:lnTo>
                  <a:pt x="3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2124000" y="3933720"/>
            <a:ext cx="1000440" cy="371880"/>
          </a:xfrm>
          <a:custGeom>
            <a:avLst/>
            <a:gdLst/>
            <a:ahLst/>
            <a:rect l="0" t="0" r="r" b="b"/>
            <a:pathLst>
              <a:path w="2779" h="1033">
                <a:moveTo>
                  <a:pt x="0" y="0"/>
                </a:moveTo>
                <a:lnTo>
                  <a:pt x="2779" y="0"/>
                </a:lnTo>
                <a:lnTo>
                  <a:pt x="27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3124080" y="3933720"/>
            <a:ext cx="1162440" cy="371880"/>
          </a:xfrm>
          <a:custGeom>
            <a:avLst/>
            <a:gdLst/>
            <a:ahLst/>
            <a:rect l="0" t="0" r="r" b="b"/>
            <a:pathLst>
              <a:path w="3229" h="1033">
                <a:moveTo>
                  <a:pt x="0" y="0"/>
                </a:moveTo>
                <a:lnTo>
                  <a:pt x="3229" y="0"/>
                </a:lnTo>
                <a:lnTo>
                  <a:pt x="32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4286160" y="393372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5181480" y="393372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580680" y="4305240"/>
            <a:ext cx="419760" cy="381240"/>
          </a:xfrm>
          <a:custGeom>
            <a:avLst/>
            <a:gdLst/>
            <a:ahLst/>
            <a:rect l="0" t="0" r="r" b="b"/>
            <a:pathLst>
              <a:path w="1166" h="1059">
                <a:moveTo>
                  <a:pt x="0" y="0"/>
                </a:moveTo>
                <a:lnTo>
                  <a:pt x="1166" y="0"/>
                </a:lnTo>
                <a:lnTo>
                  <a:pt x="116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000080" y="4305240"/>
            <a:ext cx="1124280" cy="381240"/>
          </a:xfrm>
          <a:custGeom>
            <a:avLst/>
            <a:gdLst/>
            <a:ahLst/>
            <a:rect l="0" t="0" r="r" b="b"/>
            <a:pathLst>
              <a:path w="3123" h="1059">
                <a:moveTo>
                  <a:pt x="0" y="0"/>
                </a:moveTo>
                <a:lnTo>
                  <a:pt x="3123" y="0"/>
                </a:lnTo>
                <a:lnTo>
                  <a:pt x="312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2124000" y="4305240"/>
            <a:ext cx="1000440" cy="381240"/>
          </a:xfrm>
          <a:custGeom>
            <a:avLst/>
            <a:gdLst/>
            <a:ahLst/>
            <a:rect l="0" t="0" r="r" b="b"/>
            <a:pathLst>
              <a:path w="2779" h="1059">
                <a:moveTo>
                  <a:pt x="0" y="0"/>
                </a:moveTo>
                <a:lnTo>
                  <a:pt x="2779" y="0"/>
                </a:lnTo>
                <a:lnTo>
                  <a:pt x="277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3124080" y="4305240"/>
            <a:ext cx="1162440" cy="381240"/>
          </a:xfrm>
          <a:custGeom>
            <a:avLst/>
            <a:gdLst/>
            <a:ahLst/>
            <a:rect l="0" t="0" r="r" b="b"/>
            <a:pathLst>
              <a:path w="3229" h="1059">
                <a:moveTo>
                  <a:pt x="0" y="0"/>
                </a:moveTo>
                <a:lnTo>
                  <a:pt x="3229" y="0"/>
                </a:lnTo>
                <a:lnTo>
                  <a:pt x="32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4286160" y="4305240"/>
            <a:ext cx="895680" cy="381240"/>
          </a:xfrm>
          <a:custGeom>
            <a:avLst/>
            <a:gdLst/>
            <a:ahLst/>
            <a:rect l="0" t="0" r="r" b="b"/>
            <a:pathLst>
              <a:path w="2488" h="1059">
                <a:moveTo>
                  <a:pt x="0" y="0"/>
                </a:moveTo>
                <a:lnTo>
                  <a:pt x="2488" y="0"/>
                </a:lnTo>
                <a:lnTo>
                  <a:pt x="24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5181480" y="4305240"/>
            <a:ext cx="1371960" cy="381240"/>
          </a:xfrm>
          <a:custGeom>
            <a:avLst/>
            <a:gdLst/>
            <a:ahLst/>
            <a:rect l="0" t="0" r="r" b="b"/>
            <a:pathLst>
              <a:path w="3811" h="1059">
                <a:moveTo>
                  <a:pt x="0" y="0"/>
                </a:moveTo>
                <a:lnTo>
                  <a:pt x="3811" y="0"/>
                </a:lnTo>
                <a:lnTo>
                  <a:pt x="381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580680" y="4686120"/>
            <a:ext cx="419760" cy="371880"/>
          </a:xfrm>
          <a:custGeom>
            <a:avLst/>
            <a:gdLst/>
            <a:ahLst/>
            <a:rect l="0" t="0" r="r" b="b"/>
            <a:pathLst>
              <a:path w="1166" h="1033">
                <a:moveTo>
                  <a:pt x="0" y="0"/>
                </a:moveTo>
                <a:lnTo>
                  <a:pt x="1166" y="0"/>
                </a:lnTo>
                <a:lnTo>
                  <a:pt x="116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000080" y="4686120"/>
            <a:ext cx="1124280" cy="371880"/>
          </a:xfrm>
          <a:custGeom>
            <a:avLst/>
            <a:gdLst/>
            <a:ahLst/>
            <a:rect l="0" t="0" r="r" b="b"/>
            <a:pathLst>
              <a:path w="3123" h="1033">
                <a:moveTo>
                  <a:pt x="0" y="0"/>
                </a:moveTo>
                <a:lnTo>
                  <a:pt x="3123" y="0"/>
                </a:lnTo>
                <a:lnTo>
                  <a:pt x="3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2124000" y="4686120"/>
            <a:ext cx="1000440" cy="371880"/>
          </a:xfrm>
          <a:custGeom>
            <a:avLst/>
            <a:gdLst/>
            <a:ahLst/>
            <a:rect l="0" t="0" r="r" b="b"/>
            <a:pathLst>
              <a:path w="2779" h="1033">
                <a:moveTo>
                  <a:pt x="0" y="0"/>
                </a:moveTo>
                <a:lnTo>
                  <a:pt x="2779" y="0"/>
                </a:lnTo>
                <a:lnTo>
                  <a:pt x="27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3124080" y="4686120"/>
            <a:ext cx="1162440" cy="371880"/>
          </a:xfrm>
          <a:custGeom>
            <a:avLst/>
            <a:gdLst/>
            <a:ahLst/>
            <a:rect l="0" t="0" r="r" b="b"/>
            <a:pathLst>
              <a:path w="3229" h="1033">
                <a:moveTo>
                  <a:pt x="0" y="0"/>
                </a:moveTo>
                <a:lnTo>
                  <a:pt x="3229" y="0"/>
                </a:lnTo>
                <a:lnTo>
                  <a:pt x="32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4286160" y="468612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5181480" y="468612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580680" y="5057640"/>
            <a:ext cx="419760" cy="371880"/>
          </a:xfrm>
          <a:custGeom>
            <a:avLst/>
            <a:gdLst/>
            <a:ahLst/>
            <a:rect l="0" t="0" r="r" b="b"/>
            <a:pathLst>
              <a:path w="1166" h="1033">
                <a:moveTo>
                  <a:pt x="0" y="0"/>
                </a:moveTo>
                <a:lnTo>
                  <a:pt x="1166" y="0"/>
                </a:lnTo>
                <a:lnTo>
                  <a:pt x="116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1000080" y="5057640"/>
            <a:ext cx="1124280" cy="371880"/>
          </a:xfrm>
          <a:custGeom>
            <a:avLst/>
            <a:gdLst/>
            <a:ahLst/>
            <a:rect l="0" t="0" r="r" b="b"/>
            <a:pathLst>
              <a:path w="3123" h="1033">
                <a:moveTo>
                  <a:pt x="0" y="0"/>
                </a:moveTo>
                <a:lnTo>
                  <a:pt x="3123" y="0"/>
                </a:lnTo>
                <a:lnTo>
                  <a:pt x="31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2124000" y="5057640"/>
            <a:ext cx="1000440" cy="371880"/>
          </a:xfrm>
          <a:custGeom>
            <a:avLst/>
            <a:gdLst/>
            <a:ahLst/>
            <a:rect l="0" t="0" r="r" b="b"/>
            <a:pathLst>
              <a:path w="2779" h="1033">
                <a:moveTo>
                  <a:pt x="0" y="0"/>
                </a:moveTo>
                <a:lnTo>
                  <a:pt x="2779" y="0"/>
                </a:lnTo>
                <a:lnTo>
                  <a:pt x="27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3124080" y="5057640"/>
            <a:ext cx="1162440" cy="371880"/>
          </a:xfrm>
          <a:custGeom>
            <a:avLst/>
            <a:gdLst/>
            <a:ahLst/>
            <a:rect l="0" t="0" r="r" b="b"/>
            <a:pathLst>
              <a:path w="3229" h="1033">
                <a:moveTo>
                  <a:pt x="0" y="0"/>
                </a:moveTo>
                <a:lnTo>
                  <a:pt x="3229" y="0"/>
                </a:lnTo>
                <a:lnTo>
                  <a:pt x="32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4286160" y="505764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5181480" y="505764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571320" y="16952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571320" y="1695240"/>
            <a:ext cx="438480" cy="10080"/>
          </a:xfrm>
          <a:custGeom>
            <a:avLst/>
            <a:gdLst/>
            <a:ahLst/>
            <a:rect l="0" t="0" r="r" b="b"/>
            <a:pathLst>
              <a:path w="1218" h="28">
                <a:moveTo>
                  <a:pt x="0" y="0"/>
                </a:moveTo>
                <a:lnTo>
                  <a:pt x="1218" y="0"/>
                </a:lnTo>
                <a:lnTo>
                  <a:pt x="12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000080" y="16952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1009440" y="1695240"/>
            <a:ext cx="1114920" cy="10080"/>
          </a:xfrm>
          <a:custGeom>
            <a:avLst/>
            <a:gdLst/>
            <a:ah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2114280" y="1695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2124000" y="1695240"/>
            <a:ext cx="1009800" cy="10080"/>
          </a:xfrm>
          <a:custGeom>
            <a:avLst/>
            <a:gdLst/>
            <a:ahLst/>
            <a:rect l="0" t="0" r="r" b="b"/>
            <a:pathLst>
              <a:path w="2805" h="28">
                <a:moveTo>
                  <a:pt x="0" y="0"/>
                </a:moveTo>
                <a:lnTo>
                  <a:pt x="2805" y="0"/>
                </a:lnTo>
                <a:lnTo>
                  <a:pt x="28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3124080" y="16952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3133440" y="1695240"/>
            <a:ext cx="1153080" cy="10080"/>
          </a:xfrm>
          <a:custGeom>
            <a:avLst/>
            <a:gdLst/>
            <a:ahLst/>
            <a:rect l="0" t="0" r="r" b="b"/>
            <a:pathLst>
              <a:path w="3203" h="28">
                <a:moveTo>
                  <a:pt x="0" y="0"/>
                </a:moveTo>
                <a:lnTo>
                  <a:pt x="3203" y="0"/>
                </a:lnTo>
                <a:lnTo>
                  <a:pt x="3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4276440" y="1695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4286160" y="1695240"/>
            <a:ext cx="905040" cy="10080"/>
          </a:xfrm>
          <a:custGeom>
            <a:avLst/>
            <a:gdLst/>
            <a:ahLst/>
            <a:rect l="0" t="0" r="r" b="b"/>
            <a:pathLst>
              <a:path w="2514" h="28">
                <a:moveTo>
                  <a:pt x="0" y="0"/>
                </a:moveTo>
                <a:lnTo>
                  <a:pt x="2514" y="0"/>
                </a:lnTo>
                <a:lnTo>
                  <a:pt x="25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5181480" y="16952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5190840" y="1695240"/>
            <a:ext cx="1371960" cy="10080"/>
          </a:xfrm>
          <a:custGeom>
            <a:avLst/>
            <a:gdLst/>
            <a:ah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6553080" y="16952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571320" y="2066760"/>
            <a:ext cx="438480" cy="9720"/>
          </a:xfrm>
          <a:custGeom>
            <a:avLst/>
            <a:gdLst/>
            <a:ahLst/>
            <a:rect l="0" t="0" r="r" b="b"/>
            <a:pathLst>
              <a:path w="1218" h="27">
                <a:moveTo>
                  <a:pt x="0" y="0"/>
                </a:moveTo>
                <a:lnTo>
                  <a:pt x="1218" y="0"/>
                </a:lnTo>
                <a:lnTo>
                  <a:pt x="12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1009440" y="206676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2124000" y="206676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3133440" y="2066760"/>
            <a:ext cx="1153080" cy="9720"/>
          </a:xfrm>
          <a:custGeom>
            <a:avLst/>
            <a:gdLst/>
            <a:ah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4286160" y="206676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5190840" y="206676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571320" y="207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1000080" y="207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2114280" y="207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3124080" y="207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4276440" y="207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5181480" y="207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6553080" y="207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571320" y="2438280"/>
            <a:ext cx="438480" cy="9720"/>
          </a:xfrm>
          <a:custGeom>
            <a:avLst/>
            <a:gdLst/>
            <a:ahLst/>
            <a:rect l="0" t="0" r="r" b="b"/>
            <a:pathLst>
              <a:path w="1218" h="27">
                <a:moveTo>
                  <a:pt x="0" y="0"/>
                </a:moveTo>
                <a:lnTo>
                  <a:pt x="1218" y="0"/>
                </a:lnTo>
                <a:lnTo>
                  <a:pt x="12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100008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009440" y="243828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211428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2124000" y="243828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312408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3133440" y="2438280"/>
            <a:ext cx="1153080" cy="9720"/>
          </a:xfrm>
          <a:custGeom>
            <a:avLst/>
            <a:gdLst/>
            <a:ah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427644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4286160" y="243828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518148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5190840" y="243828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655308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571320" y="2819160"/>
            <a:ext cx="438480" cy="10080"/>
          </a:xfrm>
          <a:custGeom>
            <a:avLst/>
            <a:gdLst/>
            <a:ahLst/>
            <a:rect l="0" t="0" r="r" b="b"/>
            <a:pathLst>
              <a:path w="1218" h="28">
                <a:moveTo>
                  <a:pt x="0" y="0"/>
                </a:moveTo>
                <a:lnTo>
                  <a:pt x="1218" y="0"/>
                </a:lnTo>
                <a:lnTo>
                  <a:pt x="12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0000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1009440" y="2819160"/>
            <a:ext cx="1114920" cy="10080"/>
          </a:xfrm>
          <a:custGeom>
            <a:avLst/>
            <a:gdLst/>
            <a:ah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211428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2124000" y="2819160"/>
            <a:ext cx="1009800" cy="10080"/>
          </a:xfrm>
          <a:custGeom>
            <a:avLst/>
            <a:gdLst/>
            <a:ahLst/>
            <a:rect l="0" t="0" r="r" b="b"/>
            <a:pathLst>
              <a:path w="2805" h="28">
                <a:moveTo>
                  <a:pt x="0" y="0"/>
                </a:moveTo>
                <a:lnTo>
                  <a:pt x="2805" y="0"/>
                </a:lnTo>
                <a:lnTo>
                  <a:pt x="28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31240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3133440" y="2819160"/>
            <a:ext cx="1153080" cy="10080"/>
          </a:xfrm>
          <a:custGeom>
            <a:avLst/>
            <a:gdLst/>
            <a:ahLst/>
            <a:rect l="0" t="0" r="r" b="b"/>
            <a:pathLst>
              <a:path w="3203" h="28">
                <a:moveTo>
                  <a:pt x="0" y="0"/>
                </a:moveTo>
                <a:lnTo>
                  <a:pt x="3203" y="0"/>
                </a:lnTo>
                <a:lnTo>
                  <a:pt x="3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427644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4286160" y="2819160"/>
            <a:ext cx="905040" cy="10080"/>
          </a:xfrm>
          <a:custGeom>
            <a:avLst/>
            <a:gdLst/>
            <a:ahLst/>
            <a:rect l="0" t="0" r="r" b="b"/>
            <a:pathLst>
              <a:path w="2514" h="28">
                <a:moveTo>
                  <a:pt x="0" y="0"/>
                </a:moveTo>
                <a:lnTo>
                  <a:pt x="2514" y="0"/>
                </a:lnTo>
                <a:lnTo>
                  <a:pt x="25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51814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5190840" y="2819160"/>
            <a:ext cx="1371960" cy="10080"/>
          </a:xfrm>
          <a:custGeom>
            <a:avLst/>
            <a:gdLst/>
            <a:ah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65530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571320" y="3190680"/>
            <a:ext cx="438480" cy="9720"/>
          </a:xfrm>
          <a:custGeom>
            <a:avLst/>
            <a:gdLst/>
            <a:ahLst/>
            <a:rect l="0" t="0" r="r" b="b"/>
            <a:pathLst>
              <a:path w="1218" h="27">
                <a:moveTo>
                  <a:pt x="0" y="0"/>
                </a:moveTo>
                <a:lnTo>
                  <a:pt x="1218" y="0"/>
                </a:lnTo>
                <a:lnTo>
                  <a:pt x="12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10000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1009440" y="319068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11428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2124000" y="319068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31240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3133440" y="3190680"/>
            <a:ext cx="1153080" cy="9720"/>
          </a:xfrm>
          <a:custGeom>
            <a:avLst/>
            <a:gdLst/>
            <a:ah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427644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4286160" y="319068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51814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5190840" y="319068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65530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571320" y="3562200"/>
            <a:ext cx="438480" cy="9720"/>
          </a:xfrm>
          <a:custGeom>
            <a:avLst/>
            <a:gdLst/>
            <a:ahLst/>
            <a:rect l="0" t="0" r="r" b="b"/>
            <a:pathLst>
              <a:path w="1218" h="27">
                <a:moveTo>
                  <a:pt x="0" y="0"/>
                </a:moveTo>
                <a:lnTo>
                  <a:pt x="1218" y="0"/>
                </a:lnTo>
                <a:lnTo>
                  <a:pt x="12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10000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1009440" y="356220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211428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2124000" y="356220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31240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133440" y="3562200"/>
            <a:ext cx="1153080" cy="9720"/>
          </a:xfrm>
          <a:custGeom>
            <a:avLst/>
            <a:gdLst/>
            <a:ah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42764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4286160" y="356220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1814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5190840" y="356220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65530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571320" y="3933720"/>
            <a:ext cx="438480" cy="9720"/>
          </a:xfrm>
          <a:custGeom>
            <a:avLst/>
            <a:gdLst/>
            <a:ahLst/>
            <a:rect l="0" t="0" r="r" b="b"/>
            <a:pathLst>
              <a:path w="1218" h="27">
                <a:moveTo>
                  <a:pt x="0" y="0"/>
                </a:moveTo>
                <a:lnTo>
                  <a:pt x="1218" y="0"/>
                </a:lnTo>
                <a:lnTo>
                  <a:pt x="12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10000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009440" y="393372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211428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2124000" y="393372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31240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3133440" y="3933720"/>
            <a:ext cx="1153080" cy="9720"/>
          </a:xfrm>
          <a:custGeom>
            <a:avLst/>
            <a:gdLst/>
            <a:ah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427644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4286160" y="393372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51814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5190840" y="393372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65530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71320" y="4305240"/>
            <a:ext cx="438480" cy="9720"/>
          </a:xfrm>
          <a:custGeom>
            <a:avLst/>
            <a:gdLst/>
            <a:ahLst/>
            <a:rect l="0" t="0" r="r" b="b"/>
            <a:pathLst>
              <a:path w="1218" h="27">
                <a:moveTo>
                  <a:pt x="0" y="0"/>
                </a:moveTo>
                <a:lnTo>
                  <a:pt x="1218" y="0"/>
                </a:lnTo>
                <a:lnTo>
                  <a:pt x="12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10000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1009440" y="430524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11428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2124000" y="430524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1240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3133440" y="4305240"/>
            <a:ext cx="1153080" cy="9720"/>
          </a:xfrm>
          <a:custGeom>
            <a:avLst/>
            <a:gdLst/>
            <a:ah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427644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4286160" y="430524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51814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5190840" y="430524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65530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571320" y="4676760"/>
            <a:ext cx="438480" cy="9720"/>
          </a:xfrm>
          <a:custGeom>
            <a:avLst/>
            <a:gdLst/>
            <a:ahLst/>
            <a:rect l="0" t="0" r="r" b="b"/>
            <a:pathLst>
              <a:path w="1218" h="27">
                <a:moveTo>
                  <a:pt x="0" y="0"/>
                </a:moveTo>
                <a:lnTo>
                  <a:pt x="1218" y="0"/>
                </a:lnTo>
                <a:lnTo>
                  <a:pt x="12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100008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1009440" y="4676760"/>
            <a:ext cx="1114920" cy="9720"/>
          </a:xfrm>
          <a:custGeom>
            <a:avLst/>
            <a:gdLst/>
            <a:ah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211428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2124000" y="467676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312408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3133440" y="4676760"/>
            <a:ext cx="1153080" cy="9720"/>
          </a:xfrm>
          <a:custGeom>
            <a:avLst/>
            <a:gdLst/>
            <a:ah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427644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4286160" y="467676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518148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5190840" y="467676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655308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571320" y="505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571320" y="5047920"/>
            <a:ext cx="438480" cy="10080"/>
          </a:xfrm>
          <a:custGeom>
            <a:avLst/>
            <a:gdLst/>
            <a:ahLst/>
            <a:rect l="0" t="0" r="r" b="b"/>
            <a:pathLst>
              <a:path w="1218" h="28">
                <a:moveTo>
                  <a:pt x="0" y="0"/>
                </a:moveTo>
                <a:lnTo>
                  <a:pt x="1218" y="0"/>
                </a:lnTo>
                <a:lnTo>
                  <a:pt x="12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1000080" y="505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1009440" y="5047920"/>
            <a:ext cx="1114920" cy="10080"/>
          </a:xfrm>
          <a:custGeom>
            <a:avLst/>
            <a:gdLst/>
            <a:ah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2114280" y="5057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2124000" y="5047920"/>
            <a:ext cx="1009800" cy="10080"/>
          </a:xfrm>
          <a:custGeom>
            <a:avLst/>
            <a:gdLst/>
            <a:ahLst/>
            <a:rect l="0" t="0" r="r" b="b"/>
            <a:pathLst>
              <a:path w="2805" h="28">
                <a:moveTo>
                  <a:pt x="0" y="0"/>
                </a:moveTo>
                <a:lnTo>
                  <a:pt x="2805" y="0"/>
                </a:lnTo>
                <a:lnTo>
                  <a:pt x="28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3124080" y="505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3133440" y="5047920"/>
            <a:ext cx="1153080" cy="10080"/>
          </a:xfrm>
          <a:custGeom>
            <a:avLst/>
            <a:gdLst/>
            <a:ahLst/>
            <a:rect l="0" t="0" r="r" b="b"/>
            <a:pathLst>
              <a:path w="3203" h="28">
                <a:moveTo>
                  <a:pt x="0" y="0"/>
                </a:moveTo>
                <a:lnTo>
                  <a:pt x="3203" y="0"/>
                </a:lnTo>
                <a:lnTo>
                  <a:pt x="3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4276440" y="5057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4286160" y="5047920"/>
            <a:ext cx="905040" cy="10080"/>
          </a:xfrm>
          <a:custGeom>
            <a:avLst/>
            <a:gdLst/>
            <a:ahLst/>
            <a:rect l="0" t="0" r="r" b="b"/>
            <a:pathLst>
              <a:path w="2514" h="28">
                <a:moveTo>
                  <a:pt x="0" y="0"/>
                </a:moveTo>
                <a:lnTo>
                  <a:pt x="2514" y="0"/>
                </a:lnTo>
                <a:lnTo>
                  <a:pt x="25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5181480" y="505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5190840" y="5047920"/>
            <a:ext cx="1371960" cy="10080"/>
          </a:xfrm>
          <a:custGeom>
            <a:avLst/>
            <a:gdLst/>
            <a:ah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6553080" y="505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571320" y="5419440"/>
            <a:ext cx="438480" cy="10080"/>
          </a:xfrm>
          <a:custGeom>
            <a:avLst/>
            <a:gdLst/>
            <a:ahLst/>
            <a:rect l="0" t="0" r="r" b="b"/>
            <a:pathLst>
              <a:path w="1218" h="28">
                <a:moveTo>
                  <a:pt x="0" y="0"/>
                </a:moveTo>
                <a:lnTo>
                  <a:pt x="1218" y="0"/>
                </a:lnTo>
                <a:lnTo>
                  <a:pt x="12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1009440" y="5419440"/>
            <a:ext cx="1114920" cy="10080"/>
          </a:xfrm>
          <a:custGeom>
            <a:avLst/>
            <a:gdLst/>
            <a:ah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2124000" y="5419440"/>
            <a:ext cx="1009800" cy="10080"/>
          </a:xfrm>
          <a:custGeom>
            <a:avLst/>
            <a:gdLst/>
            <a:ahLst/>
            <a:rect l="0" t="0" r="r" b="b"/>
            <a:pathLst>
              <a:path w="2805" h="28">
                <a:moveTo>
                  <a:pt x="0" y="0"/>
                </a:moveTo>
                <a:lnTo>
                  <a:pt x="2805" y="0"/>
                </a:lnTo>
                <a:lnTo>
                  <a:pt x="28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3133440" y="5419440"/>
            <a:ext cx="1153080" cy="10080"/>
          </a:xfrm>
          <a:custGeom>
            <a:avLst/>
            <a:gdLst/>
            <a:ahLst/>
            <a:rect l="0" t="0" r="r" b="b"/>
            <a:pathLst>
              <a:path w="3203" h="28">
                <a:moveTo>
                  <a:pt x="0" y="0"/>
                </a:moveTo>
                <a:lnTo>
                  <a:pt x="3203" y="0"/>
                </a:lnTo>
                <a:lnTo>
                  <a:pt x="3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4286160" y="5419440"/>
            <a:ext cx="905040" cy="10080"/>
          </a:xfrm>
          <a:custGeom>
            <a:avLst/>
            <a:gdLst/>
            <a:ahLst/>
            <a:rect l="0" t="0" r="r" b="b"/>
            <a:pathLst>
              <a:path w="2514" h="28">
                <a:moveTo>
                  <a:pt x="0" y="0"/>
                </a:moveTo>
                <a:lnTo>
                  <a:pt x="2514" y="0"/>
                </a:lnTo>
                <a:lnTo>
                  <a:pt x="25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5190840" y="5419440"/>
            <a:ext cx="1371960" cy="10080"/>
          </a:xfrm>
          <a:custGeom>
            <a:avLst/>
            <a:gdLst/>
            <a:ah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571320" y="1116360"/>
            <a:ext cx="55382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材质表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PBR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参数（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principled BSDF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704880" y="176148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ID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129680" y="1761480"/>
            <a:ext cx="470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Name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2250360" y="1761480"/>
            <a:ext cx="43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Color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3253680" y="1761480"/>
            <a:ext cx="897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Roughness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4412160" y="1761480"/>
            <a:ext cx="640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Metallic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5311800" y="17614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704880" y="21330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1129680" y="2133000"/>
            <a:ext cx="86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WoodFloor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2250360" y="2133000"/>
            <a:ext cx="743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#8C6B47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3253680" y="213300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0.55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4412160" y="213300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531180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704880" y="2504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129680" y="2504160"/>
            <a:ext cx="335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Wall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2250360" y="2504160"/>
            <a:ext cx="727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#EBE1D2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3253680" y="250416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0.90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4412160" y="250416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531180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704880" y="28854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1129680" y="2885400"/>
            <a:ext cx="86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LightWood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2250360" y="2885400"/>
            <a:ext cx="723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#BF9E73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3253680" y="288540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0.60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4412160" y="288540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5311800" y="2885400"/>
            <a:ext cx="86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书墙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桌⾯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704880" y="32569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1129680" y="3256920"/>
            <a:ext cx="706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Charcoal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2250360" y="3256920"/>
            <a:ext cx="723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#2E3338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3253680" y="325692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0.60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4412160" y="325692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0.05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5311800" y="3256920"/>
            <a:ext cx="86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椅⼦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柜⻔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04880" y="36284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129680" y="3628440"/>
            <a:ext cx="31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Rug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2250360" y="3628440"/>
            <a:ext cx="720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#D1BFA6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3253680" y="362844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0.95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4412160" y="362844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5311800" y="3628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704880" y="39996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129680" y="3999600"/>
            <a:ext cx="493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Fabric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2250360" y="3999600"/>
            <a:ext cx="743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#C7B394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3253680" y="399960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0.98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4412160" y="399960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5311800" y="39996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沙发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704880" y="43711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1129680" y="4371120"/>
            <a:ext cx="442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Metal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2250360" y="4371120"/>
            <a:ext cx="69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#595A61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3253680" y="437112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4412160" y="437112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0.95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5311800" y="4371120"/>
            <a:ext cx="86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桌腿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704880" y="47426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1129680" y="4742640"/>
            <a:ext cx="493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Shade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2250360" y="4742640"/>
            <a:ext cx="741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#F2D9A6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3253680" y="4742640"/>
            <a:ext cx="34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0.70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4412160" y="474264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5311800" y="4742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704880" y="5114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1129680" y="511416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Screen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2250360" y="5114160"/>
            <a:ext cx="715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#0C1A26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3253680" y="511416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4412160" y="511416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0.20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5311800" y="5114160"/>
            <a:ext cx="1205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笔记本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显示器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580680" y="188568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0"/>
                </a:moveTo>
                <a:lnTo>
                  <a:pt x="3176" y="0"/>
                </a:lnTo>
                <a:lnTo>
                  <a:pt x="31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1723680" y="188568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3276360" y="1885680"/>
            <a:ext cx="1810080" cy="371880"/>
          </a:xfrm>
          <a:custGeom>
            <a:avLst/>
            <a:gdLst/>
            <a:ahLst/>
            <a:rect l="0" t="0" r="r" b="b"/>
            <a:pathLst>
              <a:path w="5028" h="1033">
                <a:moveTo>
                  <a:pt x="0" y="0"/>
                </a:moveTo>
                <a:lnTo>
                  <a:pt x="5028" y="0"/>
                </a:lnTo>
                <a:lnTo>
                  <a:pt x="50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5086080" y="188568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580680" y="188568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0"/>
                </a:moveTo>
                <a:lnTo>
                  <a:pt x="3176" y="0"/>
                </a:lnTo>
                <a:lnTo>
                  <a:pt x="31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1723680" y="188568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3276360" y="1885680"/>
            <a:ext cx="1810080" cy="371880"/>
          </a:xfrm>
          <a:custGeom>
            <a:avLst/>
            <a:gdLst/>
            <a:ahLst/>
            <a:rect l="0" t="0" r="r" b="b"/>
            <a:pathLst>
              <a:path w="5028" h="1033">
                <a:moveTo>
                  <a:pt x="0" y="0"/>
                </a:moveTo>
                <a:lnTo>
                  <a:pt x="5028" y="0"/>
                </a:lnTo>
                <a:lnTo>
                  <a:pt x="50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5086080" y="188568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580680" y="2257200"/>
            <a:ext cx="1143360" cy="381240"/>
          </a:xfrm>
          <a:custGeom>
            <a:avLst/>
            <a:gdLst/>
            <a:ahLst/>
            <a:rect l="0" t="0" r="r" b="b"/>
            <a:pathLst>
              <a:path w="3176" h="1059">
                <a:moveTo>
                  <a:pt x="0" y="0"/>
                </a:moveTo>
                <a:lnTo>
                  <a:pt x="3176" y="0"/>
                </a:lnTo>
                <a:lnTo>
                  <a:pt x="317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1723680" y="2257200"/>
            <a:ext cx="1553040" cy="381240"/>
          </a:xfrm>
          <a:custGeom>
            <a:avLst/>
            <a:gdLst/>
            <a:ahLst/>
            <a:rect l="0" t="0" r="r" b="b"/>
            <a:pathLst>
              <a:path w="4314" h="1059">
                <a:moveTo>
                  <a:pt x="0" y="0"/>
                </a:moveTo>
                <a:lnTo>
                  <a:pt x="4314" y="0"/>
                </a:lnTo>
                <a:lnTo>
                  <a:pt x="431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3276360" y="2257200"/>
            <a:ext cx="1810080" cy="381240"/>
          </a:xfrm>
          <a:custGeom>
            <a:avLst/>
            <a:gdLst/>
            <a:ahLst/>
            <a:rect l="0" t="0" r="r" b="b"/>
            <a:pathLst>
              <a:path w="5028" h="1059">
                <a:moveTo>
                  <a:pt x="0" y="0"/>
                </a:moveTo>
                <a:lnTo>
                  <a:pt x="5028" y="0"/>
                </a:lnTo>
                <a:lnTo>
                  <a:pt x="50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5086080" y="2257200"/>
            <a:ext cx="1486440" cy="381240"/>
          </a:xfrm>
          <a:custGeom>
            <a:avLst/>
            <a:gdLst/>
            <a:ahLst/>
            <a:rect l="0" t="0" r="r" b="b"/>
            <a:pathLst>
              <a:path w="4129" h="1059">
                <a:moveTo>
                  <a:pt x="0" y="0"/>
                </a:moveTo>
                <a:lnTo>
                  <a:pt x="4129" y="0"/>
                </a:lnTo>
                <a:lnTo>
                  <a:pt x="41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580680" y="263808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0"/>
                </a:moveTo>
                <a:lnTo>
                  <a:pt x="3176" y="0"/>
                </a:lnTo>
                <a:lnTo>
                  <a:pt x="31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1723680" y="263808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3276360" y="2638080"/>
            <a:ext cx="1810080" cy="371880"/>
          </a:xfrm>
          <a:custGeom>
            <a:avLst/>
            <a:gdLst/>
            <a:ahLst/>
            <a:rect l="0" t="0" r="r" b="b"/>
            <a:pathLst>
              <a:path w="5028" h="1033">
                <a:moveTo>
                  <a:pt x="0" y="0"/>
                </a:moveTo>
                <a:lnTo>
                  <a:pt x="5028" y="0"/>
                </a:lnTo>
                <a:lnTo>
                  <a:pt x="50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5086080" y="263808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580680" y="300960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0"/>
                </a:moveTo>
                <a:lnTo>
                  <a:pt x="3176" y="0"/>
                </a:lnTo>
                <a:lnTo>
                  <a:pt x="31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1723680" y="300960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3276360" y="3009600"/>
            <a:ext cx="1810080" cy="371880"/>
          </a:xfrm>
          <a:custGeom>
            <a:avLst/>
            <a:gdLst/>
            <a:ahLst/>
            <a:rect l="0" t="0" r="r" b="b"/>
            <a:pathLst>
              <a:path w="5028" h="1033">
                <a:moveTo>
                  <a:pt x="0" y="0"/>
                </a:moveTo>
                <a:lnTo>
                  <a:pt x="5028" y="0"/>
                </a:lnTo>
                <a:lnTo>
                  <a:pt x="50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5086080" y="300960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580680" y="33811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0"/>
                </a:moveTo>
                <a:lnTo>
                  <a:pt x="3176" y="0"/>
                </a:lnTo>
                <a:lnTo>
                  <a:pt x="31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1723680" y="338112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3276360" y="3381120"/>
            <a:ext cx="1810080" cy="371880"/>
          </a:xfrm>
          <a:custGeom>
            <a:avLst/>
            <a:gdLst/>
            <a:ahLst/>
            <a:rect l="0" t="0" r="r" b="b"/>
            <a:pathLst>
              <a:path w="5028" h="1033">
                <a:moveTo>
                  <a:pt x="0" y="0"/>
                </a:moveTo>
                <a:lnTo>
                  <a:pt x="5028" y="0"/>
                </a:lnTo>
                <a:lnTo>
                  <a:pt x="50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5086080" y="338112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580680" y="375264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0"/>
                </a:moveTo>
                <a:lnTo>
                  <a:pt x="3176" y="0"/>
                </a:lnTo>
                <a:lnTo>
                  <a:pt x="31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1723680" y="375264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3276360" y="3752640"/>
            <a:ext cx="1810080" cy="371880"/>
          </a:xfrm>
          <a:custGeom>
            <a:avLst/>
            <a:gdLst/>
            <a:ahLst/>
            <a:rect l="0" t="0" r="r" b="b"/>
            <a:pathLst>
              <a:path w="5028" h="1033">
                <a:moveTo>
                  <a:pt x="0" y="0"/>
                </a:moveTo>
                <a:lnTo>
                  <a:pt x="5028" y="0"/>
                </a:lnTo>
                <a:lnTo>
                  <a:pt x="50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5086080" y="375264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580680" y="412416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0"/>
                </a:moveTo>
                <a:lnTo>
                  <a:pt x="3176" y="0"/>
                </a:lnTo>
                <a:lnTo>
                  <a:pt x="31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1723680" y="412416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3276360" y="4124160"/>
            <a:ext cx="1810080" cy="371880"/>
          </a:xfrm>
          <a:custGeom>
            <a:avLst/>
            <a:gdLst/>
            <a:ahLst/>
            <a:rect l="0" t="0" r="r" b="b"/>
            <a:pathLst>
              <a:path w="5028" h="1033">
                <a:moveTo>
                  <a:pt x="0" y="0"/>
                </a:moveTo>
                <a:lnTo>
                  <a:pt x="5028" y="0"/>
                </a:lnTo>
                <a:lnTo>
                  <a:pt x="50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5086080" y="412416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580680" y="449568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0"/>
                </a:moveTo>
                <a:lnTo>
                  <a:pt x="3176" y="0"/>
                </a:lnTo>
                <a:lnTo>
                  <a:pt x="31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1723680" y="449568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3276360" y="4495680"/>
            <a:ext cx="1810080" cy="371880"/>
          </a:xfrm>
          <a:custGeom>
            <a:avLst/>
            <a:gdLst/>
            <a:ahLst/>
            <a:rect l="0" t="0" r="r" b="b"/>
            <a:pathLst>
              <a:path w="5028" h="1033">
                <a:moveTo>
                  <a:pt x="0" y="0"/>
                </a:moveTo>
                <a:lnTo>
                  <a:pt x="5028" y="0"/>
                </a:lnTo>
                <a:lnTo>
                  <a:pt x="50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5086080" y="449568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580680" y="486720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0"/>
                </a:moveTo>
                <a:lnTo>
                  <a:pt x="3176" y="0"/>
                </a:lnTo>
                <a:lnTo>
                  <a:pt x="317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1723680" y="4867200"/>
            <a:ext cx="1553040" cy="371880"/>
          </a:xfrm>
          <a:custGeom>
            <a:avLst/>
            <a:gdLst/>
            <a:ahLst/>
            <a:rect l="0" t="0" r="r" b="b"/>
            <a:pathLst>
              <a:path w="4314" h="1033">
                <a:moveTo>
                  <a:pt x="0" y="0"/>
                </a:moveTo>
                <a:lnTo>
                  <a:pt x="4314" y="0"/>
                </a:lnTo>
                <a:lnTo>
                  <a:pt x="431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3276360" y="4867200"/>
            <a:ext cx="1810080" cy="371880"/>
          </a:xfrm>
          <a:custGeom>
            <a:avLst/>
            <a:gdLst/>
            <a:ahLst/>
            <a:rect l="0" t="0" r="r" b="b"/>
            <a:pathLst>
              <a:path w="5028" h="1033">
                <a:moveTo>
                  <a:pt x="0" y="0"/>
                </a:moveTo>
                <a:lnTo>
                  <a:pt x="5028" y="0"/>
                </a:lnTo>
                <a:lnTo>
                  <a:pt x="50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5086080" y="486720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5713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571320" y="1885680"/>
            <a:ext cx="1162440" cy="10440"/>
          </a:xfrm>
          <a:custGeom>
            <a:avLst/>
            <a:gdLst/>
            <a:ahLst/>
            <a:rect l="0" t="0" r="r" b="b"/>
            <a:pathLst>
              <a:path w="3229" h="29">
                <a:moveTo>
                  <a:pt x="0" y="0"/>
                </a:moveTo>
                <a:lnTo>
                  <a:pt x="3229" y="0"/>
                </a:lnTo>
                <a:lnTo>
                  <a:pt x="322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1723680" y="18856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733400" y="1885680"/>
            <a:ext cx="1543320" cy="10440"/>
          </a:xfrm>
          <a:custGeom>
            <a:avLst/>
            <a:gdLst/>
            <a:ahLst/>
            <a:rect l="0" t="0" r="r" b="b"/>
            <a:pathLst>
              <a:path w="4287" h="29">
                <a:moveTo>
                  <a:pt x="0" y="0"/>
                </a:moveTo>
                <a:lnTo>
                  <a:pt x="4287" y="0"/>
                </a:lnTo>
                <a:lnTo>
                  <a:pt x="4287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326700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3276360" y="1885680"/>
            <a:ext cx="1810080" cy="10440"/>
          </a:xfrm>
          <a:custGeom>
            <a:avLst/>
            <a:gdLst/>
            <a:ahLst/>
            <a:rect l="0" t="0" r="r" b="b"/>
            <a:pathLst>
              <a:path w="5028" h="29">
                <a:moveTo>
                  <a:pt x="0" y="0"/>
                </a:moveTo>
                <a:lnTo>
                  <a:pt x="5028" y="0"/>
                </a:lnTo>
                <a:lnTo>
                  <a:pt x="502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50767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5086080" y="1885680"/>
            <a:ext cx="1495800" cy="10440"/>
          </a:xfrm>
          <a:custGeom>
            <a:avLst/>
            <a:gdLst/>
            <a:ahLst/>
            <a:rect l="0" t="0" r="r" b="b"/>
            <a:pathLst>
              <a:path w="4155" h="29">
                <a:moveTo>
                  <a:pt x="0" y="0"/>
                </a:moveTo>
                <a:lnTo>
                  <a:pt x="4155" y="0"/>
                </a:lnTo>
                <a:lnTo>
                  <a:pt x="415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657216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571320" y="2257200"/>
            <a:ext cx="1162440" cy="10080"/>
          </a:xfrm>
          <a:custGeom>
            <a:avLst/>
            <a:gdLst/>
            <a:ahLst/>
            <a:rect l="0" t="0" r="r" b="b"/>
            <a:pathLst>
              <a:path w="3229" h="28">
                <a:moveTo>
                  <a:pt x="0" y="0"/>
                </a:moveTo>
                <a:lnTo>
                  <a:pt x="3229" y="0"/>
                </a:lnTo>
                <a:lnTo>
                  <a:pt x="3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1733400" y="2257200"/>
            <a:ext cx="1543320" cy="10080"/>
          </a:xfrm>
          <a:custGeom>
            <a:avLst/>
            <a:gdLst/>
            <a:ahLst/>
            <a:rect l="0" t="0" r="r" b="b"/>
            <a:pathLst>
              <a:path w="4287" h="28">
                <a:moveTo>
                  <a:pt x="0" y="0"/>
                </a:moveTo>
                <a:lnTo>
                  <a:pt x="4287" y="0"/>
                </a:lnTo>
                <a:lnTo>
                  <a:pt x="42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3276360" y="225720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5086080" y="2257200"/>
            <a:ext cx="1495800" cy="10080"/>
          </a:xfrm>
          <a:custGeom>
            <a:avLst/>
            <a:gdLst/>
            <a:ahLst/>
            <a:rect l="0" t="0" r="r" b="b"/>
            <a:pathLst>
              <a:path w="4155" h="28">
                <a:moveTo>
                  <a:pt x="0" y="0"/>
                </a:moveTo>
                <a:lnTo>
                  <a:pt x="4155" y="0"/>
                </a:lnTo>
                <a:lnTo>
                  <a:pt x="41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5713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172368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326700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50767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657216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571320" y="262872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172368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1733400" y="2628720"/>
            <a:ext cx="1543320" cy="9720"/>
          </a:xfrm>
          <a:custGeom>
            <a:avLst/>
            <a:gdLst/>
            <a:ahLst/>
            <a:rect l="0" t="0" r="r" b="b"/>
            <a:pathLst>
              <a:path w="4287" h="27">
                <a:moveTo>
                  <a:pt x="0" y="0"/>
                </a:moveTo>
                <a:lnTo>
                  <a:pt x="4287" y="0"/>
                </a:lnTo>
                <a:lnTo>
                  <a:pt x="42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326700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3276360" y="262872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50767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5086080" y="262872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657216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571320" y="300024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17236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1733400" y="3000240"/>
            <a:ext cx="1543320" cy="9720"/>
          </a:xfrm>
          <a:custGeom>
            <a:avLst/>
            <a:gdLst/>
            <a:ahLst/>
            <a:rect l="0" t="0" r="r" b="b"/>
            <a:pathLst>
              <a:path w="4287" h="27">
                <a:moveTo>
                  <a:pt x="0" y="0"/>
                </a:moveTo>
                <a:lnTo>
                  <a:pt x="4287" y="0"/>
                </a:lnTo>
                <a:lnTo>
                  <a:pt x="42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326700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3276360" y="300024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50767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5086080" y="300024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657216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571320" y="337176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17236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1733400" y="3371760"/>
            <a:ext cx="1543320" cy="9720"/>
          </a:xfrm>
          <a:custGeom>
            <a:avLst/>
            <a:gdLst/>
            <a:ahLst/>
            <a:rect l="0" t="0" r="r" b="b"/>
            <a:pathLst>
              <a:path w="4287" h="27">
                <a:moveTo>
                  <a:pt x="0" y="0"/>
                </a:moveTo>
                <a:lnTo>
                  <a:pt x="4287" y="0"/>
                </a:lnTo>
                <a:lnTo>
                  <a:pt x="42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326700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3276360" y="33717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50767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5086080" y="337176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657216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571320" y="374328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17236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1733400" y="3743280"/>
            <a:ext cx="1543320" cy="9720"/>
          </a:xfrm>
          <a:custGeom>
            <a:avLst/>
            <a:gdLst/>
            <a:ahLst/>
            <a:rect l="0" t="0" r="r" b="b"/>
            <a:pathLst>
              <a:path w="4287" h="27">
                <a:moveTo>
                  <a:pt x="0" y="0"/>
                </a:moveTo>
                <a:lnTo>
                  <a:pt x="4287" y="0"/>
                </a:lnTo>
                <a:lnTo>
                  <a:pt x="42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326700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3276360" y="374328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50767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5086080" y="374328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57216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571320" y="4114440"/>
            <a:ext cx="1162440" cy="10080"/>
          </a:xfrm>
          <a:custGeom>
            <a:avLst/>
            <a:gdLst/>
            <a:ahLst/>
            <a:rect l="0" t="0" r="r" b="b"/>
            <a:pathLst>
              <a:path w="3229" h="28">
                <a:moveTo>
                  <a:pt x="0" y="0"/>
                </a:moveTo>
                <a:lnTo>
                  <a:pt x="3229" y="0"/>
                </a:lnTo>
                <a:lnTo>
                  <a:pt x="3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17236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1733400" y="4114440"/>
            <a:ext cx="1543320" cy="10080"/>
          </a:xfrm>
          <a:custGeom>
            <a:avLst/>
            <a:gdLst/>
            <a:ahLst/>
            <a:rect l="0" t="0" r="r" b="b"/>
            <a:pathLst>
              <a:path w="4287" h="28">
                <a:moveTo>
                  <a:pt x="0" y="0"/>
                </a:moveTo>
                <a:lnTo>
                  <a:pt x="4287" y="0"/>
                </a:lnTo>
                <a:lnTo>
                  <a:pt x="42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326700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3276360" y="411444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50767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5086080" y="4114440"/>
            <a:ext cx="1495800" cy="10080"/>
          </a:xfrm>
          <a:custGeom>
            <a:avLst/>
            <a:gdLst/>
            <a:ahLst/>
            <a:rect l="0" t="0" r="r" b="b"/>
            <a:pathLst>
              <a:path w="4155" h="28">
                <a:moveTo>
                  <a:pt x="0" y="0"/>
                </a:moveTo>
                <a:lnTo>
                  <a:pt x="4155" y="0"/>
                </a:lnTo>
                <a:lnTo>
                  <a:pt x="41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657216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571320" y="4485960"/>
            <a:ext cx="1162440" cy="10080"/>
          </a:xfrm>
          <a:custGeom>
            <a:avLst/>
            <a:gdLst/>
            <a:ahLst/>
            <a:rect l="0" t="0" r="r" b="b"/>
            <a:pathLst>
              <a:path w="3229" h="28">
                <a:moveTo>
                  <a:pt x="0" y="0"/>
                </a:moveTo>
                <a:lnTo>
                  <a:pt x="3229" y="0"/>
                </a:lnTo>
                <a:lnTo>
                  <a:pt x="3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172368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1733400" y="4485960"/>
            <a:ext cx="1543320" cy="10080"/>
          </a:xfrm>
          <a:custGeom>
            <a:avLst/>
            <a:gdLst/>
            <a:ahLst/>
            <a:rect l="0" t="0" r="r" b="b"/>
            <a:pathLst>
              <a:path w="4287" h="28">
                <a:moveTo>
                  <a:pt x="0" y="0"/>
                </a:moveTo>
                <a:lnTo>
                  <a:pt x="4287" y="0"/>
                </a:lnTo>
                <a:lnTo>
                  <a:pt x="42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326700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3276360" y="448596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50767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5086080" y="4485960"/>
            <a:ext cx="1495800" cy="10080"/>
          </a:xfrm>
          <a:custGeom>
            <a:avLst/>
            <a:gdLst/>
            <a:ahLst/>
            <a:rect l="0" t="0" r="r" b="b"/>
            <a:pathLst>
              <a:path w="4155" h="28">
                <a:moveTo>
                  <a:pt x="0" y="0"/>
                </a:moveTo>
                <a:lnTo>
                  <a:pt x="4155" y="0"/>
                </a:lnTo>
                <a:lnTo>
                  <a:pt x="41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657216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5713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571320" y="486720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172368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1733400" y="4867200"/>
            <a:ext cx="1543320" cy="9720"/>
          </a:xfrm>
          <a:custGeom>
            <a:avLst/>
            <a:gdLst/>
            <a:ahLst/>
            <a:rect l="0" t="0" r="r" b="b"/>
            <a:pathLst>
              <a:path w="4287" h="27">
                <a:moveTo>
                  <a:pt x="0" y="0"/>
                </a:moveTo>
                <a:lnTo>
                  <a:pt x="4287" y="0"/>
                </a:lnTo>
                <a:lnTo>
                  <a:pt x="42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326700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3276360" y="486720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50767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5086080" y="486720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657216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571320" y="523872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1733400" y="5238720"/>
            <a:ext cx="1543320" cy="9720"/>
          </a:xfrm>
          <a:custGeom>
            <a:avLst/>
            <a:gdLst/>
            <a:ahLst/>
            <a:rect l="0" t="0" r="r" b="b"/>
            <a:pathLst>
              <a:path w="4287" h="27">
                <a:moveTo>
                  <a:pt x="0" y="0"/>
                </a:moveTo>
                <a:lnTo>
                  <a:pt x="4287" y="0"/>
                </a:lnTo>
                <a:lnTo>
                  <a:pt x="42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3276360" y="523872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5086080" y="523872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571320" y="1297440"/>
            <a:ext cx="2579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关键尺⼨（物件级）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704880" y="1951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物件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1854720" y="1951920"/>
            <a:ext cx="71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尺⼨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(m)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3403440" y="1951920"/>
            <a:ext cx="921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位置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(x,y,z)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5212440" y="1951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备注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704880" y="2323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书墙整体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1854720" y="2323440"/>
            <a:ext cx="1286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4.4 × 0.35 × 2.4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3403440" y="2323440"/>
            <a:ext cx="954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(0, 1.65, 1.2)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5212440" y="2323440"/>
            <a:ext cx="137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层搁板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底柜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704880" y="2694960"/>
            <a:ext cx="984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搁板（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×4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854720" y="2694960"/>
            <a:ext cx="1286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4.3 × 0.5 × 0.04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3403440" y="2694960"/>
            <a:ext cx="1545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z=0.5/1.05/1.6/2.15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5212440" y="2694960"/>
            <a:ext cx="94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层⾼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55 cm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704880" y="3066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854720" y="3066120"/>
            <a:ext cx="127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2.0 × 0.7 × 0.04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3403440" y="3066120"/>
            <a:ext cx="133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(-1.4, -0.5, 0.75)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521244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⿊钢脚架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704880" y="3437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1854720" y="3437640"/>
            <a:ext cx="1184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0.5 × 0.5 × 0.9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3403440" y="3437640"/>
            <a:ext cx="1308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(-1.4, -1.0, 0.45)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521244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炭⿊⽪⾰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70488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阅读沙发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1854720" y="3809160"/>
            <a:ext cx="117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0.9 × 0.8 × 0.7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3403440" y="3809160"/>
            <a:ext cx="1205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(1.5, -1.2, 0.35)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521244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亚麻包覆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704880" y="4180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854720" y="4180680"/>
            <a:ext cx="907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Ø0.36 × 1.7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3403440" y="4180680"/>
            <a:ext cx="1239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(2.3, -1.5, 0.85)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5212440" y="4180680"/>
            <a:ext cx="122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⻩铜杆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亚麻罩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704880" y="45522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⽺⽑地毯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854720" y="4552200"/>
            <a:ext cx="649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1.8 × 1.6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3403440" y="4552200"/>
            <a:ext cx="130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(1.3, -1.0, 0.005)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5212440" y="45522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阅读⻆下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704880" y="49330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1854720" y="4933080"/>
            <a:ext cx="114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0.7 × 0.4 × 1.0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3403440" y="4933080"/>
            <a:ext cx="1136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(2.0, 1.55, 0.5)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5212440" y="49330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炭⿊带⻔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580680" y="2628720"/>
            <a:ext cx="667440" cy="371880"/>
          </a:xfrm>
          <a:custGeom>
            <a:avLst/>
            <a:gdLst/>
            <a:ahLst/>
            <a:rect l="0" t="0" r="r" b="b"/>
            <a:pathLst>
              <a:path w="1854" h="1033">
                <a:moveTo>
                  <a:pt x="0" y="0"/>
                </a:moveTo>
                <a:lnTo>
                  <a:pt x="1854" y="0"/>
                </a:lnTo>
                <a:lnTo>
                  <a:pt x="18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1247760" y="2628720"/>
            <a:ext cx="1343160" cy="371880"/>
          </a:xfrm>
          <a:custGeom>
            <a:avLst/>
            <a:gdLst/>
            <a:ahLst/>
            <a:rect l="0" t="0" r="r" b="b"/>
            <a:pathLst>
              <a:path w="3731" h="1033">
                <a:moveTo>
                  <a:pt x="0" y="0"/>
                </a:moveTo>
                <a:lnTo>
                  <a:pt x="3731" y="0"/>
                </a:lnTo>
                <a:lnTo>
                  <a:pt x="37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2590560" y="2628720"/>
            <a:ext cx="1362600" cy="371880"/>
          </a:xfrm>
          <a:custGeom>
            <a:avLst/>
            <a:gdLst/>
            <a:ahLst/>
            <a:rect l="0" t="0" r="r" b="b"/>
            <a:pathLst>
              <a:path w="3785" h="1033">
                <a:moveTo>
                  <a:pt x="0" y="0"/>
                </a:moveTo>
                <a:lnTo>
                  <a:pt x="3785" y="0"/>
                </a:lnTo>
                <a:lnTo>
                  <a:pt x="37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3952800" y="262872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4714560" y="2628720"/>
            <a:ext cx="1505520" cy="371880"/>
          </a:xfrm>
          <a:custGeom>
            <a:avLst/>
            <a:gdLst/>
            <a:ahLst/>
            <a:rect l="0" t="0" r="r" b="b"/>
            <a:pathLst>
              <a:path w="4182" h="1033">
                <a:moveTo>
                  <a:pt x="0" y="0"/>
                </a:moveTo>
                <a:lnTo>
                  <a:pt x="4182" y="0"/>
                </a:lnTo>
                <a:lnTo>
                  <a:pt x="4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6219720" y="2628720"/>
            <a:ext cx="1114560" cy="371880"/>
          </a:xfrm>
          <a:custGeom>
            <a:avLst/>
            <a:gdLst/>
            <a:ahLst/>
            <a:rect l="0" t="0" r="r" b="b"/>
            <a:pathLst>
              <a:path w="3096" h="1033">
                <a:moveTo>
                  <a:pt x="0" y="0"/>
                </a:moveTo>
                <a:lnTo>
                  <a:pt x="3096" y="0"/>
                </a:lnTo>
                <a:lnTo>
                  <a:pt x="30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580680" y="2628720"/>
            <a:ext cx="667440" cy="371880"/>
          </a:xfrm>
          <a:custGeom>
            <a:avLst/>
            <a:gdLst/>
            <a:ahLst/>
            <a:rect l="0" t="0" r="r" b="b"/>
            <a:pathLst>
              <a:path w="1854" h="1033">
                <a:moveTo>
                  <a:pt x="0" y="0"/>
                </a:moveTo>
                <a:lnTo>
                  <a:pt x="1854" y="0"/>
                </a:lnTo>
                <a:lnTo>
                  <a:pt x="18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1247760" y="2628720"/>
            <a:ext cx="1343160" cy="371880"/>
          </a:xfrm>
          <a:custGeom>
            <a:avLst/>
            <a:gdLst/>
            <a:ahLst/>
            <a:rect l="0" t="0" r="r" b="b"/>
            <a:pathLst>
              <a:path w="3731" h="1033">
                <a:moveTo>
                  <a:pt x="0" y="0"/>
                </a:moveTo>
                <a:lnTo>
                  <a:pt x="3731" y="0"/>
                </a:lnTo>
                <a:lnTo>
                  <a:pt x="37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2590560" y="2628720"/>
            <a:ext cx="1362600" cy="371880"/>
          </a:xfrm>
          <a:custGeom>
            <a:avLst/>
            <a:gdLst/>
            <a:ahLst/>
            <a:rect l="0" t="0" r="r" b="b"/>
            <a:pathLst>
              <a:path w="3785" h="1033">
                <a:moveTo>
                  <a:pt x="0" y="0"/>
                </a:moveTo>
                <a:lnTo>
                  <a:pt x="3785" y="0"/>
                </a:lnTo>
                <a:lnTo>
                  <a:pt x="37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3952800" y="262872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4714560" y="2628720"/>
            <a:ext cx="1505520" cy="371880"/>
          </a:xfrm>
          <a:custGeom>
            <a:avLst/>
            <a:gdLst/>
            <a:ahLst/>
            <a:rect l="0" t="0" r="r" b="b"/>
            <a:pathLst>
              <a:path w="4182" h="1033">
                <a:moveTo>
                  <a:pt x="0" y="0"/>
                </a:moveTo>
                <a:lnTo>
                  <a:pt x="4182" y="0"/>
                </a:lnTo>
                <a:lnTo>
                  <a:pt x="4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6219720" y="2628720"/>
            <a:ext cx="1114560" cy="371880"/>
          </a:xfrm>
          <a:custGeom>
            <a:avLst/>
            <a:gdLst/>
            <a:ahLst/>
            <a:rect l="0" t="0" r="r" b="b"/>
            <a:pathLst>
              <a:path w="3096" h="1033">
                <a:moveTo>
                  <a:pt x="0" y="0"/>
                </a:moveTo>
                <a:lnTo>
                  <a:pt x="3096" y="0"/>
                </a:lnTo>
                <a:lnTo>
                  <a:pt x="30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580680" y="3000240"/>
            <a:ext cx="667440" cy="371880"/>
          </a:xfrm>
          <a:custGeom>
            <a:avLst/>
            <a:gdLst/>
            <a:ahLst/>
            <a:rect l="0" t="0" r="r" b="b"/>
            <a:pathLst>
              <a:path w="1854" h="1033">
                <a:moveTo>
                  <a:pt x="0" y="0"/>
                </a:moveTo>
                <a:lnTo>
                  <a:pt x="1854" y="0"/>
                </a:lnTo>
                <a:lnTo>
                  <a:pt x="18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1247760" y="3000240"/>
            <a:ext cx="1343160" cy="371880"/>
          </a:xfrm>
          <a:custGeom>
            <a:avLst/>
            <a:gdLst/>
            <a:ahLst/>
            <a:rect l="0" t="0" r="r" b="b"/>
            <a:pathLst>
              <a:path w="3731" h="1033">
                <a:moveTo>
                  <a:pt x="0" y="0"/>
                </a:moveTo>
                <a:lnTo>
                  <a:pt x="3731" y="0"/>
                </a:lnTo>
                <a:lnTo>
                  <a:pt x="37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2590560" y="3000240"/>
            <a:ext cx="1362600" cy="371880"/>
          </a:xfrm>
          <a:custGeom>
            <a:avLst/>
            <a:gdLst/>
            <a:ahLst/>
            <a:rect l="0" t="0" r="r" b="b"/>
            <a:pathLst>
              <a:path w="3785" h="1033">
                <a:moveTo>
                  <a:pt x="0" y="0"/>
                </a:moveTo>
                <a:lnTo>
                  <a:pt x="3785" y="0"/>
                </a:lnTo>
                <a:lnTo>
                  <a:pt x="37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3952800" y="300024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4714560" y="3000240"/>
            <a:ext cx="1505520" cy="371880"/>
          </a:xfrm>
          <a:custGeom>
            <a:avLst/>
            <a:gdLst/>
            <a:ahLst/>
            <a:rect l="0" t="0" r="r" b="b"/>
            <a:pathLst>
              <a:path w="4182" h="1033">
                <a:moveTo>
                  <a:pt x="0" y="0"/>
                </a:moveTo>
                <a:lnTo>
                  <a:pt x="4182" y="0"/>
                </a:lnTo>
                <a:lnTo>
                  <a:pt x="4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6219720" y="3000240"/>
            <a:ext cx="1114560" cy="371880"/>
          </a:xfrm>
          <a:custGeom>
            <a:avLst/>
            <a:gdLst/>
            <a:ahLst/>
            <a:rect l="0" t="0" r="r" b="b"/>
            <a:pathLst>
              <a:path w="3096" h="1033">
                <a:moveTo>
                  <a:pt x="0" y="0"/>
                </a:moveTo>
                <a:lnTo>
                  <a:pt x="3096" y="0"/>
                </a:lnTo>
                <a:lnTo>
                  <a:pt x="30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580680" y="3371760"/>
            <a:ext cx="667440" cy="371880"/>
          </a:xfrm>
          <a:custGeom>
            <a:avLst/>
            <a:gdLst/>
            <a:ahLst/>
            <a:rect l="0" t="0" r="r" b="b"/>
            <a:pathLst>
              <a:path w="1854" h="1033">
                <a:moveTo>
                  <a:pt x="0" y="0"/>
                </a:moveTo>
                <a:lnTo>
                  <a:pt x="1854" y="0"/>
                </a:lnTo>
                <a:lnTo>
                  <a:pt x="18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1247760" y="3371760"/>
            <a:ext cx="1343160" cy="371880"/>
          </a:xfrm>
          <a:custGeom>
            <a:avLst/>
            <a:gdLst/>
            <a:ahLst/>
            <a:rect l="0" t="0" r="r" b="b"/>
            <a:pathLst>
              <a:path w="3731" h="1033">
                <a:moveTo>
                  <a:pt x="0" y="0"/>
                </a:moveTo>
                <a:lnTo>
                  <a:pt x="3731" y="0"/>
                </a:lnTo>
                <a:lnTo>
                  <a:pt x="37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2590560" y="3371760"/>
            <a:ext cx="1362600" cy="371880"/>
          </a:xfrm>
          <a:custGeom>
            <a:avLst/>
            <a:gdLst/>
            <a:ahLst/>
            <a:rect l="0" t="0" r="r" b="b"/>
            <a:pathLst>
              <a:path w="3785" h="1033">
                <a:moveTo>
                  <a:pt x="0" y="0"/>
                </a:moveTo>
                <a:lnTo>
                  <a:pt x="3785" y="0"/>
                </a:lnTo>
                <a:lnTo>
                  <a:pt x="37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3952800" y="337176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4714560" y="3371760"/>
            <a:ext cx="1505520" cy="371880"/>
          </a:xfrm>
          <a:custGeom>
            <a:avLst/>
            <a:gdLst/>
            <a:ahLst/>
            <a:rect l="0" t="0" r="r" b="b"/>
            <a:pathLst>
              <a:path w="4182" h="1033">
                <a:moveTo>
                  <a:pt x="0" y="0"/>
                </a:moveTo>
                <a:lnTo>
                  <a:pt x="4182" y="0"/>
                </a:lnTo>
                <a:lnTo>
                  <a:pt x="4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6219720" y="3371760"/>
            <a:ext cx="1114560" cy="371880"/>
          </a:xfrm>
          <a:custGeom>
            <a:avLst/>
            <a:gdLst/>
            <a:ahLst/>
            <a:rect l="0" t="0" r="r" b="b"/>
            <a:pathLst>
              <a:path w="3096" h="1033">
                <a:moveTo>
                  <a:pt x="0" y="0"/>
                </a:moveTo>
                <a:lnTo>
                  <a:pt x="3096" y="0"/>
                </a:lnTo>
                <a:lnTo>
                  <a:pt x="30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580680" y="3743280"/>
            <a:ext cx="667440" cy="371520"/>
          </a:xfrm>
          <a:custGeom>
            <a:avLst/>
            <a:gdLst/>
            <a:ahLst/>
            <a:rect l="0" t="0" r="r" b="b"/>
            <a:pathLst>
              <a:path w="1854" h="1032">
                <a:moveTo>
                  <a:pt x="0" y="0"/>
                </a:moveTo>
                <a:lnTo>
                  <a:pt x="1854" y="0"/>
                </a:lnTo>
                <a:lnTo>
                  <a:pt x="1854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1247760" y="3743280"/>
            <a:ext cx="1343160" cy="371520"/>
          </a:xfrm>
          <a:custGeom>
            <a:avLst/>
            <a:gdLst/>
            <a:ahLst/>
            <a:rect l="0" t="0" r="r" b="b"/>
            <a:pathLst>
              <a:path w="3731" h="1032">
                <a:moveTo>
                  <a:pt x="0" y="0"/>
                </a:moveTo>
                <a:lnTo>
                  <a:pt x="3731" y="0"/>
                </a:lnTo>
                <a:lnTo>
                  <a:pt x="3731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2590560" y="3743280"/>
            <a:ext cx="1362600" cy="371520"/>
          </a:xfrm>
          <a:custGeom>
            <a:avLst/>
            <a:gdLst/>
            <a:ahLst/>
            <a:rect l="0" t="0" r="r" b="b"/>
            <a:pathLst>
              <a:path w="3785" h="1032">
                <a:moveTo>
                  <a:pt x="0" y="0"/>
                </a:moveTo>
                <a:lnTo>
                  <a:pt x="3785" y="0"/>
                </a:lnTo>
                <a:lnTo>
                  <a:pt x="3785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3952800" y="3743280"/>
            <a:ext cx="762120" cy="371520"/>
          </a:xfrm>
          <a:custGeom>
            <a:avLst/>
            <a:gdLst/>
            <a:ahLst/>
            <a:rect l="0" t="0" r="r" b="b"/>
            <a:pathLst>
              <a:path w="2117" h="1032">
                <a:moveTo>
                  <a:pt x="0" y="0"/>
                </a:moveTo>
                <a:lnTo>
                  <a:pt x="2117" y="0"/>
                </a:lnTo>
                <a:lnTo>
                  <a:pt x="211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4714560" y="3743280"/>
            <a:ext cx="1505520" cy="371520"/>
          </a:xfrm>
          <a:custGeom>
            <a:avLst/>
            <a:gdLst/>
            <a:ahLst/>
            <a:rect l="0" t="0" r="r" b="b"/>
            <a:pathLst>
              <a:path w="4182" h="1032">
                <a:moveTo>
                  <a:pt x="0" y="0"/>
                </a:moveTo>
                <a:lnTo>
                  <a:pt x="4182" y="0"/>
                </a:lnTo>
                <a:lnTo>
                  <a:pt x="4182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6219720" y="3743280"/>
            <a:ext cx="1114560" cy="371520"/>
          </a:xfrm>
          <a:custGeom>
            <a:avLst/>
            <a:gdLst/>
            <a:ahLst/>
            <a:rect l="0" t="0" r="r" b="b"/>
            <a:pathLst>
              <a:path w="3096" h="1032">
                <a:moveTo>
                  <a:pt x="0" y="0"/>
                </a:moveTo>
                <a:lnTo>
                  <a:pt x="3096" y="0"/>
                </a:lnTo>
                <a:lnTo>
                  <a:pt x="3096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57132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571320" y="2628720"/>
            <a:ext cx="676800" cy="9720"/>
          </a:xfrm>
          <a:custGeom>
            <a:avLst/>
            <a:gdLst/>
            <a:ahLst/>
            <a:rect l="0" t="0" r="r" b="b"/>
            <a:pathLst>
              <a:path w="1880" h="27">
                <a:moveTo>
                  <a:pt x="0" y="0"/>
                </a:moveTo>
                <a:lnTo>
                  <a:pt x="1880" y="0"/>
                </a:lnTo>
                <a:lnTo>
                  <a:pt x="1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123804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1247760" y="262872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259056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2600280" y="262872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394308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3952800" y="26287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471456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4724280" y="262872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6210000" y="262872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0" y="0"/>
                </a:moveTo>
                <a:lnTo>
                  <a:pt x="29" y="0"/>
                </a:lnTo>
                <a:lnTo>
                  <a:pt x="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6219720" y="262872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732456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571320" y="3000240"/>
            <a:ext cx="676800" cy="9720"/>
          </a:xfrm>
          <a:custGeom>
            <a:avLst/>
            <a:gdLst/>
            <a:ahLst/>
            <a:rect l="0" t="0" r="r" b="b"/>
            <a:pathLst>
              <a:path w="1880" h="27">
                <a:moveTo>
                  <a:pt x="0" y="0"/>
                </a:moveTo>
                <a:lnTo>
                  <a:pt x="1880" y="0"/>
                </a:lnTo>
                <a:lnTo>
                  <a:pt x="1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1247760" y="300024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2600280" y="300024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3952800" y="300024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4724280" y="300024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6219720" y="300024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123804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259056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39430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471456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6210000" y="300960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732456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571320" y="3371760"/>
            <a:ext cx="676800" cy="9720"/>
          </a:xfrm>
          <a:custGeom>
            <a:avLst/>
            <a:gdLst/>
            <a:ahLst/>
            <a:rect l="0" t="0" r="r" b="b"/>
            <a:pathLst>
              <a:path w="1880" h="27">
                <a:moveTo>
                  <a:pt x="0" y="0"/>
                </a:moveTo>
                <a:lnTo>
                  <a:pt x="1880" y="0"/>
                </a:lnTo>
                <a:lnTo>
                  <a:pt x="1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12380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1247760" y="337176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259056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2600280" y="337176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39430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3952800" y="337176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471456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4724280" y="337176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6210000" y="338112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6219720" y="337176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732456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571320" y="3743280"/>
            <a:ext cx="676800" cy="9720"/>
          </a:xfrm>
          <a:custGeom>
            <a:avLst/>
            <a:gdLst/>
            <a:ahLst/>
            <a:rect l="0" t="0" r="r" b="b"/>
            <a:pathLst>
              <a:path w="1880" h="27">
                <a:moveTo>
                  <a:pt x="0" y="0"/>
                </a:moveTo>
                <a:lnTo>
                  <a:pt x="1880" y="0"/>
                </a:lnTo>
                <a:lnTo>
                  <a:pt x="1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123804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1247760" y="374328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259056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2600280" y="374328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39430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3952800" y="37432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471456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4724280" y="374328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6210000" y="375264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6219720" y="374328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732456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571320" y="4114440"/>
            <a:ext cx="676800" cy="10080"/>
          </a:xfrm>
          <a:custGeom>
            <a:avLst/>
            <a:gdLst/>
            <a:ahLst/>
            <a:rect l="0" t="0" r="r" b="b"/>
            <a:pathLst>
              <a:path w="1880" h="28">
                <a:moveTo>
                  <a:pt x="0" y="0"/>
                </a:moveTo>
                <a:lnTo>
                  <a:pt x="1880" y="0"/>
                </a:lnTo>
                <a:lnTo>
                  <a:pt x="18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1247760" y="411444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2600280" y="411444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3952800" y="411444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4724280" y="4114440"/>
            <a:ext cx="1495800" cy="10080"/>
          </a:xfrm>
          <a:custGeom>
            <a:avLst/>
            <a:gdLst/>
            <a:ahLst/>
            <a:rect l="0" t="0" r="r" b="b"/>
            <a:pathLst>
              <a:path w="4155" h="28">
                <a:moveTo>
                  <a:pt x="0" y="0"/>
                </a:moveTo>
                <a:lnTo>
                  <a:pt x="4155" y="0"/>
                </a:lnTo>
                <a:lnTo>
                  <a:pt x="41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6219720" y="4114440"/>
            <a:ext cx="1114560" cy="10080"/>
          </a:xfrm>
          <a:custGeom>
            <a:avLst/>
            <a:gdLst/>
            <a:ahLst/>
            <a:rect l="0" t="0" r="r" b="b"/>
            <a:pathLst>
              <a:path w="3096" h="28">
                <a:moveTo>
                  <a:pt x="0" y="0"/>
                </a:moveTo>
                <a:lnTo>
                  <a:pt x="3096" y="0"/>
                </a:lnTo>
                <a:lnTo>
                  <a:pt x="30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571320" y="204012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灯光规划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704880" y="2694960"/>
            <a:ext cx="411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Light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1375200" y="2694960"/>
            <a:ext cx="39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Type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272124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位置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4076640" y="2694960"/>
            <a:ext cx="508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Power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4843440" y="2694960"/>
            <a:ext cx="43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Color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634428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704880" y="3066120"/>
            <a:ext cx="299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Sun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1375200" y="3066120"/>
            <a:ext cx="3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SUN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2721240" y="30661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4076640" y="3066120"/>
            <a:ext cx="250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4843440" y="3066120"/>
            <a:ext cx="1238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(1.0, 0.95, 0.85)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634428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模拟窗光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704880" y="3437640"/>
            <a:ext cx="36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Area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1375200" y="3437640"/>
            <a:ext cx="948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AREA 1×1 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2721240" y="3437640"/>
            <a:ext cx="989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(0, -1.5, 2.6)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4076640" y="3437640"/>
            <a:ext cx="273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4843440" y="3437640"/>
            <a:ext cx="1238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(1.0, 0.95, 0.85)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634428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顶棚主光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704880" y="3809160"/>
            <a:ext cx="41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Point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1375200" y="3809160"/>
            <a:ext cx="1084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POINT r=0.25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2721240" y="3809160"/>
            <a:ext cx="1094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(2.3, -1.5, 1.7)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4076640" y="380916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4843440" y="3809160"/>
            <a:ext cx="1033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(1.0, 0.8, 0.5)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6344280" y="38091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落地灯发光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571320" y="4197600"/>
            <a:ext cx="10298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现实映射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：顶灯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3000K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2700K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暖光球泡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⼯作桌局部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4000K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台灯（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未建模，可加）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47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8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6286320" y="191628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书墙深化要点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838080" y="4521240"/>
            <a:ext cx="497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结构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5.0 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跨度需中间⾄少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个⽴柱（物件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id=3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838080" y="4826160"/>
            <a:ext cx="2396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BackPanel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为整块需拆）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838080" y="5187960"/>
            <a:ext cx="515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搁板承重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：每层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 kg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（满书容量）→ ⽩橡⽊多层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628560" y="5962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4"/>
                  <a:pt x="93" y="0"/>
                  <a:pt x="107" y="0"/>
                </a:cubicBezTo>
                <a:cubicBezTo>
                  <a:pt x="121" y="0"/>
                  <a:pt x="134" y="4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838080" y="5492880"/>
            <a:ext cx="1686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mm 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⾦属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838080" y="5845320"/>
            <a:ext cx="4962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底柜⻔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：炭⿊哑光（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Charcoal material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），可选磁吸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628560" y="66290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838080" y="6150240"/>
            <a:ext cx="1387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push-to-open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838080" y="6512040"/>
            <a:ext cx="5240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背板开槽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宽缝⾛桌⾯下的线材（隐藏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67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8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6286320" y="1916280"/>
            <a:ext cx="200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阅读⻆深化要点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838080" y="4521240"/>
            <a:ext cx="5014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落地灯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：⻩铜杆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Ø24 mm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底座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Ø250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配重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838080" y="4826160"/>
            <a:ext cx="2598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LED 9W 2700K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（可调光）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838080" y="5187960"/>
            <a:ext cx="4318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地毯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100%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⽺⽑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1800×1600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628560" y="5962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4"/>
                  <a:pt x="93" y="0"/>
                  <a:pt x="107" y="0"/>
                </a:cubicBezTo>
                <a:cubicBezTo>
                  <a:pt x="121" y="0"/>
                  <a:pt x="134" y="4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838080" y="5492880"/>
            <a:ext cx="3691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room.json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1.5×1.2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，可放⼤）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838080" y="5845320"/>
            <a:ext cx="5266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沙发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：可替换为单椅（决策点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#4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）→ 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room.json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628560" y="66290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838080" y="6150240"/>
            <a:ext cx="1705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13-14 →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重渲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838080" y="6512040"/>
            <a:ext cx="5206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边⼏建议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未建模，留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cm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空隙建议加⼀⼩边⼏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576000" y="1871640"/>
            <a:ext cx="11039760" cy="3391200"/>
          </a:xfrm>
          <a:custGeom>
            <a:avLst/>
            <a:gdLst/>
            <a:ahLst/>
            <a:rect l="0" t="0" r="r" b="b"/>
            <a:pathLst>
              <a:path w="30666" h="9420">
                <a:moveTo>
                  <a:pt x="0" y="9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0"/>
                  <a:pt x="30549" y="2"/>
                </a:cubicBezTo>
                <a:cubicBezTo>
                  <a:pt x="30559" y="4"/>
                  <a:pt x="30568" y="7"/>
                  <a:pt x="30577" y="11"/>
                </a:cubicBezTo>
                <a:cubicBezTo>
                  <a:pt x="30585" y="14"/>
                  <a:pt x="30594" y="19"/>
                  <a:pt x="30602" y="24"/>
                </a:cubicBezTo>
                <a:cubicBezTo>
                  <a:pt x="30610" y="29"/>
                  <a:pt x="30617" y="35"/>
                  <a:pt x="30624" y="42"/>
                </a:cubicBezTo>
                <a:cubicBezTo>
                  <a:pt x="30631" y="49"/>
                  <a:pt x="30637" y="56"/>
                  <a:pt x="30642" y="64"/>
                </a:cubicBezTo>
                <a:cubicBezTo>
                  <a:pt x="30647" y="72"/>
                  <a:pt x="30652" y="81"/>
                  <a:pt x="30655" y="89"/>
                </a:cubicBezTo>
                <a:cubicBezTo>
                  <a:pt x="30659" y="98"/>
                  <a:pt x="30662" y="107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9274"/>
                </a:lnTo>
                <a:cubicBezTo>
                  <a:pt x="30666" y="9284"/>
                  <a:pt x="30665" y="9293"/>
                  <a:pt x="30664" y="9303"/>
                </a:cubicBezTo>
                <a:cubicBezTo>
                  <a:pt x="30662" y="9312"/>
                  <a:pt x="30659" y="9321"/>
                  <a:pt x="30655" y="9330"/>
                </a:cubicBezTo>
                <a:cubicBezTo>
                  <a:pt x="30652" y="9339"/>
                  <a:pt x="30647" y="9347"/>
                  <a:pt x="30642" y="9355"/>
                </a:cubicBezTo>
                <a:cubicBezTo>
                  <a:pt x="30637" y="9363"/>
                  <a:pt x="30631" y="9370"/>
                  <a:pt x="30624" y="9377"/>
                </a:cubicBezTo>
                <a:cubicBezTo>
                  <a:pt x="30617" y="9384"/>
                  <a:pt x="30610" y="9390"/>
                  <a:pt x="30602" y="9395"/>
                </a:cubicBezTo>
                <a:cubicBezTo>
                  <a:pt x="30594" y="9401"/>
                  <a:pt x="30585" y="9405"/>
                  <a:pt x="30577" y="9409"/>
                </a:cubicBezTo>
                <a:cubicBezTo>
                  <a:pt x="30568" y="9412"/>
                  <a:pt x="30559" y="9415"/>
                  <a:pt x="30549" y="9417"/>
                </a:cubicBezTo>
                <a:cubicBezTo>
                  <a:pt x="30540" y="9419"/>
                  <a:pt x="30530" y="9420"/>
                  <a:pt x="30521" y="9420"/>
                </a:cubicBezTo>
                <a:lnTo>
                  <a:pt x="146" y="9420"/>
                </a:lnTo>
                <a:cubicBezTo>
                  <a:pt x="136" y="9420"/>
                  <a:pt x="127" y="9419"/>
                  <a:pt x="117" y="9417"/>
                </a:cubicBezTo>
                <a:cubicBezTo>
                  <a:pt x="108" y="9415"/>
                  <a:pt x="99" y="9412"/>
                  <a:pt x="90" y="9409"/>
                </a:cubicBezTo>
                <a:cubicBezTo>
                  <a:pt x="81" y="9405"/>
                  <a:pt x="73" y="9401"/>
                  <a:pt x="65" y="9395"/>
                </a:cubicBezTo>
                <a:cubicBezTo>
                  <a:pt x="57" y="9390"/>
                  <a:pt x="50" y="9384"/>
                  <a:pt x="43" y="9377"/>
                </a:cubicBezTo>
                <a:cubicBezTo>
                  <a:pt x="36" y="9370"/>
                  <a:pt x="30" y="9363"/>
                  <a:pt x="25" y="9355"/>
                </a:cubicBezTo>
                <a:cubicBezTo>
                  <a:pt x="19" y="9347"/>
                  <a:pt x="15" y="9339"/>
                  <a:pt x="11" y="9330"/>
                </a:cubicBezTo>
                <a:cubicBezTo>
                  <a:pt x="8" y="9321"/>
                  <a:pt x="5" y="9312"/>
                  <a:pt x="3" y="9303"/>
                </a:cubicBezTo>
                <a:cubicBezTo>
                  <a:pt x="1" y="9293"/>
                  <a:pt x="0" y="9284"/>
                  <a:pt x="0" y="927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576000" y="1871640"/>
            <a:ext cx="11039760" cy="3391200"/>
          </a:xfrm>
          <a:custGeom>
            <a:avLst/>
            <a:gdLst/>
            <a:ahLst/>
            <a:rect l="0" t="0" r="r" b="b"/>
            <a:pathLst>
              <a:path w="30666" h="9420">
                <a:moveTo>
                  <a:pt x="0" y="9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0"/>
                  <a:pt x="30549" y="2"/>
                </a:cubicBezTo>
                <a:cubicBezTo>
                  <a:pt x="30559" y="4"/>
                  <a:pt x="30568" y="7"/>
                  <a:pt x="30577" y="11"/>
                </a:cubicBezTo>
                <a:cubicBezTo>
                  <a:pt x="30585" y="14"/>
                  <a:pt x="30594" y="19"/>
                  <a:pt x="30602" y="24"/>
                </a:cubicBezTo>
                <a:cubicBezTo>
                  <a:pt x="30610" y="29"/>
                  <a:pt x="30617" y="35"/>
                  <a:pt x="30624" y="42"/>
                </a:cubicBezTo>
                <a:cubicBezTo>
                  <a:pt x="30631" y="49"/>
                  <a:pt x="30637" y="56"/>
                  <a:pt x="30642" y="64"/>
                </a:cubicBezTo>
                <a:cubicBezTo>
                  <a:pt x="30647" y="72"/>
                  <a:pt x="30652" y="81"/>
                  <a:pt x="30655" y="89"/>
                </a:cubicBezTo>
                <a:cubicBezTo>
                  <a:pt x="30659" y="98"/>
                  <a:pt x="30662" y="107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9274"/>
                </a:lnTo>
                <a:cubicBezTo>
                  <a:pt x="30666" y="9284"/>
                  <a:pt x="30665" y="9293"/>
                  <a:pt x="30664" y="9303"/>
                </a:cubicBezTo>
                <a:cubicBezTo>
                  <a:pt x="30662" y="9312"/>
                  <a:pt x="30659" y="9321"/>
                  <a:pt x="30655" y="9330"/>
                </a:cubicBezTo>
                <a:cubicBezTo>
                  <a:pt x="30652" y="9339"/>
                  <a:pt x="30647" y="9347"/>
                  <a:pt x="30642" y="9355"/>
                </a:cubicBezTo>
                <a:cubicBezTo>
                  <a:pt x="30637" y="9363"/>
                  <a:pt x="30631" y="9370"/>
                  <a:pt x="30624" y="9377"/>
                </a:cubicBezTo>
                <a:cubicBezTo>
                  <a:pt x="30617" y="9384"/>
                  <a:pt x="30610" y="9390"/>
                  <a:pt x="30602" y="9395"/>
                </a:cubicBezTo>
                <a:cubicBezTo>
                  <a:pt x="30594" y="9401"/>
                  <a:pt x="30585" y="9405"/>
                  <a:pt x="30577" y="9409"/>
                </a:cubicBezTo>
                <a:cubicBezTo>
                  <a:pt x="30568" y="9412"/>
                  <a:pt x="30559" y="9415"/>
                  <a:pt x="30549" y="9417"/>
                </a:cubicBezTo>
                <a:cubicBezTo>
                  <a:pt x="30540" y="9419"/>
                  <a:pt x="30530" y="9420"/>
                  <a:pt x="30521" y="9420"/>
                </a:cubicBezTo>
                <a:lnTo>
                  <a:pt x="146" y="9420"/>
                </a:lnTo>
                <a:cubicBezTo>
                  <a:pt x="136" y="9420"/>
                  <a:pt x="127" y="9419"/>
                  <a:pt x="117" y="9417"/>
                </a:cubicBezTo>
                <a:cubicBezTo>
                  <a:pt x="108" y="9415"/>
                  <a:pt x="99" y="9412"/>
                  <a:pt x="90" y="9409"/>
                </a:cubicBezTo>
                <a:cubicBezTo>
                  <a:pt x="81" y="9405"/>
                  <a:pt x="73" y="9401"/>
                  <a:pt x="65" y="9395"/>
                </a:cubicBezTo>
                <a:cubicBezTo>
                  <a:pt x="57" y="9390"/>
                  <a:pt x="50" y="9384"/>
                  <a:pt x="43" y="9377"/>
                </a:cubicBezTo>
                <a:cubicBezTo>
                  <a:pt x="36" y="9370"/>
                  <a:pt x="30" y="9363"/>
                  <a:pt x="25" y="9355"/>
                </a:cubicBezTo>
                <a:cubicBezTo>
                  <a:pt x="19" y="9347"/>
                  <a:pt x="15" y="9339"/>
                  <a:pt x="11" y="9330"/>
                </a:cubicBezTo>
                <a:cubicBezTo>
                  <a:pt x="8" y="9321"/>
                  <a:pt x="5" y="9312"/>
                  <a:pt x="3" y="9303"/>
                </a:cubicBezTo>
                <a:cubicBezTo>
                  <a:pt x="1" y="9293"/>
                  <a:pt x="0" y="9284"/>
                  <a:pt x="0" y="927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571320" y="1278360"/>
            <a:ext cx="2500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如何修改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⼯作流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733320" y="2025360"/>
            <a:ext cx="215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947880" y="200196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改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1126080" y="202536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3D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1554840" y="2001960"/>
            <a:ext cx="1070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物体（挪家具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2623680" y="202536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/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2945520" y="200196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换材质）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733320" y="2234880"/>
            <a:ext cx="1396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vim room.json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733320" y="2435040"/>
            <a:ext cx="2899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python _render_multi.py  </a:t>
            </a:r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3628800" y="241164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重渲染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4163400" y="243504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8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4484880" y="241164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张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733320" y="2844720"/>
            <a:ext cx="215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947880" y="282096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改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1126080" y="284472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2D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1554840" y="282096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平⾯（标注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2445480" y="284472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/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2767320" y="282096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尺⼨线）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733320" y="3054240"/>
            <a:ext cx="2362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inkscape floorplan.svg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733320" y="3254040"/>
            <a:ext cx="5368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rsvg-convert -d 150 floorplan.svg -o floorplan.png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733320" y="3663720"/>
            <a:ext cx="215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947880" y="364032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改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1126080" y="366372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PPT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1554840" y="364032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（⽂字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2089440" y="366372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/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2410920" y="364032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数字）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733320" y="3873240"/>
            <a:ext cx="2040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vim decks/deck-*.md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733320" y="4073400"/>
            <a:ext cx="30063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bash scripts/build_pptx.sh .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733320" y="4483080"/>
            <a:ext cx="215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 txBox="1"/>
          <p:nvPr/>
        </p:nvSpPr>
        <p:spPr>
          <a:xfrm>
            <a:off x="947880" y="445932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改配⾊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733320" y="4692600"/>
            <a:ext cx="1933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vim moodboard.json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733320" y="4892400"/>
            <a:ext cx="3328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python scripts/gen_moodboard.py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580680" y="2238120"/>
            <a:ext cx="1324440" cy="371880"/>
          </a:xfrm>
          <a:custGeom>
            <a:avLst/>
            <a:gdLst/>
            <a:ahLst/>
            <a:rect l="0" t="0" r="r" b="b"/>
            <a:pathLst>
              <a:path w="3679" h="1033">
                <a:moveTo>
                  <a:pt x="0" y="0"/>
                </a:moveTo>
                <a:lnTo>
                  <a:pt x="3679" y="0"/>
                </a:lnTo>
                <a:lnTo>
                  <a:pt x="36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1904760" y="2238120"/>
            <a:ext cx="2619720" cy="371880"/>
          </a:xfrm>
          <a:custGeom>
            <a:avLst/>
            <a:gdLst/>
            <a:ahLst/>
            <a:rect l="0" t="0" r="r" b="b"/>
            <a:pathLst>
              <a:path w="7277" h="1033">
                <a:moveTo>
                  <a:pt x="0" y="0"/>
                </a:moveTo>
                <a:lnTo>
                  <a:pt x="7277" y="0"/>
                </a:lnTo>
                <a:lnTo>
                  <a:pt x="7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4524120" y="223812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580680" y="2238120"/>
            <a:ext cx="1324440" cy="371880"/>
          </a:xfrm>
          <a:custGeom>
            <a:avLst/>
            <a:gdLst/>
            <a:ahLst/>
            <a:rect l="0" t="0" r="r" b="b"/>
            <a:pathLst>
              <a:path w="3679" h="1033">
                <a:moveTo>
                  <a:pt x="0" y="0"/>
                </a:moveTo>
                <a:lnTo>
                  <a:pt x="3679" y="0"/>
                </a:lnTo>
                <a:lnTo>
                  <a:pt x="36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1904760" y="2238120"/>
            <a:ext cx="2619720" cy="371880"/>
          </a:xfrm>
          <a:custGeom>
            <a:avLst/>
            <a:gdLst/>
            <a:ahLst/>
            <a:rect l="0" t="0" r="r" b="b"/>
            <a:pathLst>
              <a:path w="7277" h="1033">
                <a:moveTo>
                  <a:pt x="0" y="0"/>
                </a:moveTo>
                <a:lnTo>
                  <a:pt x="7277" y="0"/>
                </a:lnTo>
                <a:lnTo>
                  <a:pt x="7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4524120" y="223812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580680" y="2609640"/>
            <a:ext cx="1324440" cy="371880"/>
          </a:xfrm>
          <a:custGeom>
            <a:avLst/>
            <a:gdLst/>
            <a:ahLst/>
            <a:rect l="0" t="0" r="r" b="b"/>
            <a:pathLst>
              <a:path w="3679" h="1033">
                <a:moveTo>
                  <a:pt x="0" y="0"/>
                </a:moveTo>
                <a:lnTo>
                  <a:pt x="3679" y="0"/>
                </a:lnTo>
                <a:lnTo>
                  <a:pt x="36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1904760" y="2609640"/>
            <a:ext cx="2619720" cy="371880"/>
          </a:xfrm>
          <a:custGeom>
            <a:avLst/>
            <a:gdLst/>
            <a:ahLst/>
            <a:rect l="0" t="0" r="r" b="b"/>
            <a:pathLst>
              <a:path w="7277" h="1033">
                <a:moveTo>
                  <a:pt x="0" y="0"/>
                </a:moveTo>
                <a:lnTo>
                  <a:pt x="7277" y="0"/>
                </a:lnTo>
                <a:lnTo>
                  <a:pt x="7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4524120" y="260964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580680" y="2981160"/>
            <a:ext cx="1324440" cy="371880"/>
          </a:xfrm>
          <a:custGeom>
            <a:avLst/>
            <a:gdLst/>
            <a:ahLst/>
            <a:rect l="0" t="0" r="r" b="b"/>
            <a:pathLst>
              <a:path w="3679" h="1033">
                <a:moveTo>
                  <a:pt x="0" y="0"/>
                </a:moveTo>
                <a:lnTo>
                  <a:pt x="3679" y="0"/>
                </a:lnTo>
                <a:lnTo>
                  <a:pt x="36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1904760" y="2981160"/>
            <a:ext cx="2619720" cy="371880"/>
          </a:xfrm>
          <a:custGeom>
            <a:avLst/>
            <a:gdLst/>
            <a:ahLst/>
            <a:rect l="0" t="0" r="r" b="b"/>
            <a:pathLst>
              <a:path w="7277" h="1033">
                <a:moveTo>
                  <a:pt x="0" y="0"/>
                </a:moveTo>
                <a:lnTo>
                  <a:pt x="7277" y="0"/>
                </a:lnTo>
                <a:lnTo>
                  <a:pt x="7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4524120" y="298116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580680" y="3352680"/>
            <a:ext cx="1324440" cy="371880"/>
          </a:xfrm>
          <a:custGeom>
            <a:avLst/>
            <a:gdLst/>
            <a:ahLst/>
            <a:rect l="0" t="0" r="r" b="b"/>
            <a:pathLst>
              <a:path w="3679" h="1033">
                <a:moveTo>
                  <a:pt x="0" y="0"/>
                </a:moveTo>
                <a:lnTo>
                  <a:pt x="3679" y="0"/>
                </a:lnTo>
                <a:lnTo>
                  <a:pt x="36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1904760" y="3352680"/>
            <a:ext cx="2619720" cy="371880"/>
          </a:xfrm>
          <a:custGeom>
            <a:avLst/>
            <a:gdLst/>
            <a:ahLst/>
            <a:rect l="0" t="0" r="r" b="b"/>
            <a:pathLst>
              <a:path w="7277" h="1033">
                <a:moveTo>
                  <a:pt x="0" y="0"/>
                </a:moveTo>
                <a:lnTo>
                  <a:pt x="7277" y="0"/>
                </a:lnTo>
                <a:lnTo>
                  <a:pt x="7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4524120" y="335268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580680" y="3724200"/>
            <a:ext cx="1324440" cy="371880"/>
          </a:xfrm>
          <a:custGeom>
            <a:avLst/>
            <a:gdLst/>
            <a:ahLst/>
            <a:rect l="0" t="0" r="r" b="b"/>
            <a:pathLst>
              <a:path w="3679" h="1033">
                <a:moveTo>
                  <a:pt x="0" y="0"/>
                </a:moveTo>
                <a:lnTo>
                  <a:pt x="3679" y="0"/>
                </a:lnTo>
                <a:lnTo>
                  <a:pt x="36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1904760" y="3724200"/>
            <a:ext cx="2619720" cy="371880"/>
          </a:xfrm>
          <a:custGeom>
            <a:avLst/>
            <a:gdLst/>
            <a:ahLst/>
            <a:rect l="0" t="0" r="r" b="b"/>
            <a:pathLst>
              <a:path w="7277" h="1033">
                <a:moveTo>
                  <a:pt x="0" y="0"/>
                </a:moveTo>
                <a:lnTo>
                  <a:pt x="7277" y="0"/>
                </a:lnTo>
                <a:lnTo>
                  <a:pt x="7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4524120" y="372420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580680" y="4095720"/>
            <a:ext cx="1324440" cy="428760"/>
          </a:xfrm>
          <a:custGeom>
            <a:avLst/>
            <a:gdLst/>
            <a:ahLst/>
            <a:rect l="0" t="0" r="r" b="b"/>
            <a:pathLst>
              <a:path w="3679" h="1191">
                <a:moveTo>
                  <a:pt x="0" y="0"/>
                </a:moveTo>
                <a:lnTo>
                  <a:pt x="3679" y="0"/>
                </a:lnTo>
                <a:lnTo>
                  <a:pt x="367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1904760" y="4095720"/>
            <a:ext cx="2619720" cy="428760"/>
          </a:xfrm>
          <a:custGeom>
            <a:avLst/>
            <a:gdLst/>
            <a:ahLst/>
            <a:rect l="0" t="0" r="r" b="b"/>
            <a:pathLst>
              <a:path w="7277" h="1191">
                <a:moveTo>
                  <a:pt x="0" y="0"/>
                </a:moveTo>
                <a:lnTo>
                  <a:pt x="7277" y="0"/>
                </a:lnTo>
                <a:lnTo>
                  <a:pt x="727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4524120" y="4095720"/>
            <a:ext cx="3905640" cy="428760"/>
          </a:xfrm>
          <a:custGeom>
            <a:avLst/>
            <a:gdLst/>
            <a:ahLst/>
            <a:rect l="0" t="0" r="r" b="b"/>
            <a:pathLst>
              <a:path w="10849" h="1191">
                <a:moveTo>
                  <a:pt x="0" y="0"/>
                </a:moveTo>
                <a:lnTo>
                  <a:pt x="10849" y="0"/>
                </a:lnTo>
                <a:lnTo>
                  <a:pt x="1084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580680" y="4524120"/>
            <a:ext cx="1324440" cy="371880"/>
          </a:xfrm>
          <a:custGeom>
            <a:avLst/>
            <a:gdLst/>
            <a:ahLst/>
            <a:rect l="0" t="0" r="r" b="b"/>
            <a:pathLst>
              <a:path w="3679" h="1033">
                <a:moveTo>
                  <a:pt x="0" y="0"/>
                </a:moveTo>
                <a:lnTo>
                  <a:pt x="3679" y="0"/>
                </a:lnTo>
                <a:lnTo>
                  <a:pt x="36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1904760" y="4524120"/>
            <a:ext cx="2619720" cy="371880"/>
          </a:xfrm>
          <a:custGeom>
            <a:avLst/>
            <a:gdLst/>
            <a:ahLst/>
            <a:rect l="0" t="0" r="r" b="b"/>
            <a:pathLst>
              <a:path w="7277" h="1033">
                <a:moveTo>
                  <a:pt x="0" y="0"/>
                </a:moveTo>
                <a:lnTo>
                  <a:pt x="7277" y="0"/>
                </a:lnTo>
                <a:lnTo>
                  <a:pt x="7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4524120" y="452412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571320" y="2228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571320" y="222876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1895400" y="2228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1904760" y="2228760"/>
            <a:ext cx="2619720" cy="9720"/>
          </a:xfrm>
          <a:custGeom>
            <a:avLst/>
            <a:gdLst/>
            <a:ah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4514760" y="2228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4524120" y="2228760"/>
            <a:ext cx="3905640" cy="9720"/>
          </a:xfrm>
          <a:custGeom>
            <a:avLst/>
            <a:gdLst/>
            <a:ahLst/>
            <a:rect l="0" t="0" r="r" b="b"/>
            <a:pathLst>
              <a:path w="10849" h="27">
                <a:moveTo>
                  <a:pt x="0" y="0"/>
                </a:moveTo>
                <a:lnTo>
                  <a:pt x="10849" y="0"/>
                </a:lnTo>
                <a:lnTo>
                  <a:pt x="108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8420040" y="2228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571320" y="260028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1904760" y="2600280"/>
            <a:ext cx="2619720" cy="9720"/>
          </a:xfrm>
          <a:custGeom>
            <a:avLst/>
            <a:gdLst/>
            <a:ah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4524120" y="2600280"/>
            <a:ext cx="3905640" cy="9720"/>
          </a:xfrm>
          <a:custGeom>
            <a:avLst/>
            <a:gdLst/>
            <a:ahLst/>
            <a:rect l="0" t="0" r="r" b="b"/>
            <a:pathLst>
              <a:path w="10849" h="27">
                <a:moveTo>
                  <a:pt x="0" y="0"/>
                </a:moveTo>
                <a:lnTo>
                  <a:pt x="10849" y="0"/>
                </a:lnTo>
                <a:lnTo>
                  <a:pt x="108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571320" y="2609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1895400" y="2609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4514760" y="2609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8420040" y="2609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571320" y="2981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571320" y="2971440"/>
            <a:ext cx="1333800" cy="10440"/>
          </a:xfrm>
          <a:custGeom>
            <a:avLst/>
            <a:gdLst/>
            <a:ahLst/>
            <a:rect l="0" t="0" r="r" b="b"/>
            <a:pathLst>
              <a:path w="3705" h="29">
                <a:moveTo>
                  <a:pt x="0" y="0"/>
                </a:moveTo>
                <a:lnTo>
                  <a:pt x="3705" y="0"/>
                </a:lnTo>
                <a:lnTo>
                  <a:pt x="370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1895400" y="2981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1904760" y="2971440"/>
            <a:ext cx="2619720" cy="10440"/>
          </a:xfrm>
          <a:custGeom>
            <a:avLst/>
            <a:gdLst/>
            <a:ahLst/>
            <a:rect l="0" t="0" r="r" b="b"/>
            <a:pathLst>
              <a:path w="7277" h="29">
                <a:moveTo>
                  <a:pt x="0" y="0"/>
                </a:moveTo>
                <a:lnTo>
                  <a:pt x="7277" y="0"/>
                </a:lnTo>
                <a:lnTo>
                  <a:pt x="7277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4514760" y="2981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4524120" y="2971440"/>
            <a:ext cx="3905640" cy="10440"/>
          </a:xfrm>
          <a:custGeom>
            <a:avLst/>
            <a:gdLst/>
            <a:ahLst/>
            <a:rect l="0" t="0" r="r" b="b"/>
            <a:pathLst>
              <a:path w="10849" h="29">
                <a:moveTo>
                  <a:pt x="0" y="0"/>
                </a:moveTo>
                <a:lnTo>
                  <a:pt x="10849" y="0"/>
                </a:lnTo>
                <a:lnTo>
                  <a:pt x="1084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8420040" y="2981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571320" y="3352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571320" y="334296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1895400" y="3352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1904760" y="334296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4514760" y="3352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4524120" y="3342960"/>
            <a:ext cx="3905640" cy="10080"/>
          </a:xfrm>
          <a:custGeom>
            <a:avLst/>
            <a:gdLst/>
            <a:ahLst/>
            <a:rect l="0" t="0" r="r" b="b"/>
            <a:pathLst>
              <a:path w="10849" h="28">
                <a:moveTo>
                  <a:pt x="0" y="0"/>
                </a:moveTo>
                <a:lnTo>
                  <a:pt x="10849" y="0"/>
                </a:lnTo>
                <a:lnTo>
                  <a:pt x="108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8420040" y="3352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571320" y="3724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571320" y="371448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1895400" y="3724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1904760" y="371448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4514760" y="3724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4524120" y="3714480"/>
            <a:ext cx="3905640" cy="10080"/>
          </a:xfrm>
          <a:custGeom>
            <a:avLst/>
            <a:gdLst/>
            <a:ahLst/>
            <a:rect l="0" t="0" r="r" b="b"/>
            <a:pathLst>
              <a:path w="10849" h="28">
                <a:moveTo>
                  <a:pt x="0" y="0"/>
                </a:moveTo>
                <a:lnTo>
                  <a:pt x="10849" y="0"/>
                </a:lnTo>
                <a:lnTo>
                  <a:pt x="108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8420040" y="3724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571320" y="409572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571320" y="408600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1895400" y="409572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1904760" y="408600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4514760" y="409572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4524120" y="4086000"/>
            <a:ext cx="3905640" cy="10080"/>
          </a:xfrm>
          <a:custGeom>
            <a:avLst/>
            <a:gdLst/>
            <a:ahLst/>
            <a:rect l="0" t="0" r="r" b="b"/>
            <a:pathLst>
              <a:path w="10849" h="28">
                <a:moveTo>
                  <a:pt x="0" y="0"/>
                </a:moveTo>
                <a:lnTo>
                  <a:pt x="10849" y="0"/>
                </a:lnTo>
                <a:lnTo>
                  <a:pt x="108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8420040" y="409572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571320" y="4524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571320" y="451476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1895400" y="4524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1904760" y="4514760"/>
            <a:ext cx="2619720" cy="9720"/>
          </a:xfrm>
          <a:custGeom>
            <a:avLst/>
            <a:gdLst/>
            <a:ah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4514760" y="4524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4524120" y="4514760"/>
            <a:ext cx="3905640" cy="9720"/>
          </a:xfrm>
          <a:custGeom>
            <a:avLst/>
            <a:gdLst/>
            <a:ahLst/>
            <a:rect l="0" t="0" r="r" b="b"/>
            <a:pathLst>
              <a:path w="10849" h="27">
                <a:moveTo>
                  <a:pt x="0" y="0"/>
                </a:moveTo>
                <a:lnTo>
                  <a:pt x="10849" y="0"/>
                </a:lnTo>
                <a:lnTo>
                  <a:pt x="108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8420040" y="4524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571320" y="488628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1904760" y="4886280"/>
            <a:ext cx="2619720" cy="9720"/>
          </a:xfrm>
          <a:custGeom>
            <a:avLst/>
            <a:gdLst/>
            <a:ah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4524120" y="4886280"/>
            <a:ext cx="3905640" cy="9720"/>
          </a:xfrm>
          <a:custGeom>
            <a:avLst/>
            <a:gdLst/>
            <a:ahLst/>
            <a:rect l="0" t="0" r="r" b="b"/>
            <a:pathLst>
              <a:path w="10849" h="27">
                <a:moveTo>
                  <a:pt x="0" y="0"/>
                </a:moveTo>
                <a:lnTo>
                  <a:pt x="10849" y="0"/>
                </a:lnTo>
                <a:lnTo>
                  <a:pt x="108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571320" y="1649880"/>
            <a:ext cx="1488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CLI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⼯具链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704880" y="2294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⼯具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2033280" y="2294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作⽤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4652280" y="2294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⽂档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704880" y="2666160"/>
            <a:ext cx="868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2033280" y="2666160"/>
            <a:ext cx="2495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headless 3D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渲染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IFC4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导出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4652280" y="2666160"/>
            <a:ext cx="1729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CLI-Anything/blender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704880" y="3037680"/>
            <a:ext cx="980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inkscape-cli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2033280" y="3037680"/>
            <a:ext cx="1829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SVG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编辑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DXF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导出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4652280" y="3037680"/>
            <a:ext cx="1841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CLI-Anything/inkscape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704880" y="3409200"/>
            <a:ext cx="106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libreoﬃce-cli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2033280" y="3409200"/>
            <a:ext cx="150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Impress/Calc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编辑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4652280" y="3409200"/>
            <a:ext cx="1928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CLI-Anything/libreoﬃce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704880" y="3780720"/>
            <a:ext cx="671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gimp-cli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2033280" y="3780720"/>
            <a:ext cx="1350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moodboard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⽣成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4652280" y="3780720"/>
            <a:ext cx="1532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CLI-Anything/gimp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704880" y="4180680"/>
            <a:ext cx="684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marp-cli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4647960" y="4162320"/>
            <a:ext cx="3648600" cy="276480"/>
          </a:xfrm>
          <a:custGeom>
            <a:avLst/>
            <a:gdLst/>
            <a:ahLst/>
            <a:rect l="0" t="0" r="r" b="b"/>
            <a:pathLst>
              <a:path w="10135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0055" y="0"/>
                </a:lnTo>
                <a:cubicBezTo>
                  <a:pt x="10066" y="0"/>
                  <a:pt x="10076" y="2"/>
                  <a:pt x="10086" y="6"/>
                </a:cubicBezTo>
                <a:cubicBezTo>
                  <a:pt x="10095" y="10"/>
                  <a:pt x="10104" y="16"/>
                  <a:pt x="10111" y="23"/>
                </a:cubicBezTo>
                <a:cubicBezTo>
                  <a:pt x="10119" y="30"/>
                  <a:pt x="10125" y="39"/>
                  <a:pt x="10129" y="49"/>
                </a:cubicBezTo>
                <a:cubicBezTo>
                  <a:pt x="10133" y="59"/>
                  <a:pt x="10135" y="69"/>
                  <a:pt x="10135" y="79"/>
                </a:cubicBezTo>
                <a:lnTo>
                  <a:pt x="10135" y="689"/>
                </a:lnTo>
                <a:cubicBezTo>
                  <a:pt x="10135" y="699"/>
                  <a:pt x="10133" y="709"/>
                  <a:pt x="10129" y="719"/>
                </a:cubicBezTo>
                <a:cubicBezTo>
                  <a:pt x="10125" y="729"/>
                  <a:pt x="10119" y="737"/>
                  <a:pt x="10111" y="745"/>
                </a:cubicBezTo>
                <a:cubicBezTo>
                  <a:pt x="10104" y="752"/>
                  <a:pt x="10095" y="758"/>
                  <a:pt x="10086" y="762"/>
                </a:cubicBezTo>
                <a:cubicBezTo>
                  <a:pt x="10076" y="766"/>
                  <a:pt x="10066" y="768"/>
                  <a:pt x="10055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2033280" y="4180680"/>
            <a:ext cx="989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MD → PPTX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4709520" y="4177440"/>
            <a:ext cx="35204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npm i -g @marp-team/marp-cli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704880" y="4580640"/>
            <a:ext cx="1053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Pascal Editor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2033280" y="4580640"/>
            <a:ext cx="101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建筑建模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4652280" y="4580640"/>
            <a:ext cx="1662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CLI-Anything/Pascal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571320" y="246672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A3B5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571320" y="2752560"/>
            <a:ext cx="11049480" cy="305280"/>
          </a:xfrm>
          <a:custGeom>
            <a:avLst/>
            <a:gdLst/>
            <a:ahLst/>
            <a:rect l="0" t="0" r="r" b="b"/>
            <a:pathLst>
              <a:path w="30693" h="848">
                <a:moveTo>
                  <a:pt x="0" y="0"/>
                </a:moveTo>
                <a:lnTo>
                  <a:pt x="30693" y="0"/>
                </a:lnTo>
                <a:lnTo>
                  <a:pt x="3069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571320" y="2752560"/>
            <a:ext cx="38520" cy="305280"/>
          </a:xfrm>
          <a:custGeom>
            <a:avLst/>
            <a:gdLst/>
            <a:ahLst/>
            <a:rect l="0" t="0" r="r" b="b"/>
            <a:pathLst>
              <a:path w="107" h="848">
                <a:moveTo>
                  <a:pt x="0" y="0"/>
                </a:moveTo>
                <a:lnTo>
                  <a:pt x="107" y="0"/>
                </a:lnTo>
                <a:lnTo>
                  <a:pt x="10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571320" y="1506600"/>
            <a:ext cx="18295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下⼀步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628560" y="33238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817560" y="2749680"/>
            <a:ext cx="17319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你来深化哪个区？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628560" y="36860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838080" y="3206880"/>
            <a:ext cx="3081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书墙节点⼤样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我出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1:20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⽴⾯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628560" y="4047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838080" y="3568680"/>
            <a:ext cx="5035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照明重排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告诉我氛围（读书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休闲主导）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628560" y="44100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838080" y="3930840"/>
            <a:ext cx="4130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替换家具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给我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SKU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，我重跑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room.json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838080" y="4292640"/>
            <a:ext cx="5000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加窗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⻔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当前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仅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⾯墙，另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⾯留给现场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571320" y="4711680"/>
            <a:ext cx="2887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→ 选哪个，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⼩时内出深化包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深化设计包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