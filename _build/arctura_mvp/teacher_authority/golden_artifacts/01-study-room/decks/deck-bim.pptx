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A6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485720" y="419076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0"/>
                </a:moveTo>
                <a:lnTo>
                  <a:pt x="4446" y="0"/>
                </a:lnTo>
                <a:lnTo>
                  <a:pt x="44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085920" y="419076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485720" y="419076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0"/>
                </a:moveTo>
                <a:lnTo>
                  <a:pt x="4446" y="0"/>
                </a:lnTo>
                <a:lnTo>
                  <a:pt x="44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3085920" y="419076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905400" cy="371880"/>
          </a:xfrm>
          <a:custGeom>
            <a:avLst/>
            <a:gdLst/>
            <a:ahLst/>
            <a:rect l="0" t="0" r="r" b="b"/>
            <a:pathLst>
              <a:path w="2515" h="1033">
                <a:moveTo>
                  <a:pt x="0" y="0"/>
                </a:moveTo>
                <a:lnTo>
                  <a:pt x="2515" y="0"/>
                </a:lnTo>
                <a:lnTo>
                  <a:pt x="25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485720" y="456228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0"/>
                </a:moveTo>
                <a:lnTo>
                  <a:pt x="4446" y="0"/>
                </a:lnTo>
                <a:lnTo>
                  <a:pt x="44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3085920" y="456228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924120" cy="9720"/>
          </a:xfrm>
          <a:custGeom>
            <a:avLst/>
            <a:gdLst/>
            <a:ahLst/>
            <a:rect l="0" t="0" r="r" b="b"/>
            <a:pathLst>
              <a:path w="2567" h="27">
                <a:moveTo>
                  <a:pt x="0" y="0"/>
                </a:moveTo>
                <a:lnTo>
                  <a:pt x="2567" y="0"/>
                </a:lnTo>
                <a:lnTo>
                  <a:pt x="25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4857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495080" y="418140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07656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085920" y="418140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18140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924120" cy="9720"/>
          </a:xfrm>
          <a:custGeom>
            <a:avLst/>
            <a:gdLst/>
            <a:ahLst/>
            <a:rect l="0" t="0" r="r" b="b"/>
            <a:pathLst>
              <a:path w="2567" h="27">
                <a:moveTo>
                  <a:pt x="0" y="0"/>
                </a:moveTo>
                <a:lnTo>
                  <a:pt x="2567" y="0"/>
                </a:lnTo>
                <a:lnTo>
                  <a:pt x="25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495080" y="455292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085920" y="455292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4857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07656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18140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924120" cy="10080"/>
          </a:xfrm>
          <a:custGeom>
            <a:avLst/>
            <a:gdLst/>
            <a:ahLst/>
            <a:rect l="0" t="0" r="r" b="b"/>
            <a:pathLst>
              <a:path w="2567" h="28">
                <a:moveTo>
                  <a:pt x="0" y="0"/>
                </a:moveTo>
                <a:lnTo>
                  <a:pt x="2567" y="0"/>
                </a:lnTo>
                <a:lnTo>
                  <a:pt x="25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495080" y="4924080"/>
            <a:ext cx="1591200" cy="10080"/>
          </a:xfrm>
          <a:custGeom>
            <a:avLst/>
            <a:gdLst/>
            <a:ahLst/>
            <a:rect l="0" t="0" r="r" b="b"/>
            <a:pathLst>
              <a:path w="4420" h="28">
                <a:moveTo>
                  <a:pt x="0" y="0"/>
                </a:moveTo>
                <a:lnTo>
                  <a:pt x="4420" y="0"/>
                </a:lnTo>
                <a:lnTo>
                  <a:pt x="4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3085920" y="492408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66506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协同包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330876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+ Fallback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多格式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2836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⼯程师 的协同说明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615680" y="4247280"/>
            <a:ext cx="58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214440" y="4247280"/>
            <a:ext cx="842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IfcProduct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36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15680" y="4618800"/>
            <a:ext cx="1336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Study20sqm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214440" y="4618800"/>
            <a:ext cx="27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76000" y="2357280"/>
            <a:ext cx="11039760" cy="1953000"/>
          </a:xfrm>
          <a:custGeom>
            <a:avLst/>
            <a:gdLst/>
            <a:ahLst/>
            <a:rect l="0" t="0" r="r" b="b"/>
            <a:pathLst>
              <a:path w="30666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279"/>
                </a:lnTo>
                <a:cubicBezTo>
                  <a:pt x="30666" y="5289"/>
                  <a:pt x="30665" y="5298"/>
                  <a:pt x="30664" y="5308"/>
                </a:cubicBezTo>
                <a:cubicBezTo>
                  <a:pt x="30662" y="5317"/>
                  <a:pt x="30659" y="5326"/>
                  <a:pt x="30655" y="5335"/>
                </a:cubicBezTo>
                <a:cubicBezTo>
                  <a:pt x="30652" y="5344"/>
                  <a:pt x="30647" y="5352"/>
                  <a:pt x="30642" y="5360"/>
                </a:cubicBezTo>
                <a:cubicBezTo>
                  <a:pt x="30637" y="5368"/>
                  <a:pt x="30631" y="5376"/>
                  <a:pt x="30624" y="5382"/>
                </a:cubicBezTo>
                <a:cubicBezTo>
                  <a:pt x="30617" y="5389"/>
                  <a:pt x="30610" y="5395"/>
                  <a:pt x="30602" y="5400"/>
                </a:cubicBezTo>
                <a:cubicBezTo>
                  <a:pt x="30594" y="5406"/>
                  <a:pt x="30585" y="5410"/>
                  <a:pt x="30577" y="5414"/>
                </a:cubicBezTo>
                <a:cubicBezTo>
                  <a:pt x="30568" y="5417"/>
                  <a:pt x="30559" y="5420"/>
                  <a:pt x="30549" y="5422"/>
                </a:cubicBezTo>
                <a:cubicBezTo>
                  <a:pt x="30540" y="5424"/>
                  <a:pt x="30530" y="5425"/>
                  <a:pt x="30521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7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6"/>
                  <a:pt x="30" y="5368"/>
                  <a:pt x="25" y="5360"/>
                </a:cubicBezTo>
                <a:cubicBezTo>
                  <a:pt x="19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76000" y="2357280"/>
            <a:ext cx="11039760" cy="1953000"/>
          </a:xfrm>
          <a:custGeom>
            <a:avLst/>
            <a:gdLst/>
            <a:ahLst/>
            <a:rect l="0" t="0" r="r" b="b"/>
            <a:pathLst>
              <a:path w="30666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279"/>
                </a:lnTo>
                <a:cubicBezTo>
                  <a:pt x="30666" y="5289"/>
                  <a:pt x="30665" y="5298"/>
                  <a:pt x="30664" y="5308"/>
                </a:cubicBezTo>
                <a:cubicBezTo>
                  <a:pt x="30662" y="5317"/>
                  <a:pt x="30659" y="5326"/>
                  <a:pt x="30655" y="5335"/>
                </a:cubicBezTo>
                <a:cubicBezTo>
                  <a:pt x="30652" y="5344"/>
                  <a:pt x="30647" y="5352"/>
                  <a:pt x="30642" y="5360"/>
                </a:cubicBezTo>
                <a:cubicBezTo>
                  <a:pt x="30637" y="5368"/>
                  <a:pt x="30631" y="5376"/>
                  <a:pt x="30624" y="5382"/>
                </a:cubicBezTo>
                <a:cubicBezTo>
                  <a:pt x="30617" y="5389"/>
                  <a:pt x="30610" y="5395"/>
                  <a:pt x="30602" y="5400"/>
                </a:cubicBezTo>
                <a:cubicBezTo>
                  <a:pt x="30594" y="5406"/>
                  <a:pt x="30585" y="5410"/>
                  <a:pt x="30577" y="5414"/>
                </a:cubicBezTo>
                <a:cubicBezTo>
                  <a:pt x="30568" y="5417"/>
                  <a:pt x="30559" y="5420"/>
                  <a:pt x="30549" y="5422"/>
                </a:cubicBezTo>
                <a:cubicBezTo>
                  <a:pt x="30540" y="5424"/>
                  <a:pt x="30530" y="5425"/>
                  <a:pt x="30521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7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6"/>
                  <a:pt x="30" y="5368"/>
                  <a:pt x="25" y="5360"/>
                </a:cubicBezTo>
                <a:cubicBezTo>
                  <a:pt x="19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71320" y="1773720"/>
            <a:ext cx="2558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IFC4 Schema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概览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33320" y="2511360"/>
            <a:ext cx="3650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Schema     : IFC4 (ISO 16739:2017)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33320" y="272088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Project    :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127600" y="269712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极简书房改造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196080" y="2720880"/>
            <a:ext cx="1718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v1 (Study20sqm)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33320" y="292068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Site       :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127600" y="2897280"/>
            <a:ext cx="1248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住宅套内，单室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33320" y="3130200"/>
            <a:ext cx="2362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Building   : 1-storey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092760" y="31068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住宅套房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33320" y="3330360"/>
            <a:ext cx="51534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Storey     : F1 · elevation 0.0 m · height 2.8 m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33320" y="3539880"/>
            <a:ext cx="3328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Units      : SI (METRE, DEGREE)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33320" y="3740040"/>
            <a:ext cx="2469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Coordinate : Local, +X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199680" y="371628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朝东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556080" y="374004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, +Y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092120" y="371628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朝北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33320" y="3949560"/>
            <a:ext cx="536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Source     : room.json → blender-cli → IFC4 export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66480" y="4476600"/>
            <a:ext cx="1257840" cy="276480"/>
          </a:xfrm>
          <a:custGeom>
            <a:avLst/>
            <a:gdLst/>
            <a:ahLst/>
            <a:rect l="0" t="0" r="r" b="b"/>
            <a:pathLst>
              <a:path w="3494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415" y="0"/>
                </a:lnTo>
                <a:cubicBezTo>
                  <a:pt x="3425" y="0"/>
                  <a:pt x="3435" y="2"/>
                  <a:pt x="3445" y="6"/>
                </a:cubicBezTo>
                <a:cubicBezTo>
                  <a:pt x="3455" y="10"/>
                  <a:pt x="3463" y="16"/>
                  <a:pt x="3471" y="23"/>
                </a:cubicBezTo>
                <a:cubicBezTo>
                  <a:pt x="3478" y="31"/>
                  <a:pt x="3484" y="39"/>
                  <a:pt x="3488" y="49"/>
                </a:cubicBezTo>
                <a:cubicBezTo>
                  <a:pt x="3492" y="59"/>
                  <a:pt x="3494" y="69"/>
                  <a:pt x="3494" y="79"/>
                </a:cubicBezTo>
                <a:lnTo>
                  <a:pt x="3494" y="689"/>
                </a:lnTo>
                <a:cubicBezTo>
                  <a:pt x="3494" y="699"/>
                  <a:pt x="3492" y="709"/>
                  <a:pt x="3488" y="719"/>
                </a:cubicBezTo>
                <a:cubicBezTo>
                  <a:pt x="3484" y="729"/>
                  <a:pt x="3478" y="738"/>
                  <a:pt x="3471" y="745"/>
                </a:cubicBezTo>
                <a:cubicBezTo>
                  <a:pt x="3463" y="752"/>
                  <a:pt x="3455" y="758"/>
                  <a:pt x="3445" y="762"/>
                </a:cubicBezTo>
                <a:cubicBezTo>
                  <a:pt x="3435" y="766"/>
                  <a:pt x="3425" y="768"/>
                  <a:pt x="341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1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71320" y="4464000"/>
            <a:ext cx="696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数据源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326960" y="449172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519640" y="4464000"/>
            <a:ext cx="7371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是权威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single-source-of-truth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，任何修改优先在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JSON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调整后重出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42920" y="3412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2"/>
                </a:cubicBezTo>
                <a:cubicBezTo>
                  <a:pt x="1272" y="10202"/>
                  <a:pt x="1295" y="10218"/>
                  <a:pt x="1321" y="10228"/>
                </a:cubicBezTo>
                <a:cubicBezTo>
                  <a:pt x="1347" y="10239"/>
                  <a:pt x="1374" y="10244"/>
                  <a:pt x="1402" y="10244"/>
                </a:cubicBezTo>
                <a:lnTo>
                  <a:pt x="15796" y="10244"/>
                </a:lnTo>
                <a:cubicBezTo>
                  <a:pt x="15824" y="10244"/>
                  <a:pt x="15851" y="10239"/>
                  <a:pt x="15877" y="10228"/>
                </a:cubicBezTo>
                <a:cubicBezTo>
                  <a:pt x="15903" y="10218"/>
                  <a:pt x="15926" y="10202"/>
                  <a:pt x="15946" y="10182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5"/>
                </a:cubicBezTo>
                <a:cubicBezTo>
                  <a:pt x="15926" y="1025"/>
                  <a:pt x="15903" y="1010"/>
                  <a:pt x="15877" y="999"/>
                </a:cubicBezTo>
                <a:cubicBezTo>
                  <a:pt x="15851" y="988"/>
                  <a:pt x="15824" y="983"/>
                  <a:pt x="15796" y="983"/>
                </a:cubicBezTo>
                <a:lnTo>
                  <a:pt x="1402" y="983"/>
                </a:lnTo>
                <a:cubicBezTo>
                  <a:pt x="1374" y="983"/>
                  <a:pt x="1347" y="988"/>
                  <a:pt x="1321" y="999"/>
                </a:cubicBezTo>
                <a:cubicBezTo>
                  <a:pt x="1295" y="1010"/>
                  <a:pt x="1272" y="1025"/>
                  <a:pt x="1252" y="1045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571320" y="69516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576000" y="4576680"/>
            <a:ext cx="5324760" cy="1143360"/>
          </a:xfrm>
          <a:custGeom>
            <a:avLst/>
            <a:gdLst/>
            <a:ahLst/>
            <a:rect l="0" t="0" r="r" b="b"/>
            <a:pathLst>
              <a:path w="14791" h="3176">
                <a:moveTo>
                  <a:pt x="0" y="30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646" y="0"/>
                </a:lnTo>
                <a:cubicBezTo>
                  <a:pt x="14655" y="0"/>
                  <a:pt x="14665" y="1"/>
                  <a:pt x="14674" y="3"/>
                </a:cubicBezTo>
                <a:cubicBezTo>
                  <a:pt x="14684" y="4"/>
                  <a:pt x="14693" y="7"/>
                  <a:pt x="14702" y="11"/>
                </a:cubicBezTo>
                <a:cubicBezTo>
                  <a:pt x="14710" y="14"/>
                  <a:pt x="14719" y="19"/>
                  <a:pt x="14727" y="24"/>
                </a:cubicBezTo>
                <a:cubicBezTo>
                  <a:pt x="14735" y="30"/>
                  <a:pt x="14742" y="36"/>
                  <a:pt x="14749" y="42"/>
                </a:cubicBezTo>
                <a:cubicBezTo>
                  <a:pt x="14756" y="49"/>
                  <a:pt x="14762" y="56"/>
                  <a:pt x="14767" y="64"/>
                </a:cubicBezTo>
                <a:cubicBezTo>
                  <a:pt x="14772" y="72"/>
                  <a:pt x="14777" y="81"/>
                  <a:pt x="14780" y="90"/>
                </a:cubicBezTo>
                <a:cubicBezTo>
                  <a:pt x="14784" y="98"/>
                  <a:pt x="14787" y="107"/>
                  <a:pt x="14789" y="117"/>
                </a:cubicBezTo>
                <a:cubicBezTo>
                  <a:pt x="14791" y="126"/>
                  <a:pt x="14791" y="136"/>
                  <a:pt x="14791" y="145"/>
                </a:cubicBezTo>
                <a:lnTo>
                  <a:pt x="14791" y="3030"/>
                </a:lnTo>
                <a:cubicBezTo>
                  <a:pt x="14791" y="3040"/>
                  <a:pt x="14791" y="3049"/>
                  <a:pt x="14789" y="3059"/>
                </a:cubicBezTo>
                <a:cubicBezTo>
                  <a:pt x="14787" y="3068"/>
                  <a:pt x="14784" y="3077"/>
                  <a:pt x="14780" y="3086"/>
                </a:cubicBezTo>
                <a:cubicBezTo>
                  <a:pt x="14777" y="3095"/>
                  <a:pt x="14772" y="3103"/>
                  <a:pt x="14767" y="3111"/>
                </a:cubicBezTo>
                <a:cubicBezTo>
                  <a:pt x="14762" y="3119"/>
                  <a:pt x="14756" y="3126"/>
                  <a:pt x="14749" y="3133"/>
                </a:cubicBezTo>
                <a:cubicBezTo>
                  <a:pt x="14742" y="3140"/>
                  <a:pt x="14735" y="3146"/>
                  <a:pt x="14727" y="3151"/>
                </a:cubicBezTo>
                <a:cubicBezTo>
                  <a:pt x="14719" y="3157"/>
                  <a:pt x="14710" y="3161"/>
                  <a:pt x="14702" y="3165"/>
                </a:cubicBezTo>
                <a:cubicBezTo>
                  <a:pt x="14693" y="3168"/>
                  <a:pt x="14684" y="3171"/>
                  <a:pt x="14674" y="3173"/>
                </a:cubicBezTo>
                <a:cubicBezTo>
                  <a:pt x="14665" y="3175"/>
                  <a:pt x="14655" y="3176"/>
                  <a:pt x="14646" y="3176"/>
                </a:cubicBezTo>
                <a:lnTo>
                  <a:pt x="146" y="3176"/>
                </a:lnTo>
                <a:cubicBezTo>
                  <a:pt x="136" y="3176"/>
                  <a:pt x="127" y="3175"/>
                  <a:pt x="117" y="3173"/>
                </a:cubicBezTo>
                <a:cubicBezTo>
                  <a:pt x="108" y="3171"/>
                  <a:pt x="99" y="3168"/>
                  <a:pt x="90" y="3165"/>
                </a:cubicBezTo>
                <a:cubicBezTo>
                  <a:pt x="81" y="3161"/>
                  <a:pt x="73" y="3157"/>
                  <a:pt x="65" y="3151"/>
                </a:cubicBezTo>
                <a:cubicBezTo>
                  <a:pt x="57" y="3146"/>
                  <a:pt x="50" y="3140"/>
                  <a:pt x="43" y="3133"/>
                </a:cubicBezTo>
                <a:cubicBezTo>
                  <a:pt x="36" y="3126"/>
                  <a:pt x="30" y="3119"/>
                  <a:pt x="25" y="3111"/>
                </a:cubicBezTo>
                <a:cubicBezTo>
                  <a:pt x="19" y="3103"/>
                  <a:pt x="15" y="3095"/>
                  <a:pt x="11" y="3086"/>
                </a:cubicBezTo>
                <a:cubicBezTo>
                  <a:pt x="8" y="3077"/>
                  <a:pt x="5" y="3068"/>
                  <a:pt x="3" y="3059"/>
                </a:cubicBezTo>
                <a:cubicBezTo>
                  <a:pt x="1" y="3049"/>
                  <a:pt x="0" y="3040"/>
                  <a:pt x="0" y="303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76000" y="4576680"/>
            <a:ext cx="5324760" cy="1143360"/>
          </a:xfrm>
          <a:custGeom>
            <a:avLst/>
            <a:gdLst/>
            <a:ahLst/>
            <a:rect l="0" t="0" r="r" b="b"/>
            <a:pathLst>
              <a:path w="14791" h="3176">
                <a:moveTo>
                  <a:pt x="0" y="30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646" y="0"/>
                </a:lnTo>
                <a:cubicBezTo>
                  <a:pt x="14655" y="0"/>
                  <a:pt x="14665" y="1"/>
                  <a:pt x="14674" y="3"/>
                </a:cubicBezTo>
                <a:cubicBezTo>
                  <a:pt x="14684" y="4"/>
                  <a:pt x="14693" y="7"/>
                  <a:pt x="14702" y="11"/>
                </a:cubicBezTo>
                <a:cubicBezTo>
                  <a:pt x="14710" y="14"/>
                  <a:pt x="14719" y="19"/>
                  <a:pt x="14727" y="24"/>
                </a:cubicBezTo>
                <a:cubicBezTo>
                  <a:pt x="14735" y="30"/>
                  <a:pt x="14742" y="36"/>
                  <a:pt x="14749" y="42"/>
                </a:cubicBezTo>
                <a:cubicBezTo>
                  <a:pt x="14756" y="49"/>
                  <a:pt x="14762" y="56"/>
                  <a:pt x="14767" y="64"/>
                </a:cubicBezTo>
                <a:cubicBezTo>
                  <a:pt x="14772" y="72"/>
                  <a:pt x="14777" y="81"/>
                  <a:pt x="14780" y="90"/>
                </a:cubicBezTo>
                <a:cubicBezTo>
                  <a:pt x="14784" y="98"/>
                  <a:pt x="14787" y="107"/>
                  <a:pt x="14789" y="117"/>
                </a:cubicBezTo>
                <a:cubicBezTo>
                  <a:pt x="14791" y="126"/>
                  <a:pt x="14791" y="136"/>
                  <a:pt x="14791" y="145"/>
                </a:cubicBezTo>
                <a:lnTo>
                  <a:pt x="14791" y="3030"/>
                </a:lnTo>
                <a:cubicBezTo>
                  <a:pt x="14791" y="3040"/>
                  <a:pt x="14791" y="3049"/>
                  <a:pt x="14789" y="3059"/>
                </a:cubicBezTo>
                <a:cubicBezTo>
                  <a:pt x="14787" y="3068"/>
                  <a:pt x="14784" y="3077"/>
                  <a:pt x="14780" y="3086"/>
                </a:cubicBezTo>
                <a:cubicBezTo>
                  <a:pt x="14777" y="3095"/>
                  <a:pt x="14772" y="3103"/>
                  <a:pt x="14767" y="3111"/>
                </a:cubicBezTo>
                <a:cubicBezTo>
                  <a:pt x="14762" y="3119"/>
                  <a:pt x="14756" y="3126"/>
                  <a:pt x="14749" y="3133"/>
                </a:cubicBezTo>
                <a:cubicBezTo>
                  <a:pt x="14742" y="3140"/>
                  <a:pt x="14735" y="3146"/>
                  <a:pt x="14727" y="3151"/>
                </a:cubicBezTo>
                <a:cubicBezTo>
                  <a:pt x="14719" y="3157"/>
                  <a:pt x="14710" y="3161"/>
                  <a:pt x="14702" y="3165"/>
                </a:cubicBezTo>
                <a:cubicBezTo>
                  <a:pt x="14693" y="3168"/>
                  <a:pt x="14684" y="3171"/>
                  <a:pt x="14674" y="3173"/>
                </a:cubicBezTo>
                <a:cubicBezTo>
                  <a:pt x="14665" y="3175"/>
                  <a:pt x="14655" y="3176"/>
                  <a:pt x="14646" y="3176"/>
                </a:cubicBezTo>
                <a:lnTo>
                  <a:pt x="146" y="3176"/>
                </a:lnTo>
                <a:cubicBezTo>
                  <a:pt x="136" y="3176"/>
                  <a:pt x="127" y="3175"/>
                  <a:pt x="117" y="3173"/>
                </a:cubicBezTo>
                <a:cubicBezTo>
                  <a:pt x="108" y="3171"/>
                  <a:pt x="99" y="3168"/>
                  <a:pt x="90" y="3165"/>
                </a:cubicBezTo>
                <a:cubicBezTo>
                  <a:pt x="81" y="3161"/>
                  <a:pt x="73" y="3157"/>
                  <a:pt x="65" y="3151"/>
                </a:cubicBezTo>
                <a:cubicBezTo>
                  <a:pt x="57" y="3146"/>
                  <a:pt x="50" y="3140"/>
                  <a:pt x="43" y="3133"/>
                </a:cubicBezTo>
                <a:cubicBezTo>
                  <a:pt x="36" y="3126"/>
                  <a:pt x="30" y="3119"/>
                  <a:pt x="25" y="3111"/>
                </a:cubicBezTo>
                <a:cubicBezTo>
                  <a:pt x="19" y="3103"/>
                  <a:pt x="15" y="3095"/>
                  <a:pt x="11" y="3086"/>
                </a:cubicBezTo>
                <a:cubicBezTo>
                  <a:pt x="8" y="3077"/>
                  <a:pt x="5" y="3068"/>
                  <a:pt x="3" y="3059"/>
                </a:cubicBezTo>
                <a:cubicBezTo>
                  <a:pt x="1" y="3049"/>
                  <a:pt x="0" y="3040"/>
                  <a:pt x="0" y="303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286320" y="2135520"/>
            <a:ext cx="3363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IfcProduct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拆分统计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(v1)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33320" y="4731120"/>
            <a:ext cx="26744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IfcSlab           × 1   (Floor)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33320" y="4899960"/>
            <a:ext cx="37954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IfcWall           × 2   (BackWall, LeftWall)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33320" y="5061240"/>
            <a:ext cx="2156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IfcFurniture      × 17 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892600" y="5042160"/>
            <a:ext cx="287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书墙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179520" y="506124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438720" y="5042160"/>
            <a:ext cx="573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⼯作桌椅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012560" y="506124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271760" y="5042160"/>
            <a:ext cx="287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沙发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558680" y="506124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817520" y="5042160"/>
            <a:ext cx="287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储物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104440" y="506124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363640" y="5042160"/>
            <a:ext cx="287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电⼦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650560" y="5061240"/>
            <a:ext cx="1429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33320" y="5229720"/>
            <a:ext cx="39679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IfcLightFixture   × 2   (LampPole + LampShade)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33320" y="5391000"/>
            <a:ext cx="2156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IfcSpace          × 4  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892600" y="5371920"/>
            <a:ext cx="430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书墙区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323160" y="539100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/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582000" y="5371920"/>
            <a:ext cx="430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⼯作区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012560" y="539100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/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271760" y="5371920"/>
            <a:ext cx="430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701960" y="5391000"/>
            <a:ext cx="259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/ 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961160" y="5371920"/>
            <a:ext cx="430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3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储物⻆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391360" y="5391000"/>
            <a:ext cx="1429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286320" y="4807080"/>
            <a:ext cx="5138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Total IfcProduct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: 26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（含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Space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，排除外壳为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286320" y="5112000"/>
            <a:ext cx="5690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场景墙体只建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⾯（背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左），另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⾯假设为现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286320" y="5407200"/>
            <a:ext cx="2923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状保留，进⼊施⼯图阶段补⻬。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580680" y="3857400"/>
            <a:ext cx="1162800" cy="371880"/>
          </a:xfrm>
          <a:custGeom>
            <a:avLst/>
            <a:gdLst/>
            <a:ahLst/>
            <a:rect l="0" t="0" r="r" b="b"/>
            <a:pathLst>
              <a:path w="3230" h="1033">
                <a:moveTo>
                  <a:pt x="0" y="0"/>
                </a:moveTo>
                <a:lnTo>
                  <a:pt x="3230" y="0"/>
                </a:lnTo>
                <a:lnTo>
                  <a:pt x="3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742760" y="3857400"/>
            <a:ext cx="676800" cy="371880"/>
          </a:xfrm>
          <a:custGeom>
            <a:avLst/>
            <a:gdLst/>
            <a:ahLst/>
            <a:rect l="0" t="0" r="r" b="b"/>
            <a:pathLst>
              <a:path w="1880" h="1033">
                <a:moveTo>
                  <a:pt x="0" y="0"/>
                </a:moveTo>
                <a:lnTo>
                  <a:pt x="1880" y="0"/>
                </a:lnTo>
                <a:lnTo>
                  <a:pt x="18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419200" y="385740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400200" y="385740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80680" y="3857400"/>
            <a:ext cx="1162800" cy="371880"/>
          </a:xfrm>
          <a:custGeom>
            <a:avLst/>
            <a:gdLst/>
            <a:ahLst/>
            <a:rect l="0" t="0" r="r" b="b"/>
            <a:pathLst>
              <a:path w="3230" h="1033">
                <a:moveTo>
                  <a:pt x="0" y="0"/>
                </a:moveTo>
                <a:lnTo>
                  <a:pt x="3230" y="0"/>
                </a:lnTo>
                <a:lnTo>
                  <a:pt x="3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742760" y="3857400"/>
            <a:ext cx="676800" cy="371880"/>
          </a:xfrm>
          <a:custGeom>
            <a:avLst/>
            <a:gdLst/>
            <a:ahLst/>
            <a:rect l="0" t="0" r="r" b="b"/>
            <a:pathLst>
              <a:path w="1880" h="1033">
                <a:moveTo>
                  <a:pt x="0" y="0"/>
                </a:moveTo>
                <a:lnTo>
                  <a:pt x="1880" y="0"/>
                </a:lnTo>
                <a:lnTo>
                  <a:pt x="18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419200" y="385740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400200" y="385740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80680" y="4228920"/>
            <a:ext cx="1162800" cy="619560"/>
          </a:xfrm>
          <a:custGeom>
            <a:avLst/>
            <a:gdLst/>
            <a:ahLst/>
            <a:rect l="0" t="0" r="r" b="b"/>
            <a:pathLst>
              <a:path w="3230" h="1721">
                <a:moveTo>
                  <a:pt x="0" y="0"/>
                </a:moveTo>
                <a:lnTo>
                  <a:pt x="3230" y="0"/>
                </a:lnTo>
                <a:lnTo>
                  <a:pt x="3230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742760" y="4228920"/>
            <a:ext cx="676800" cy="619560"/>
          </a:xfrm>
          <a:custGeom>
            <a:avLst/>
            <a:gdLst/>
            <a:ahLst/>
            <a:rect l="0" t="0" r="r" b="b"/>
            <a:pathLst>
              <a:path w="1880" h="1721">
                <a:moveTo>
                  <a:pt x="0" y="0"/>
                </a:moveTo>
                <a:lnTo>
                  <a:pt x="1880" y="0"/>
                </a:lnTo>
                <a:lnTo>
                  <a:pt x="1880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419200" y="4228920"/>
            <a:ext cx="981360" cy="619560"/>
          </a:xfrm>
          <a:custGeom>
            <a:avLst/>
            <a:gdLst/>
            <a:ahLst/>
            <a:rect l="0" t="0" r="r" b="b"/>
            <a:pathLst>
              <a:path w="2726" h="1721">
                <a:moveTo>
                  <a:pt x="0" y="0"/>
                </a:moveTo>
                <a:lnTo>
                  <a:pt x="2726" y="0"/>
                </a:lnTo>
                <a:lnTo>
                  <a:pt x="2726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3400200" y="4228920"/>
            <a:ext cx="2505600" cy="619560"/>
          </a:xfrm>
          <a:custGeom>
            <a:avLst/>
            <a:gdLst/>
            <a:ahLst/>
            <a:rect l="0" t="0" r="r" b="b"/>
            <a:pathLst>
              <a:path w="6960" h="1721">
                <a:moveTo>
                  <a:pt x="0" y="0"/>
                </a:moveTo>
                <a:lnTo>
                  <a:pt x="6960" y="0"/>
                </a:lnTo>
                <a:lnTo>
                  <a:pt x="6960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80680" y="4848120"/>
            <a:ext cx="1162800" cy="371880"/>
          </a:xfrm>
          <a:custGeom>
            <a:avLst/>
            <a:gdLst/>
            <a:ahLst/>
            <a:rect l="0" t="0" r="r" b="b"/>
            <a:pathLst>
              <a:path w="3230" h="1033">
                <a:moveTo>
                  <a:pt x="0" y="0"/>
                </a:moveTo>
                <a:lnTo>
                  <a:pt x="3230" y="0"/>
                </a:lnTo>
                <a:lnTo>
                  <a:pt x="3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742760" y="4848120"/>
            <a:ext cx="676800" cy="371880"/>
          </a:xfrm>
          <a:custGeom>
            <a:avLst/>
            <a:gdLst/>
            <a:ahLst/>
            <a:rect l="0" t="0" r="r" b="b"/>
            <a:pathLst>
              <a:path w="1880" h="1033">
                <a:moveTo>
                  <a:pt x="0" y="0"/>
                </a:moveTo>
                <a:lnTo>
                  <a:pt x="1880" y="0"/>
                </a:lnTo>
                <a:lnTo>
                  <a:pt x="18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419200" y="484812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3400200" y="484812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80680" y="5219640"/>
            <a:ext cx="1162800" cy="628920"/>
          </a:xfrm>
          <a:custGeom>
            <a:avLst/>
            <a:gdLst/>
            <a:ahLst/>
            <a:rect l="0" t="0" r="r" b="b"/>
            <a:pathLst>
              <a:path w="3230" h="1747">
                <a:moveTo>
                  <a:pt x="0" y="0"/>
                </a:moveTo>
                <a:lnTo>
                  <a:pt x="3230" y="0"/>
                </a:lnTo>
                <a:lnTo>
                  <a:pt x="323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742760" y="5219640"/>
            <a:ext cx="676800" cy="628920"/>
          </a:xfrm>
          <a:custGeom>
            <a:avLst/>
            <a:gdLst/>
            <a:ahLst/>
            <a:rect l="0" t="0" r="r" b="b"/>
            <a:pathLst>
              <a:path w="1880" h="1747">
                <a:moveTo>
                  <a:pt x="0" y="0"/>
                </a:moveTo>
                <a:lnTo>
                  <a:pt x="1880" y="0"/>
                </a:lnTo>
                <a:lnTo>
                  <a:pt x="188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419200" y="5219640"/>
            <a:ext cx="981360" cy="628920"/>
          </a:xfrm>
          <a:custGeom>
            <a:avLst/>
            <a:gdLst/>
            <a:ahLst/>
            <a:rect l="0" t="0" r="r" b="b"/>
            <a:pathLst>
              <a:path w="2726" h="1747">
                <a:moveTo>
                  <a:pt x="0" y="0"/>
                </a:moveTo>
                <a:lnTo>
                  <a:pt x="2726" y="0"/>
                </a:lnTo>
                <a:lnTo>
                  <a:pt x="2726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400200" y="5219640"/>
            <a:ext cx="2505600" cy="628920"/>
          </a:xfrm>
          <a:custGeom>
            <a:avLst/>
            <a:gdLst/>
            <a:ahLst/>
            <a:rect l="0" t="0" r="r" b="b"/>
            <a:pathLst>
              <a:path w="6960" h="1747">
                <a:moveTo>
                  <a:pt x="0" y="0"/>
                </a:moveTo>
                <a:lnTo>
                  <a:pt x="6960" y="0"/>
                </a:lnTo>
                <a:lnTo>
                  <a:pt x="69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80680" y="5848200"/>
            <a:ext cx="1162800" cy="371880"/>
          </a:xfrm>
          <a:custGeom>
            <a:avLst/>
            <a:gdLst/>
            <a:ahLst/>
            <a:rect l="0" t="0" r="r" b="b"/>
            <a:pathLst>
              <a:path w="3230" h="1033">
                <a:moveTo>
                  <a:pt x="0" y="0"/>
                </a:moveTo>
                <a:lnTo>
                  <a:pt x="3230" y="0"/>
                </a:lnTo>
                <a:lnTo>
                  <a:pt x="3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742760" y="5848200"/>
            <a:ext cx="676800" cy="371880"/>
          </a:xfrm>
          <a:custGeom>
            <a:avLst/>
            <a:gdLst/>
            <a:ahLst/>
            <a:rect l="0" t="0" r="r" b="b"/>
            <a:pathLst>
              <a:path w="1880" h="1033">
                <a:moveTo>
                  <a:pt x="0" y="0"/>
                </a:moveTo>
                <a:lnTo>
                  <a:pt x="1880" y="0"/>
                </a:lnTo>
                <a:lnTo>
                  <a:pt x="18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419200" y="584820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400200" y="584820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80680" y="6219720"/>
            <a:ext cx="1162800" cy="371880"/>
          </a:xfrm>
          <a:custGeom>
            <a:avLst/>
            <a:gdLst/>
            <a:ahLst/>
            <a:rect l="0" t="0" r="r" b="b"/>
            <a:pathLst>
              <a:path w="3230" h="1033">
                <a:moveTo>
                  <a:pt x="0" y="0"/>
                </a:moveTo>
                <a:lnTo>
                  <a:pt x="3230" y="0"/>
                </a:lnTo>
                <a:lnTo>
                  <a:pt x="3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742760" y="6219720"/>
            <a:ext cx="676800" cy="371880"/>
          </a:xfrm>
          <a:custGeom>
            <a:avLst/>
            <a:gdLst/>
            <a:ahLst/>
            <a:rect l="0" t="0" r="r" b="b"/>
            <a:pathLst>
              <a:path w="1880" h="1033">
                <a:moveTo>
                  <a:pt x="0" y="0"/>
                </a:moveTo>
                <a:lnTo>
                  <a:pt x="1880" y="0"/>
                </a:lnTo>
                <a:lnTo>
                  <a:pt x="18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419200" y="621972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400200" y="621972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71320" y="3857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71320" y="385740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742760" y="3857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752480" y="385740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409480" y="3857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419200" y="3857400"/>
            <a:ext cx="981360" cy="10080"/>
          </a:xfrm>
          <a:custGeom>
            <a:avLst/>
            <a:gdLst/>
            <a:ah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390840" y="3857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400200" y="3857400"/>
            <a:ext cx="2505600" cy="10080"/>
          </a:xfrm>
          <a:custGeom>
            <a:avLst/>
            <a:gdLst/>
            <a:ahLst/>
            <a:rect l="0" t="0" r="r" b="b"/>
            <a:pathLst>
              <a:path w="6960" h="28">
                <a:moveTo>
                  <a:pt x="0" y="0"/>
                </a:moveTo>
                <a:lnTo>
                  <a:pt x="6960" y="0"/>
                </a:lnTo>
                <a:lnTo>
                  <a:pt x="69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895720" y="3857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71320" y="422892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752480" y="422892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419200" y="422892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400200" y="4228920"/>
            <a:ext cx="2505600" cy="9720"/>
          </a:xfrm>
          <a:custGeom>
            <a:avLst/>
            <a:gdLst/>
            <a:ahLst/>
            <a:rect l="0" t="0" r="r" b="b"/>
            <a:pathLst>
              <a:path w="6960" h="27">
                <a:moveTo>
                  <a:pt x="0" y="0"/>
                </a:moveTo>
                <a:lnTo>
                  <a:pt x="6960" y="0"/>
                </a:lnTo>
                <a:lnTo>
                  <a:pt x="6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71320" y="4238280"/>
            <a:ext cx="9720" cy="619560"/>
          </a:xfrm>
          <a:custGeom>
            <a:avLst/>
            <a:gdLst/>
            <a:ahLst/>
            <a:rect l="0" t="0" r="r" b="b"/>
            <a:pathLst>
              <a:path w="27" h="1721">
                <a:moveTo>
                  <a:pt x="0" y="0"/>
                </a:moveTo>
                <a:lnTo>
                  <a:pt x="27" y="0"/>
                </a:lnTo>
                <a:lnTo>
                  <a:pt x="27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742760" y="423828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28" y="0"/>
                </a:lnTo>
                <a:lnTo>
                  <a:pt x="28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409480" y="423828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28" y="0"/>
                </a:lnTo>
                <a:lnTo>
                  <a:pt x="28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390840" y="4238280"/>
            <a:ext cx="9720" cy="619560"/>
          </a:xfrm>
          <a:custGeom>
            <a:avLst/>
            <a:gdLst/>
            <a:ahLst/>
            <a:rect l="0" t="0" r="r" b="b"/>
            <a:pathLst>
              <a:path w="27" h="1721">
                <a:moveTo>
                  <a:pt x="0" y="0"/>
                </a:moveTo>
                <a:lnTo>
                  <a:pt x="27" y="0"/>
                </a:lnTo>
                <a:lnTo>
                  <a:pt x="27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895720" y="423828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28" y="0"/>
                </a:lnTo>
                <a:lnTo>
                  <a:pt x="28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71320" y="4857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71320" y="484812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742760" y="4857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752480" y="484812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409480" y="4857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419200" y="484812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390840" y="4857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3400200" y="4848120"/>
            <a:ext cx="2505600" cy="9720"/>
          </a:xfrm>
          <a:custGeom>
            <a:avLst/>
            <a:gdLst/>
            <a:ahLst/>
            <a:rect l="0" t="0" r="r" b="b"/>
            <a:pathLst>
              <a:path w="6960" h="27">
                <a:moveTo>
                  <a:pt x="0" y="0"/>
                </a:moveTo>
                <a:lnTo>
                  <a:pt x="6960" y="0"/>
                </a:lnTo>
                <a:lnTo>
                  <a:pt x="6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895720" y="4857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71320" y="5229000"/>
            <a:ext cx="9720" cy="619560"/>
          </a:xfrm>
          <a:custGeom>
            <a:avLst/>
            <a:gdLst/>
            <a:ahLst/>
            <a:rect l="0" t="0" r="r" b="b"/>
            <a:pathLst>
              <a:path w="27" h="1721">
                <a:moveTo>
                  <a:pt x="0" y="0"/>
                </a:moveTo>
                <a:lnTo>
                  <a:pt x="27" y="0"/>
                </a:lnTo>
                <a:lnTo>
                  <a:pt x="27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71320" y="521964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742760" y="522900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28" y="0"/>
                </a:lnTo>
                <a:lnTo>
                  <a:pt x="28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752480" y="521964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409480" y="522900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28" y="0"/>
                </a:lnTo>
                <a:lnTo>
                  <a:pt x="28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419200" y="521964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390840" y="5229000"/>
            <a:ext cx="9720" cy="619560"/>
          </a:xfrm>
          <a:custGeom>
            <a:avLst/>
            <a:gdLst/>
            <a:ahLst/>
            <a:rect l="0" t="0" r="r" b="b"/>
            <a:pathLst>
              <a:path w="27" h="1721">
                <a:moveTo>
                  <a:pt x="0" y="0"/>
                </a:moveTo>
                <a:lnTo>
                  <a:pt x="27" y="0"/>
                </a:lnTo>
                <a:lnTo>
                  <a:pt x="27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400200" y="5219640"/>
            <a:ext cx="2505600" cy="9720"/>
          </a:xfrm>
          <a:custGeom>
            <a:avLst/>
            <a:gdLst/>
            <a:ahLst/>
            <a:rect l="0" t="0" r="r" b="b"/>
            <a:pathLst>
              <a:path w="6960" h="27">
                <a:moveTo>
                  <a:pt x="0" y="0"/>
                </a:moveTo>
                <a:lnTo>
                  <a:pt x="6960" y="0"/>
                </a:lnTo>
                <a:lnTo>
                  <a:pt x="6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895720" y="522900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28" y="0"/>
                </a:lnTo>
                <a:lnTo>
                  <a:pt x="28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71320" y="5848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71320" y="583848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742760" y="5848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752480" y="583848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409480" y="5848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419200" y="5838480"/>
            <a:ext cx="981360" cy="10080"/>
          </a:xfrm>
          <a:custGeom>
            <a:avLst/>
            <a:gdLst/>
            <a:ah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3390840" y="5848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3400200" y="5838480"/>
            <a:ext cx="2505600" cy="10080"/>
          </a:xfrm>
          <a:custGeom>
            <a:avLst/>
            <a:gdLst/>
            <a:ahLst/>
            <a:rect l="0" t="0" r="r" b="b"/>
            <a:pathLst>
              <a:path w="6960" h="28">
                <a:moveTo>
                  <a:pt x="0" y="0"/>
                </a:moveTo>
                <a:lnTo>
                  <a:pt x="6960" y="0"/>
                </a:lnTo>
                <a:lnTo>
                  <a:pt x="69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895720" y="5848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71320" y="62197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1320" y="6210000"/>
            <a:ext cx="1181520" cy="10440"/>
          </a:xfrm>
          <a:custGeom>
            <a:avLst/>
            <a:gdLst/>
            <a:ahLst/>
            <a:rect l="0" t="0" r="r" b="b"/>
            <a:pathLst>
              <a:path w="3282" h="29">
                <a:moveTo>
                  <a:pt x="0" y="0"/>
                </a:moveTo>
                <a:lnTo>
                  <a:pt x="3282" y="0"/>
                </a:lnTo>
                <a:lnTo>
                  <a:pt x="328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742760" y="6219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752480" y="6210000"/>
            <a:ext cx="667080" cy="10440"/>
          </a:xfrm>
          <a:custGeom>
            <a:avLst/>
            <a:gdLst/>
            <a:ahLst/>
            <a:rect l="0" t="0" r="r" b="b"/>
            <a:pathLst>
              <a:path w="1853" h="29">
                <a:moveTo>
                  <a:pt x="0" y="0"/>
                </a:moveTo>
                <a:lnTo>
                  <a:pt x="1853" y="0"/>
                </a:lnTo>
                <a:lnTo>
                  <a:pt x="185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409480" y="6219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419200" y="6210000"/>
            <a:ext cx="981360" cy="10440"/>
          </a:xfrm>
          <a:custGeom>
            <a:avLst/>
            <a:gdLst/>
            <a:ahLst/>
            <a:rect l="0" t="0" r="r" b="b"/>
            <a:pathLst>
              <a:path w="2726" h="29">
                <a:moveTo>
                  <a:pt x="0" y="0"/>
                </a:moveTo>
                <a:lnTo>
                  <a:pt x="2726" y="0"/>
                </a:lnTo>
                <a:lnTo>
                  <a:pt x="272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390840" y="62197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3400200" y="6210000"/>
            <a:ext cx="2505600" cy="10440"/>
          </a:xfrm>
          <a:custGeom>
            <a:avLst/>
            <a:gdLst/>
            <a:ahLst/>
            <a:rect l="0" t="0" r="r" b="b"/>
            <a:pathLst>
              <a:path w="6960" h="29">
                <a:moveTo>
                  <a:pt x="0" y="0"/>
                </a:moveTo>
                <a:lnTo>
                  <a:pt x="6960" y="0"/>
                </a:lnTo>
                <a:lnTo>
                  <a:pt x="696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895720" y="6219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71320" y="658152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752480" y="658152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419200" y="6581520"/>
            <a:ext cx="981360" cy="10080"/>
          </a:xfrm>
          <a:custGeom>
            <a:avLst/>
            <a:gdLst/>
            <a:ah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3400200" y="6581520"/>
            <a:ext cx="2505600" cy="10080"/>
          </a:xfrm>
          <a:custGeom>
            <a:avLst/>
            <a:gdLst/>
            <a:ahLst/>
            <a:rect l="0" t="0" r="r" b="b"/>
            <a:pathLst>
              <a:path w="6960" h="28">
                <a:moveTo>
                  <a:pt x="0" y="0"/>
                </a:moveTo>
                <a:lnTo>
                  <a:pt x="6960" y="0"/>
                </a:lnTo>
                <a:lnTo>
                  <a:pt x="69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286320" y="191628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导⼊校验计划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04880" y="3923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875600" y="3923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版本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544120" y="3923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状态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525480" y="3923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备注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04880" y="4419000"/>
            <a:ext cx="39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875600" y="441900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2024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2544120" y="44190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待验证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525480" y="4295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家具族⽤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3525480" y="4542840"/>
            <a:ext cx="165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IfcFurnishingElement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704880" y="4914000"/>
            <a:ext cx="76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ArchiCAD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875600" y="4914000"/>
            <a:ext cx="19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544120" y="49140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待验证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525480" y="4914000"/>
            <a:ext cx="171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Library part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⾃动匹配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04880" y="5409360"/>
            <a:ext cx="910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BlenderBIM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875600" y="5409360"/>
            <a:ext cx="34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0.7+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544120" y="5301720"/>
            <a:ext cx="171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675160" y="5285520"/>
            <a:ext cx="56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源头⽣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544120" y="5533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525480" y="54093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导出⼯具链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04880" y="5904720"/>
            <a:ext cx="498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Solibri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875600" y="5904720"/>
            <a:ext cx="4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v9.13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544120" y="59047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待验证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525480" y="59047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规则检查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04880" y="6276240"/>
            <a:ext cx="70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FreeCAD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875600" y="6276240"/>
            <a:ext cx="31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0.21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544120" y="62762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待验证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525480" y="62762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开源校验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286320" y="4959360"/>
            <a:ext cx="4550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建议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：开⼯前跑⼀遍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Solibri BCF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问题回传到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286320" y="5254920"/>
            <a:ext cx="150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room.json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修复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4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"/>
          <p:cNvSpPr txBox="1"/>
          <p:nvPr/>
        </p:nvSpPr>
        <p:spPr>
          <a:xfrm>
            <a:off x="6286320" y="1916280"/>
            <a:ext cx="1666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MEP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协同点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28920" y="4521240"/>
            <a:ext cx="5262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天花主光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600×600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⾯板嵌⼊天花（梁下净⾼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838080" y="4826160"/>
            <a:ext cx="1461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≥2.7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⽅可）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87160" y="5187960"/>
            <a:ext cx="5033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书墙洗墙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：顶部⾛轨道灯供电线，需天花预留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38080" y="5492880"/>
            <a:ext cx="510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87160" y="5845320"/>
            <a:ext cx="5198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⼯作桌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：桌下预留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220V×2 + USB-C PD + Cat6 ×1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87160" y="6207120"/>
            <a:ext cx="3522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：沙发背墙脚预留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×1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87160" y="6569280"/>
            <a:ext cx="508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弱电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：建议主⼲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Cat6 ×2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进书房（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WiFi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备⽤）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结构关注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838080" y="4521240"/>
            <a:ext cx="5254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书墙荷载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：满书按每层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kg × 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 200 kg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线荷载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38080" y="4826160"/>
            <a:ext cx="1395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跨度）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28560" y="5609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838080" y="5131080"/>
            <a:ext cx="4468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分散约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 kg/m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轻载，⽊地板下⽆需加固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838080" y="5492880"/>
            <a:ext cx="5200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顶部抗倾倒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：书墙⾼度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2.4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⻆铁锁天花⻰⻣（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28560" y="6267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1" y="213"/>
                  <a:pt x="107" y="213"/>
                </a:cubicBezTo>
                <a:cubicBezTo>
                  <a:pt x="93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38080" y="578808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点以上）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628560" y="6629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838080" y="6150240"/>
            <a:ext cx="4275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：橡⽊多层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12+3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浮铺，⽆结构影响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838080" y="6512040"/>
            <a:ext cx="307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⽆幕墙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隔断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：全套内轻型装修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80680" y="2066760"/>
            <a:ext cx="1086480" cy="381240"/>
          </a:xfrm>
          <a:custGeom>
            <a:avLst/>
            <a:gdLst/>
            <a:ahLst/>
            <a:rect l="0" t="0" r="r" b="b"/>
            <a:pathLst>
              <a:path w="3018" h="1059">
                <a:moveTo>
                  <a:pt x="0" y="0"/>
                </a:moveTo>
                <a:lnTo>
                  <a:pt x="3018" y="0"/>
                </a:lnTo>
                <a:lnTo>
                  <a:pt x="301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666800" y="2066760"/>
            <a:ext cx="2514960" cy="381240"/>
          </a:xfrm>
          <a:custGeom>
            <a:avLst/>
            <a:gdLst/>
            <a:ahLst/>
            <a:rect l="0" t="0" r="r" b="b"/>
            <a:pathLst>
              <a:path w="6986" h="1059">
                <a:moveTo>
                  <a:pt x="0" y="0"/>
                </a:moveTo>
                <a:lnTo>
                  <a:pt x="6986" y="0"/>
                </a:lnTo>
                <a:lnTo>
                  <a:pt x="698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181400" y="2066760"/>
            <a:ext cx="2095920" cy="381240"/>
          </a:xfrm>
          <a:custGeom>
            <a:avLst/>
            <a:gdLst/>
            <a:ahLst/>
            <a:rect l="0" t="0" r="r" b="b"/>
            <a:pathLst>
              <a:path w="5822" h="1059">
                <a:moveTo>
                  <a:pt x="0" y="0"/>
                </a:moveTo>
                <a:lnTo>
                  <a:pt x="5822" y="0"/>
                </a:lnTo>
                <a:lnTo>
                  <a:pt x="582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276960" y="2066760"/>
            <a:ext cx="981360" cy="381240"/>
          </a:xfrm>
          <a:custGeom>
            <a:avLst/>
            <a:gdLst/>
            <a:ahLst/>
            <a:rect l="0" t="0" r="r" b="b"/>
            <a:pathLst>
              <a:path w="2726" h="1059">
                <a:moveTo>
                  <a:pt x="0" y="0"/>
                </a:moveTo>
                <a:lnTo>
                  <a:pt x="2726" y="0"/>
                </a:lnTo>
                <a:lnTo>
                  <a:pt x="272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80680" y="2066760"/>
            <a:ext cx="1086480" cy="381240"/>
          </a:xfrm>
          <a:custGeom>
            <a:avLst/>
            <a:gdLst/>
            <a:ahLst/>
            <a:rect l="0" t="0" r="r" b="b"/>
            <a:pathLst>
              <a:path w="3018" h="1059">
                <a:moveTo>
                  <a:pt x="0" y="0"/>
                </a:moveTo>
                <a:lnTo>
                  <a:pt x="3018" y="0"/>
                </a:lnTo>
                <a:lnTo>
                  <a:pt x="301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666800" y="2066760"/>
            <a:ext cx="2514960" cy="381240"/>
          </a:xfrm>
          <a:custGeom>
            <a:avLst/>
            <a:gdLst/>
            <a:ahLst/>
            <a:rect l="0" t="0" r="r" b="b"/>
            <a:pathLst>
              <a:path w="6986" h="1059">
                <a:moveTo>
                  <a:pt x="0" y="0"/>
                </a:moveTo>
                <a:lnTo>
                  <a:pt x="6986" y="0"/>
                </a:lnTo>
                <a:lnTo>
                  <a:pt x="698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181400" y="2066760"/>
            <a:ext cx="2095920" cy="381240"/>
          </a:xfrm>
          <a:custGeom>
            <a:avLst/>
            <a:gdLst/>
            <a:ahLst/>
            <a:rect l="0" t="0" r="r" b="b"/>
            <a:pathLst>
              <a:path w="5822" h="1059">
                <a:moveTo>
                  <a:pt x="0" y="0"/>
                </a:moveTo>
                <a:lnTo>
                  <a:pt x="5822" y="0"/>
                </a:lnTo>
                <a:lnTo>
                  <a:pt x="582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276960" y="2066760"/>
            <a:ext cx="981360" cy="381240"/>
          </a:xfrm>
          <a:custGeom>
            <a:avLst/>
            <a:gdLst/>
            <a:ahLst/>
            <a:rect l="0" t="0" r="r" b="b"/>
            <a:pathLst>
              <a:path w="2726" h="1059">
                <a:moveTo>
                  <a:pt x="0" y="0"/>
                </a:moveTo>
                <a:lnTo>
                  <a:pt x="2726" y="0"/>
                </a:lnTo>
                <a:lnTo>
                  <a:pt x="272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80680" y="2447640"/>
            <a:ext cx="1086480" cy="371880"/>
          </a:xfrm>
          <a:custGeom>
            <a:avLst/>
            <a:gdLst/>
            <a:ahLst/>
            <a:rect l="0" t="0" r="r" b="b"/>
            <a:pathLst>
              <a:path w="3018" h="1033">
                <a:moveTo>
                  <a:pt x="0" y="0"/>
                </a:moveTo>
                <a:lnTo>
                  <a:pt x="3018" y="0"/>
                </a:lnTo>
                <a:lnTo>
                  <a:pt x="30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666800" y="244764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4181400" y="244764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6276960" y="244764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580680" y="2819160"/>
            <a:ext cx="1086480" cy="371880"/>
          </a:xfrm>
          <a:custGeom>
            <a:avLst/>
            <a:gdLst/>
            <a:ahLst/>
            <a:rect l="0" t="0" r="r" b="b"/>
            <a:pathLst>
              <a:path w="3018" h="1033">
                <a:moveTo>
                  <a:pt x="0" y="0"/>
                </a:moveTo>
                <a:lnTo>
                  <a:pt x="3018" y="0"/>
                </a:lnTo>
                <a:lnTo>
                  <a:pt x="30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1666800" y="281916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4181400" y="281916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276960" y="281916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80680" y="3190680"/>
            <a:ext cx="1086480" cy="371880"/>
          </a:xfrm>
          <a:custGeom>
            <a:avLst/>
            <a:gdLst/>
            <a:ahLst/>
            <a:rect l="0" t="0" r="r" b="b"/>
            <a:pathLst>
              <a:path w="3018" h="1033">
                <a:moveTo>
                  <a:pt x="0" y="0"/>
                </a:moveTo>
                <a:lnTo>
                  <a:pt x="3018" y="0"/>
                </a:lnTo>
                <a:lnTo>
                  <a:pt x="30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666800" y="319068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181400" y="319068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6276960" y="319068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80680" y="3562200"/>
            <a:ext cx="1086480" cy="371880"/>
          </a:xfrm>
          <a:custGeom>
            <a:avLst/>
            <a:gdLst/>
            <a:ahLst/>
            <a:rect l="0" t="0" r="r" b="b"/>
            <a:pathLst>
              <a:path w="3018" h="1033">
                <a:moveTo>
                  <a:pt x="0" y="0"/>
                </a:moveTo>
                <a:lnTo>
                  <a:pt x="3018" y="0"/>
                </a:lnTo>
                <a:lnTo>
                  <a:pt x="30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666800" y="356220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181400" y="356220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6276960" y="356220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80680" y="3933720"/>
            <a:ext cx="1086480" cy="371880"/>
          </a:xfrm>
          <a:custGeom>
            <a:avLst/>
            <a:gdLst/>
            <a:ahLst/>
            <a:rect l="0" t="0" r="r" b="b"/>
            <a:pathLst>
              <a:path w="3018" h="1033">
                <a:moveTo>
                  <a:pt x="0" y="0"/>
                </a:moveTo>
                <a:lnTo>
                  <a:pt x="3018" y="0"/>
                </a:lnTo>
                <a:lnTo>
                  <a:pt x="30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666800" y="393372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181400" y="393372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276960" y="393372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80680" y="4305240"/>
            <a:ext cx="1086480" cy="371880"/>
          </a:xfrm>
          <a:custGeom>
            <a:avLst/>
            <a:gdLst/>
            <a:ahLst/>
            <a:rect l="0" t="0" r="r" b="b"/>
            <a:pathLst>
              <a:path w="3018" h="1033">
                <a:moveTo>
                  <a:pt x="0" y="0"/>
                </a:moveTo>
                <a:lnTo>
                  <a:pt x="3018" y="0"/>
                </a:lnTo>
                <a:lnTo>
                  <a:pt x="30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666800" y="4305240"/>
            <a:ext cx="2514960" cy="371880"/>
          </a:xfrm>
          <a:custGeom>
            <a:avLst/>
            <a:gdLst/>
            <a:ahLst/>
            <a:rect l="0" t="0" r="r" b="b"/>
            <a:pathLst>
              <a:path w="6986" h="1033">
                <a:moveTo>
                  <a:pt x="0" y="0"/>
                </a:moveTo>
                <a:lnTo>
                  <a:pt x="6986" y="0"/>
                </a:lnTo>
                <a:lnTo>
                  <a:pt x="69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181400" y="430524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276960" y="4305240"/>
            <a:ext cx="981360" cy="371880"/>
          </a:xfrm>
          <a:custGeom>
            <a:avLst/>
            <a:gdLst/>
            <a:ahLst/>
            <a:rect l="0" t="0" r="r" b="b"/>
            <a:pathLst>
              <a:path w="2726" h="1033">
                <a:moveTo>
                  <a:pt x="0" y="0"/>
                </a:moveTo>
                <a:lnTo>
                  <a:pt x="2726" y="0"/>
                </a:lnTo>
                <a:lnTo>
                  <a:pt x="27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71320" y="20667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65708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666800" y="206676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418140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190760" y="206676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27696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286320" y="206676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725796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71320" y="24382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666800" y="243828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4190760" y="243828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6286320" y="243828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7132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1657080" y="244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18140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27696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25796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7132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71320" y="280980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65708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666800" y="280980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418140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4190760" y="280980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2769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286320" y="280980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72579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7132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571320" y="318132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65708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666800" y="318132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418140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4190760" y="318132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2769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286320" y="318132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72579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57132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571320" y="355248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657080" y="3562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666800" y="3552480"/>
            <a:ext cx="2524320" cy="10080"/>
          </a:xfrm>
          <a:custGeom>
            <a:avLst/>
            <a:gdLst/>
            <a:ah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418140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4190760" y="355248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27696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6286320" y="3552480"/>
            <a:ext cx="981360" cy="10080"/>
          </a:xfrm>
          <a:custGeom>
            <a:avLst/>
            <a:gdLst/>
            <a:ah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725796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57132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571320" y="392400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657080" y="3933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666800" y="3924000"/>
            <a:ext cx="2524320" cy="10080"/>
          </a:xfrm>
          <a:custGeom>
            <a:avLst/>
            <a:gdLst/>
            <a:ah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18140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4190760" y="392400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27696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286320" y="3924000"/>
            <a:ext cx="981360" cy="10080"/>
          </a:xfrm>
          <a:custGeom>
            <a:avLst/>
            <a:gdLst/>
            <a:ah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25796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571320" y="430524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6570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666800" y="430524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41814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4190760" y="430524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2769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286320" y="430524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72579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71320" y="46767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666800" y="467676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4190760" y="467676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6286320" y="4676760"/>
            <a:ext cx="981360" cy="9720"/>
          </a:xfrm>
          <a:custGeom>
            <a:avLst/>
            <a:gdLst/>
            <a:ah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571320" y="1478160"/>
            <a:ext cx="2453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Fallback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格式清单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048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79532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4312440" y="21330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⽣成⼯具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4090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状态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04880" y="2504160"/>
            <a:ext cx="78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(.ifc)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795320" y="2504160"/>
            <a:ext cx="143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协同（权威）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4312440" y="2504160"/>
            <a:ext cx="179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blender-cli BIM export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6409080" y="2504160"/>
            <a:ext cx="76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04880" y="2875680"/>
            <a:ext cx="80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GLB (.glb)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795320" y="2875680"/>
            <a:ext cx="167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Web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Three.js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4312440" y="2875680"/>
            <a:ext cx="183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blender-cli glTF export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409080" y="2875680"/>
            <a:ext cx="76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04880" y="3247200"/>
            <a:ext cx="796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OBJ (.obj)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795320" y="3247200"/>
            <a:ext cx="225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SketchUp / Rhino / Keyshot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4312440" y="3247200"/>
            <a:ext cx="86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409080" y="3247200"/>
            <a:ext cx="76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04880" y="3618720"/>
            <a:ext cx="78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FBX (.fbx)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795320" y="3618720"/>
            <a:ext cx="190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Maya / 3ds Max / Unity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4312440" y="3618720"/>
            <a:ext cx="86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6409080" y="3618720"/>
            <a:ext cx="76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04880" y="3990240"/>
            <a:ext cx="79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(.dxf)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795320" y="3990240"/>
            <a:ext cx="206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 / Rhino / QCAD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4312440" y="3990240"/>
            <a:ext cx="173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inkscape-cli ﬂoorplan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6409080" y="3990240"/>
            <a:ext cx="76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待⽣成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04880" y="4371120"/>
            <a:ext cx="830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SVG (.svg)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795320" y="4371120"/>
            <a:ext cx="163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Illustrator / Inkscape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4312440" y="4371120"/>
            <a:ext cx="145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已有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ﬂoorplan.svg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6409080" y="4387320"/>
            <a:ext cx="171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618920" y="4771800"/>
            <a:ext cx="6420240" cy="276480"/>
          </a:xfrm>
          <a:custGeom>
            <a:avLst/>
            <a:gdLst/>
            <a:ahLst/>
            <a:rect l="0" t="0" r="r" b="b"/>
            <a:pathLst>
              <a:path w="17834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7755" y="0"/>
                </a:lnTo>
                <a:cubicBezTo>
                  <a:pt x="17765" y="0"/>
                  <a:pt x="17776" y="2"/>
                  <a:pt x="17785" y="6"/>
                </a:cubicBezTo>
                <a:cubicBezTo>
                  <a:pt x="17795" y="10"/>
                  <a:pt x="17804" y="16"/>
                  <a:pt x="17811" y="23"/>
                </a:cubicBezTo>
                <a:cubicBezTo>
                  <a:pt x="17819" y="31"/>
                  <a:pt x="17824" y="39"/>
                  <a:pt x="17828" y="49"/>
                </a:cubicBezTo>
                <a:cubicBezTo>
                  <a:pt x="17832" y="59"/>
                  <a:pt x="17834" y="69"/>
                  <a:pt x="17834" y="79"/>
                </a:cubicBezTo>
                <a:lnTo>
                  <a:pt x="17834" y="689"/>
                </a:lnTo>
                <a:cubicBezTo>
                  <a:pt x="17834" y="700"/>
                  <a:pt x="17832" y="710"/>
                  <a:pt x="17828" y="719"/>
                </a:cubicBezTo>
                <a:cubicBezTo>
                  <a:pt x="17824" y="729"/>
                  <a:pt x="17819" y="738"/>
                  <a:pt x="17811" y="745"/>
                </a:cubicBezTo>
                <a:cubicBezTo>
                  <a:pt x="17804" y="753"/>
                  <a:pt x="17795" y="758"/>
                  <a:pt x="17785" y="762"/>
                </a:cubicBezTo>
                <a:cubicBezTo>
                  <a:pt x="17776" y="766"/>
                  <a:pt x="17765" y="768"/>
                  <a:pt x="1775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571320" y="47595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⼀键⽣成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676520" y="4787280"/>
            <a:ext cx="6285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blender --python _render_script.py -- --export all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76000" y="2280960"/>
            <a:ext cx="11039760" cy="2572200"/>
          </a:xfrm>
          <a:custGeom>
            <a:avLst/>
            <a:gdLst/>
            <a:ahLst/>
            <a:rect l="0" t="0" r="r" b="b"/>
            <a:pathLst>
              <a:path w="30666" h="7145">
                <a:moveTo>
                  <a:pt x="0" y="6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6999"/>
                </a:lnTo>
                <a:cubicBezTo>
                  <a:pt x="30666" y="7009"/>
                  <a:pt x="30665" y="7019"/>
                  <a:pt x="30664" y="7028"/>
                </a:cubicBezTo>
                <a:cubicBezTo>
                  <a:pt x="30662" y="7037"/>
                  <a:pt x="30659" y="7046"/>
                  <a:pt x="30655" y="7055"/>
                </a:cubicBezTo>
                <a:cubicBezTo>
                  <a:pt x="30652" y="7064"/>
                  <a:pt x="30647" y="7072"/>
                  <a:pt x="30642" y="7080"/>
                </a:cubicBezTo>
                <a:cubicBezTo>
                  <a:pt x="30637" y="7088"/>
                  <a:pt x="30631" y="7096"/>
                  <a:pt x="30624" y="7102"/>
                </a:cubicBezTo>
                <a:cubicBezTo>
                  <a:pt x="30617" y="7109"/>
                  <a:pt x="30610" y="7115"/>
                  <a:pt x="30602" y="7120"/>
                </a:cubicBezTo>
                <a:cubicBezTo>
                  <a:pt x="30594" y="7126"/>
                  <a:pt x="30585" y="7130"/>
                  <a:pt x="30577" y="7134"/>
                </a:cubicBezTo>
                <a:cubicBezTo>
                  <a:pt x="30568" y="7138"/>
                  <a:pt x="30559" y="7140"/>
                  <a:pt x="30549" y="7142"/>
                </a:cubicBezTo>
                <a:cubicBezTo>
                  <a:pt x="30540" y="7144"/>
                  <a:pt x="30530" y="7145"/>
                  <a:pt x="30521" y="7145"/>
                </a:cubicBezTo>
                <a:lnTo>
                  <a:pt x="146" y="7145"/>
                </a:lnTo>
                <a:cubicBezTo>
                  <a:pt x="136" y="7145"/>
                  <a:pt x="127" y="7144"/>
                  <a:pt x="117" y="7142"/>
                </a:cubicBezTo>
                <a:cubicBezTo>
                  <a:pt x="108" y="7140"/>
                  <a:pt x="99" y="7138"/>
                  <a:pt x="90" y="7134"/>
                </a:cubicBezTo>
                <a:cubicBezTo>
                  <a:pt x="81" y="7130"/>
                  <a:pt x="73" y="7126"/>
                  <a:pt x="65" y="7120"/>
                </a:cubicBezTo>
                <a:cubicBezTo>
                  <a:pt x="57" y="7115"/>
                  <a:pt x="50" y="7109"/>
                  <a:pt x="43" y="7102"/>
                </a:cubicBezTo>
                <a:cubicBezTo>
                  <a:pt x="36" y="7096"/>
                  <a:pt x="30" y="7088"/>
                  <a:pt x="25" y="7080"/>
                </a:cubicBezTo>
                <a:cubicBezTo>
                  <a:pt x="19" y="7072"/>
                  <a:pt x="15" y="7064"/>
                  <a:pt x="11" y="7055"/>
                </a:cubicBezTo>
                <a:cubicBezTo>
                  <a:pt x="8" y="7046"/>
                  <a:pt x="5" y="7037"/>
                  <a:pt x="3" y="7028"/>
                </a:cubicBezTo>
                <a:cubicBezTo>
                  <a:pt x="1" y="7019"/>
                  <a:pt x="0" y="7009"/>
                  <a:pt x="0" y="699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76000" y="2280960"/>
            <a:ext cx="11039760" cy="2572200"/>
          </a:xfrm>
          <a:custGeom>
            <a:avLst/>
            <a:gdLst/>
            <a:ahLst/>
            <a:rect l="0" t="0" r="r" b="b"/>
            <a:pathLst>
              <a:path w="30666" h="7145">
                <a:moveTo>
                  <a:pt x="0" y="6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6999"/>
                </a:lnTo>
                <a:cubicBezTo>
                  <a:pt x="30666" y="7009"/>
                  <a:pt x="30665" y="7019"/>
                  <a:pt x="30664" y="7028"/>
                </a:cubicBezTo>
                <a:cubicBezTo>
                  <a:pt x="30662" y="7037"/>
                  <a:pt x="30659" y="7046"/>
                  <a:pt x="30655" y="7055"/>
                </a:cubicBezTo>
                <a:cubicBezTo>
                  <a:pt x="30652" y="7064"/>
                  <a:pt x="30647" y="7072"/>
                  <a:pt x="30642" y="7080"/>
                </a:cubicBezTo>
                <a:cubicBezTo>
                  <a:pt x="30637" y="7088"/>
                  <a:pt x="30631" y="7096"/>
                  <a:pt x="30624" y="7102"/>
                </a:cubicBezTo>
                <a:cubicBezTo>
                  <a:pt x="30617" y="7109"/>
                  <a:pt x="30610" y="7115"/>
                  <a:pt x="30602" y="7120"/>
                </a:cubicBezTo>
                <a:cubicBezTo>
                  <a:pt x="30594" y="7126"/>
                  <a:pt x="30585" y="7130"/>
                  <a:pt x="30577" y="7134"/>
                </a:cubicBezTo>
                <a:cubicBezTo>
                  <a:pt x="30568" y="7138"/>
                  <a:pt x="30559" y="7140"/>
                  <a:pt x="30549" y="7142"/>
                </a:cubicBezTo>
                <a:cubicBezTo>
                  <a:pt x="30540" y="7144"/>
                  <a:pt x="30530" y="7145"/>
                  <a:pt x="30521" y="7145"/>
                </a:cubicBezTo>
                <a:lnTo>
                  <a:pt x="146" y="7145"/>
                </a:lnTo>
                <a:cubicBezTo>
                  <a:pt x="136" y="7145"/>
                  <a:pt x="127" y="7144"/>
                  <a:pt x="117" y="7142"/>
                </a:cubicBezTo>
                <a:cubicBezTo>
                  <a:pt x="108" y="7140"/>
                  <a:pt x="99" y="7138"/>
                  <a:pt x="90" y="7134"/>
                </a:cubicBezTo>
                <a:cubicBezTo>
                  <a:pt x="81" y="7130"/>
                  <a:pt x="73" y="7126"/>
                  <a:pt x="65" y="7120"/>
                </a:cubicBezTo>
                <a:cubicBezTo>
                  <a:pt x="57" y="7115"/>
                  <a:pt x="50" y="7109"/>
                  <a:pt x="43" y="7102"/>
                </a:cubicBezTo>
                <a:cubicBezTo>
                  <a:pt x="36" y="7096"/>
                  <a:pt x="30" y="7088"/>
                  <a:pt x="25" y="7080"/>
                </a:cubicBezTo>
                <a:cubicBezTo>
                  <a:pt x="19" y="7072"/>
                  <a:pt x="15" y="7064"/>
                  <a:pt x="11" y="7055"/>
                </a:cubicBezTo>
                <a:cubicBezTo>
                  <a:pt x="8" y="7046"/>
                  <a:pt x="5" y="7037"/>
                  <a:pt x="3" y="7028"/>
                </a:cubicBezTo>
                <a:cubicBezTo>
                  <a:pt x="1" y="7019"/>
                  <a:pt x="0" y="7009"/>
                  <a:pt x="0" y="699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571320" y="16876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验证脚本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33320" y="243504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947880" y="241164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快速验证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660320" y="243504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IFC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2196720" y="241164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完整性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733320" y="2644560"/>
            <a:ext cx="16110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python &lt;&lt; 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'EOF'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733320" y="284472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import ifcopenshell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733320" y="3054240"/>
            <a:ext cx="5367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 = ifcopenshell.open(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'exports/01-study-room.ifc'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733320" y="3254040"/>
            <a:ext cx="5367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(f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"Products: {len(m.by_type('IfcProduct'))}"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733320" y="3463560"/>
            <a:ext cx="5046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(f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"Walls:    {len(m.by_type('IfcWall'))}"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33320" y="3663720"/>
            <a:ext cx="55828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(f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"Furniture:{len(m.by_type('IfcFurniture'))}"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33320" y="3873240"/>
            <a:ext cx="51534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(f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"Spaces:   {len(m.by_type('IfcSpace'))}"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33320" y="4073400"/>
            <a:ext cx="3328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s </a:t>
            </a:r>
            <a:r>
              <a:rPr lang="en-US" sz="141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m.by_type(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'IfcSpace'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):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33320" y="4282920"/>
            <a:ext cx="4402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41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(f</a:t>
            </a:r>
            <a:r>
              <a:rPr lang="en-US" sz="141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  · {s.Name} · {s.LongName}"</a:t>
            </a:r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33320" y="44830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EOF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71320" y="24667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A6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571320" y="2752560"/>
            <a:ext cx="11049480" cy="305280"/>
          </a:xfrm>
          <a:custGeom>
            <a:avLst/>
            <a:gdLst/>
            <a:ahLst/>
            <a:rect l="0" t="0" r="r" b="b"/>
            <a:pathLst>
              <a:path w="30693" h="848">
                <a:moveTo>
                  <a:pt x="0" y="0"/>
                </a:moveTo>
                <a:lnTo>
                  <a:pt x="30693" y="0"/>
                </a:lnTo>
                <a:lnTo>
                  <a:pt x="306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571320" y="2752560"/>
            <a:ext cx="38520" cy="305280"/>
          </a:xfrm>
          <a:custGeom>
            <a:avLst/>
            <a:gdLst/>
            <a:ahLst/>
            <a:rect l="0" t="0" r="r" b="b"/>
            <a:pathLst>
              <a:path w="107" h="848">
                <a:moveTo>
                  <a:pt x="0" y="0"/>
                </a:moveTo>
                <a:lnTo>
                  <a:pt x="107" y="0"/>
                </a:lnTo>
                <a:lnTo>
                  <a:pt x="10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571320" y="1506600"/>
            <a:ext cx="30488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下⼀步协同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628560" y="3323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817560" y="2749680"/>
            <a:ext cx="1445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LOD </a:t>
            </a:r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升级路径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628560" y="3686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838080" y="3206880"/>
            <a:ext cx="6345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LOD200 → LOD300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：家具从包围盒 → 真实⼏何（加抽屉、板厚）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628560" y="4047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838080" y="3568680"/>
            <a:ext cx="6469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LOD300 → LOD350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：节点⼤样（书架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桌腿焊接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⻔轴）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628560" y="44100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838080" y="3930840"/>
            <a:ext cx="6699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碰撞检测建议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：天花灯具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结构梁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电箱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窗台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838080" y="4292640"/>
            <a:ext cx="5218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标注与量表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IfcPropertySet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补材料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供应商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571320" y="4711680"/>
            <a:ext cx="6748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对接⼈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修改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room.json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24h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85840" y="199440"/>
            <a:ext cx="25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协同包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285840" y="6409440"/>
            <a:ext cx="372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BIM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⼯程师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