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6570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600280" y="4190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6570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600280" y="4190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657080" y="45622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600280" y="45622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6477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657080" y="418140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5905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600280" y="41814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36204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57080" y="455292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600280" y="45529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6477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5905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36204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657080" y="492408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600280" y="492408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36583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极简书房改造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384660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 · Japandi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⻛格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2210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张先⽣ 的⽅案介绍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设计周期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78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⽅案版本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727720" y="42472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决策点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96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784880" y="46188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727720" y="461880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42920" y="121680"/>
            <a:ext cx="6190920" cy="3862080"/>
          </a:xfrm>
          <a:custGeom>
            <a:avLst/>
            <a:gdLst/>
            <a:ahLst/>
            <a:rect l="0" t="0" r="r" b="b"/>
            <a:pathLst>
              <a:path w="17197" h="10728">
                <a:moveTo>
                  <a:pt x="1190" y="1196"/>
                </a:moveTo>
                <a:lnTo>
                  <a:pt x="1190" y="9108"/>
                </a:lnTo>
                <a:cubicBezTo>
                  <a:pt x="1190" y="9136"/>
                  <a:pt x="1195" y="9163"/>
                  <a:pt x="1206" y="9189"/>
                </a:cubicBezTo>
                <a:cubicBezTo>
                  <a:pt x="1217" y="9215"/>
                  <a:pt x="1232" y="9238"/>
                  <a:pt x="1252" y="9258"/>
                </a:cubicBezTo>
                <a:cubicBezTo>
                  <a:pt x="1272" y="9278"/>
                  <a:pt x="1295" y="9293"/>
                  <a:pt x="1321" y="9304"/>
                </a:cubicBezTo>
                <a:cubicBezTo>
                  <a:pt x="1347" y="9314"/>
                  <a:pt x="1374" y="9320"/>
                  <a:pt x="1402" y="9320"/>
                </a:cubicBezTo>
                <a:lnTo>
                  <a:pt x="15796" y="9320"/>
                </a:lnTo>
                <a:cubicBezTo>
                  <a:pt x="15824" y="9320"/>
                  <a:pt x="15851" y="9314"/>
                  <a:pt x="15877" y="9304"/>
                </a:cubicBezTo>
                <a:cubicBezTo>
                  <a:pt x="15903" y="9293"/>
                  <a:pt x="15926" y="9278"/>
                  <a:pt x="15946" y="9258"/>
                </a:cubicBezTo>
                <a:cubicBezTo>
                  <a:pt x="15966" y="9238"/>
                  <a:pt x="15981" y="9215"/>
                  <a:pt x="15992" y="9189"/>
                </a:cubicBezTo>
                <a:cubicBezTo>
                  <a:pt x="16002" y="9163"/>
                  <a:pt x="16008" y="9136"/>
                  <a:pt x="16008" y="9108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0728"/>
                </a:lnTo>
                <a:lnTo>
                  <a:pt x="0" y="107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29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628560" y="43052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286320" y="1754640"/>
            <a:ext cx="2632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⻛格定调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Japandi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28560" y="4667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38080" y="4187880"/>
            <a:ext cx="3643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关键词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：极简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温润⽊⾊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东⽅克制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38080" y="4550040"/>
            <a:ext cx="4576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主⾊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：⽶⽩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#E8DCC8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橡⽊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#8B6F47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炭⿊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28560" y="53337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38080" y="4854600"/>
            <a:ext cx="904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#2C3539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38080" y="5216760"/>
            <a:ext cx="5011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感觉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：⽇光下像⼀间有书卷⽓的⼯作室，晚上灯亮像⼀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28560" y="59911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38080" y="551196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间茶室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38080" y="5873760"/>
            <a:ext cx="5011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为什么选这个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：耐看、不过时，和家⾥其它空间⾃然衔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38080" y="617868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42920" y="371520"/>
            <a:ext cx="6190920" cy="4191480"/>
          </a:xfrm>
          <a:custGeom>
            <a:avLst/>
            <a:gdLst/>
            <a:ahLst/>
            <a:rect l="0" t="0" r="r" b="b"/>
            <a:pathLst>
              <a:path w="17197" h="11643">
                <a:moveTo>
                  <a:pt x="1190" y="1190"/>
                </a:moveTo>
                <a:lnTo>
                  <a:pt x="1190" y="10028"/>
                </a:lnTo>
                <a:cubicBezTo>
                  <a:pt x="1190" y="10056"/>
                  <a:pt x="1195" y="10083"/>
                  <a:pt x="1206" y="10109"/>
                </a:cubicBezTo>
                <a:cubicBezTo>
                  <a:pt x="1217" y="10135"/>
                  <a:pt x="1232" y="10158"/>
                  <a:pt x="1252" y="10178"/>
                </a:cubicBezTo>
                <a:cubicBezTo>
                  <a:pt x="1272" y="10198"/>
                  <a:pt x="1295" y="10213"/>
                  <a:pt x="1321" y="10224"/>
                </a:cubicBezTo>
                <a:cubicBezTo>
                  <a:pt x="1347" y="10234"/>
                  <a:pt x="1374" y="10240"/>
                  <a:pt x="1402" y="10240"/>
                </a:cubicBezTo>
                <a:lnTo>
                  <a:pt x="15796" y="10240"/>
                </a:lnTo>
                <a:cubicBezTo>
                  <a:pt x="15824" y="10240"/>
                  <a:pt x="15851" y="10234"/>
                  <a:pt x="15877" y="10224"/>
                </a:cubicBezTo>
                <a:cubicBezTo>
                  <a:pt x="15903" y="10213"/>
                  <a:pt x="15926" y="10198"/>
                  <a:pt x="15946" y="10178"/>
                </a:cubicBezTo>
                <a:cubicBezTo>
                  <a:pt x="15966" y="10158"/>
                  <a:pt x="15981" y="10135"/>
                  <a:pt x="15992" y="10109"/>
                </a:cubicBezTo>
                <a:cubicBezTo>
                  <a:pt x="16002" y="10083"/>
                  <a:pt x="16008" y="10056"/>
                  <a:pt x="16008" y="10028"/>
                </a:cubicBezTo>
                <a:lnTo>
                  <a:pt x="16008" y="1190"/>
                </a:lnTo>
                <a:cubicBezTo>
                  <a:pt x="16008" y="1162"/>
                  <a:pt x="16002" y="1135"/>
                  <a:pt x="15992" y="1109"/>
                </a:cubicBezTo>
                <a:cubicBezTo>
                  <a:pt x="15981" y="1083"/>
                  <a:pt x="15966" y="1060"/>
                  <a:pt x="15946" y="1040"/>
                </a:cubicBezTo>
                <a:cubicBezTo>
                  <a:pt x="15926" y="1020"/>
                  <a:pt x="15903" y="1005"/>
                  <a:pt x="15877" y="994"/>
                </a:cubicBezTo>
                <a:cubicBezTo>
                  <a:pt x="15851" y="984"/>
                  <a:pt x="15824" y="978"/>
                  <a:pt x="15796" y="978"/>
                </a:cubicBezTo>
                <a:lnTo>
                  <a:pt x="1402" y="978"/>
                </a:lnTo>
                <a:cubicBezTo>
                  <a:pt x="1374" y="978"/>
                  <a:pt x="1347" y="984"/>
                  <a:pt x="1321" y="994"/>
                </a:cubicBezTo>
                <a:cubicBezTo>
                  <a:pt x="1295" y="1005"/>
                  <a:pt x="1272" y="1020"/>
                  <a:pt x="1252" y="1040"/>
                </a:cubicBezTo>
                <a:cubicBezTo>
                  <a:pt x="1232" y="1060"/>
                  <a:pt x="1217" y="1083"/>
                  <a:pt x="1206" y="1109"/>
                </a:cubicBezTo>
                <a:cubicBezTo>
                  <a:pt x="1195" y="1135"/>
                  <a:pt x="1190" y="1162"/>
                  <a:pt x="1190" y="1190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43"/>
                </a:lnTo>
                <a:lnTo>
                  <a:pt x="0" y="116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"/>
          <p:cNvPicPr/>
          <p:nvPr/>
        </p:nvPicPr>
        <p:blipFill>
          <a:blip r:embed="rId1"/>
          <a:stretch/>
        </p:blipFill>
        <p:spPr>
          <a:xfrm>
            <a:off x="571320" y="72396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628560" y="48862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286320" y="216396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第⼀眼印象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28560" y="52480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38080" y="4768920"/>
            <a:ext cx="3758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推⻔进来：整⾯⽩橡⽊书墙直接撞⼊视线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28560" y="5600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38080" y="5131080"/>
            <a:ext cx="5149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暖⾊吊灯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⽺⽑地毯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亚麻沙发，像⼀间私⼈图书室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38080" y="5483520"/>
            <a:ext cx="4603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虽不⼤，但层⾼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2.8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，视觉拉升很明显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286320" y="1916280"/>
            <a:ext cx="3653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核⼼：书墙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容量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500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册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838080" y="4521240"/>
            <a:ext cx="4251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尺⼨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5.0 m ×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2.8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，整⾯占满背墙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38080" y="4883400"/>
            <a:ext cx="507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分层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层开放格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底部带⻔柜（隐藏收纳，杂物不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38080" y="518796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外露）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28560" y="601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38080" y="5550120"/>
            <a:ext cx="313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材质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：⽩橡⽊多层板，原⽊⾊封边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38080" y="5902560"/>
            <a:ext cx="5227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细节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：每层留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 cm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⽂件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⼤画册都能竖着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38080" y="620712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286320" y="1916280"/>
            <a:ext cx="2500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⼯作桌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可容双屏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38080" y="4521240"/>
            <a:ext cx="5460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尺⼨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1.4 × 0.7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，刚好放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27"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显示器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笔记本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838080" y="482616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料摊开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838080" y="5187960"/>
            <a:ext cx="4858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桌⾯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：⽩橡⽊台⾯，⿊钢脚架（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常⻅搭配）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28560" y="601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38080" y="5550120"/>
            <a:ext cx="4385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朝向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：⾯⻄，下午⾃然采光，⼯作时不直射眼睛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38080" y="5902560"/>
            <a:ext cx="4794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决策点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：要不要加⼀个抽屉组？（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¥800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，放耗材）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7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286320" y="1983240"/>
            <a:ext cx="3884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阅读⻆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单⼈沙发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落地灯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38080" y="4587840"/>
            <a:ext cx="4176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沙发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：⽶⽩亚麻，包裹性强，可半躺读⼀下午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38080" y="4950000"/>
            <a:ext cx="413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落地灯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：⻩铜杆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亚麻灯罩，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838080" y="5302440"/>
            <a:ext cx="4151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地毯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1.5 × 1.2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⽺⽑地毯，冬天⾚脚舒服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838080" y="5664240"/>
            <a:ext cx="4627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细节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：沙发旁留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cm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空隙，可放⼩边⼏或茶杯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4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286320" y="1983240"/>
            <a:ext cx="2500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隐藏收纳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带⻔柜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38080" y="4587840"/>
            <a:ext cx="313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位置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：书墙右下⻆⼀组独⽴带⻔柜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38080" y="4950000"/>
            <a:ext cx="3916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尺⼨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0.7 × 0.5 × 1.0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（宽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深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838080" y="5302440"/>
            <a:ext cx="4479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⽤途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：放打印机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⽂件档案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不想外露的杂物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838080" y="5664240"/>
            <a:ext cx="313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⻔板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：炭⿊⾊哑光，和⼯作椅呼应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1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286320" y="1983240"/>
            <a:ext cx="1927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平⾯图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动线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838080" y="4587840"/>
            <a:ext cx="349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书墙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：北墙整⾯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最主要的视觉焦点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838080" y="4950000"/>
            <a:ext cx="313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⼯作桌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：⻄侧，靠窗（⾃然采光）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38080" y="5302440"/>
            <a:ext cx="3341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阅读⻆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：东南⻆，带地毯围出独⽴感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38080" y="5664240"/>
            <a:ext cx="3691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⾛道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：中间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1.2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通⾏宽度，进出不挤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80680" y="263808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933120" y="2638080"/>
            <a:ext cx="1915200" cy="371880"/>
          </a:xfrm>
          <a:custGeom>
            <a:avLst/>
            <a:gdLst/>
            <a:ahLst/>
            <a:rect l="0" t="0" r="r" b="b"/>
            <a:pathLst>
              <a:path w="5320" h="1033">
                <a:moveTo>
                  <a:pt x="0" y="0"/>
                </a:moveTo>
                <a:lnTo>
                  <a:pt x="5320" y="0"/>
                </a:lnTo>
                <a:lnTo>
                  <a:pt x="53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847960" y="2638080"/>
            <a:ext cx="4324680" cy="371880"/>
          </a:xfrm>
          <a:custGeom>
            <a:avLst/>
            <a:gdLst/>
            <a:ahLst/>
            <a:rect l="0" t="0" r="r" b="b"/>
            <a:pathLst>
              <a:path w="12013" h="1033">
                <a:moveTo>
                  <a:pt x="0" y="0"/>
                </a:moveTo>
                <a:lnTo>
                  <a:pt x="12013" y="0"/>
                </a:lnTo>
                <a:lnTo>
                  <a:pt x="12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7172280" y="2638080"/>
            <a:ext cx="1229040" cy="371880"/>
          </a:xfrm>
          <a:custGeom>
            <a:avLst/>
            <a:gdLst/>
            <a:ahLst/>
            <a:rect l="0" t="0" r="r" b="b"/>
            <a:pathLst>
              <a:path w="3414" h="1033">
                <a:moveTo>
                  <a:pt x="0" y="0"/>
                </a:moveTo>
                <a:lnTo>
                  <a:pt x="3414" y="0"/>
                </a:lnTo>
                <a:lnTo>
                  <a:pt x="34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80680" y="263808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933120" y="2638080"/>
            <a:ext cx="1915200" cy="371880"/>
          </a:xfrm>
          <a:custGeom>
            <a:avLst/>
            <a:gdLst/>
            <a:ahLst/>
            <a:rect l="0" t="0" r="r" b="b"/>
            <a:pathLst>
              <a:path w="5320" h="1033">
                <a:moveTo>
                  <a:pt x="0" y="0"/>
                </a:moveTo>
                <a:lnTo>
                  <a:pt x="5320" y="0"/>
                </a:lnTo>
                <a:lnTo>
                  <a:pt x="53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847960" y="2638080"/>
            <a:ext cx="4324680" cy="371880"/>
          </a:xfrm>
          <a:custGeom>
            <a:avLst/>
            <a:gdLst/>
            <a:ahLst/>
            <a:rect l="0" t="0" r="r" b="b"/>
            <a:pathLst>
              <a:path w="12013" h="1033">
                <a:moveTo>
                  <a:pt x="0" y="0"/>
                </a:moveTo>
                <a:lnTo>
                  <a:pt x="12013" y="0"/>
                </a:lnTo>
                <a:lnTo>
                  <a:pt x="12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7172280" y="2638080"/>
            <a:ext cx="1229040" cy="371880"/>
          </a:xfrm>
          <a:custGeom>
            <a:avLst/>
            <a:gdLst/>
            <a:ahLst/>
            <a:rect l="0" t="0" r="r" b="b"/>
            <a:pathLst>
              <a:path w="3414" h="1033">
                <a:moveTo>
                  <a:pt x="0" y="0"/>
                </a:moveTo>
                <a:lnTo>
                  <a:pt x="3414" y="0"/>
                </a:lnTo>
                <a:lnTo>
                  <a:pt x="34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80680" y="300960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933120" y="3009600"/>
            <a:ext cx="1915200" cy="371880"/>
          </a:xfrm>
          <a:custGeom>
            <a:avLst/>
            <a:gdLst/>
            <a:ahLst/>
            <a:rect l="0" t="0" r="r" b="b"/>
            <a:pathLst>
              <a:path w="5320" h="1033">
                <a:moveTo>
                  <a:pt x="0" y="0"/>
                </a:moveTo>
                <a:lnTo>
                  <a:pt x="5320" y="0"/>
                </a:lnTo>
                <a:lnTo>
                  <a:pt x="53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847960" y="3009600"/>
            <a:ext cx="4324680" cy="371880"/>
          </a:xfrm>
          <a:custGeom>
            <a:avLst/>
            <a:gdLst/>
            <a:ahLst/>
            <a:rect l="0" t="0" r="r" b="b"/>
            <a:pathLst>
              <a:path w="12013" h="1033">
                <a:moveTo>
                  <a:pt x="0" y="0"/>
                </a:moveTo>
                <a:lnTo>
                  <a:pt x="12013" y="0"/>
                </a:lnTo>
                <a:lnTo>
                  <a:pt x="12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7172280" y="3009600"/>
            <a:ext cx="1229040" cy="371880"/>
          </a:xfrm>
          <a:custGeom>
            <a:avLst/>
            <a:gdLst/>
            <a:ahLst/>
            <a:rect l="0" t="0" r="r" b="b"/>
            <a:pathLst>
              <a:path w="3414" h="1033">
                <a:moveTo>
                  <a:pt x="0" y="0"/>
                </a:moveTo>
                <a:lnTo>
                  <a:pt x="3414" y="0"/>
                </a:lnTo>
                <a:lnTo>
                  <a:pt x="34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80680" y="338112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933120" y="3381120"/>
            <a:ext cx="1915200" cy="371880"/>
          </a:xfrm>
          <a:custGeom>
            <a:avLst/>
            <a:gdLst/>
            <a:ahLst/>
            <a:rect l="0" t="0" r="r" b="b"/>
            <a:pathLst>
              <a:path w="5320" h="1033">
                <a:moveTo>
                  <a:pt x="0" y="0"/>
                </a:moveTo>
                <a:lnTo>
                  <a:pt x="5320" y="0"/>
                </a:lnTo>
                <a:lnTo>
                  <a:pt x="53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847960" y="3381120"/>
            <a:ext cx="4324680" cy="371880"/>
          </a:xfrm>
          <a:custGeom>
            <a:avLst/>
            <a:gdLst/>
            <a:ahLst/>
            <a:rect l="0" t="0" r="r" b="b"/>
            <a:pathLst>
              <a:path w="12013" h="1033">
                <a:moveTo>
                  <a:pt x="0" y="0"/>
                </a:moveTo>
                <a:lnTo>
                  <a:pt x="12013" y="0"/>
                </a:lnTo>
                <a:lnTo>
                  <a:pt x="12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7172280" y="3381120"/>
            <a:ext cx="1229040" cy="371880"/>
          </a:xfrm>
          <a:custGeom>
            <a:avLst/>
            <a:gdLst/>
            <a:ahLst/>
            <a:rect l="0" t="0" r="r" b="b"/>
            <a:pathLst>
              <a:path w="3414" h="1033">
                <a:moveTo>
                  <a:pt x="0" y="0"/>
                </a:moveTo>
                <a:lnTo>
                  <a:pt x="3414" y="0"/>
                </a:lnTo>
                <a:lnTo>
                  <a:pt x="34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80680" y="375264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933120" y="3752640"/>
            <a:ext cx="1915200" cy="371880"/>
          </a:xfrm>
          <a:custGeom>
            <a:avLst/>
            <a:gdLst/>
            <a:ahLst/>
            <a:rect l="0" t="0" r="r" b="b"/>
            <a:pathLst>
              <a:path w="5320" h="1033">
                <a:moveTo>
                  <a:pt x="0" y="0"/>
                </a:moveTo>
                <a:lnTo>
                  <a:pt x="5320" y="0"/>
                </a:lnTo>
                <a:lnTo>
                  <a:pt x="53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847960" y="3752640"/>
            <a:ext cx="4324680" cy="371880"/>
          </a:xfrm>
          <a:custGeom>
            <a:avLst/>
            <a:gdLst/>
            <a:ahLst/>
            <a:rect l="0" t="0" r="r" b="b"/>
            <a:pathLst>
              <a:path w="12013" h="1033">
                <a:moveTo>
                  <a:pt x="0" y="0"/>
                </a:moveTo>
                <a:lnTo>
                  <a:pt x="12013" y="0"/>
                </a:lnTo>
                <a:lnTo>
                  <a:pt x="12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172280" y="3752640"/>
            <a:ext cx="1229040" cy="371880"/>
          </a:xfrm>
          <a:custGeom>
            <a:avLst/>
            <a:gdLst/>
            <a:ahLst/>
            <a:rect l="0" t="0" r="r" b="b"/>
            <a:pathLst>
              <a:path w="3414" h="1033">
                <a:moveTo>
                  <a:pt x="0" y="0"/>
                </a:moveTo>
                <a:lnTo>
                  <a:pt x="3414" y="0"/>
                </a:lnTo>
                <a:lnTo>
                  <a:pt x="34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80680" y="412416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933120" y="4124160"/>
            <a:ext cx="1915200" cy="371880"/>
          </a:xfrm>
          <a:custGeom>
            <a:avLst/>
            <a:gdLst/>
            <a:ahLst/>
            <a:rect l="0" t="0" r="r" b="b"/>
            <a:pathLst>
              <a:path w="5320" h="1033">
                <a:moveTo>
                  <a:pt x="0" y="0"/>
                </a:moveTo>
                <a:lnTo>
                  <a:pt x="5320" y="0"/>
                </a:lnTo>
                <a:lnTo>
                  <a:pt x="53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847960" y="4124160"/>
            <a:ext cx="4324680" cy="371880"/>
          </a:xfrm>
          <a:custGeom>
            <a:avLst/>
            <a:gdLst/>
            <a:ahLst/>
            <a:rect l="0" t="0" r="r" b="b"/>
            <a:pathLst>
              <a:path w="12013" h="1033">
                <a:moveTo>
                  <a:pt x="0" y="0"/>
                </a:moveTo>
                <a:lnTo>
                  <a:pt x="12013" y="0"/>
                </a:lnTo>
                <a:lnTo>
                  <a:pt x="12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7172280" y="4124160"/>
            <a:ext cx="1229040" cy="371880"/>
          </a:xfrm>
          <a:custGeom>
            <a:avLst/>
            <a:gdLst/>
            <a:ahLst/>
            <a:rect l="0" t="0" r="r" b="b"/>
            <a:pathLst>
              <a:path w="3414" h="1033">
                <a:moveTo>
                  <a:pt x="0" y="0"/>
                </a:moveTo>
                <a:lnTo>
                  <a:pt x="3414" y="0"/>
                </a:lnTo>
                <a:lnTo>
                  <a:pt x="34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71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71320" y="262872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93312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942840" y="2628720"/>
            <a:ext cx="1905480" cy="9720"/>
          </a:xfrm>
          <a:custGeom>
            <a:avLst/>
            <a:gdLst/>
            <a:ah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83824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847960" y="2628720"/>
            <a:ext cx="4334040" cy="9720"/>
          </a:xfrm>
          <a:custGeom>
            <a:avLst/>
            <a:gdLst/>
            <a:ah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17228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7181640" y="262872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840096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71320" y="300024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942840" y="3000240"/>
            <a:ext cx="1905480" cy="9720"/>
          </a:xfrm>
          <a:custGeom>
            <a:avLst/>
            <a:gdLst/>
            <a:ah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847960" y="3000240"/>
            <a:ext cx="4334040" cy="9720"/>
          </a:xfrm>
          <a:custGeom>
            <a:avLst/>
            <a:gdLst/>
            <a:ah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181640" y="300024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9331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28382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71722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84009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71320" y="337176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9331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942840" y="3371760"/>
            <a:ext cx="1905480" cy="9720"/>
          </a:xfrm>
          <a:custGeom>
            <a:avLst/>
            <a:gdLst/>
            <a:ah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28382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847960" y="3371760"/>
            <a:ext cx="4334040" cy="9720"/>
          </a:xfrm>
          <a:custGeom>
            <a:avLst/>
            <a:gdLst/>
            <a:ah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71722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7181640" y="337176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84009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571320" y="374328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9331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942840" y="3743280"/>
            <a:ext cx="1905480" cy="9720"/>
          </a:xfrm>
          <a:custGeom>
            <a:avLst/>
            <a:gdLst/>
            <a:ah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8382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847960" y="3743280"/>
            <a:ext cx="4334040" cy="9720"/>
          </a:xfrm>
          <a:custGeom>
            <a:avLst/>
            <a:gdLst/>
            <a:ah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71722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7181640" y="374328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84009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571320" y="411444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9331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942840" y="4114440"/>
            <a:ext cx="1905480" cy="10080"/>
          </a:xfrm>
          <a:custGeom>
            <a:avLst/>
            <a:gdLst/>
            <a:ah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8382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847960" y="4114440"/>
            <a:ext cx="4334040" cy="10080"/>
          </a:xfrm>
          <a:custGeom>
            <a:avLst/>
            <a:gdLst/>
            <a:ah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71722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7181640" y="4114440"/>
            <a:ext cx="1229040" cy="10080"/>
          </a:xfrm>
          <a:custGeom>
            <a:avLst/>
            <a:gdLst/>
            <a:ahLst/>
            <a:rect l="0" t="0" r="r" b="b"/>
            <a:pathLst>
              <a:path w="3414" h="28">
                <a:moveTo>
                  <a:pt x="0" y="0"/>
                </a:moveTo>
                <a:lnTo>
                  <a:pt x="3414" y="0"/>
                </a:lnTo>
                <a:lnTo>
                  <a:pt x="34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840096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71320" y="448596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942840" y="4485960"/>
            <a:ext cx="1905480" cy="10080"/>
          </a:xfrm>
          <a:custGeom>
            <a:avLst/>
            <a:gdLst/>
            <a:ah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847960" y="4485960"/>
            <a:ext cx="4334040" cy="10080"/>
          </a:xfrm>
          <a:custGeom>
            <a:avLst/>
            <a:gdLst/>
            <a:ah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7181640" y="4485960"/>
            <a:ext cx="1229040" cy="10080"/>
          </a:xfrm>
          <a:custGeom>
            <a:avLst/>
            <a:gdLst/>
            <a:ahLst/>
            <a:rect l="0" t="0" r="r" b="b"/>
            <a:pathLst>
              <a:path w="3414" h="28">
                <a:moveTo>
                  <a:pt x="0" y="0"/>
                </a:moveTo>
                <a:lnTo>
                  <a:pt x="3414" y="0"/>
                </a:lnTo>
                <a:lnTo>
                  <a:pt x="34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71320" y="2049840"/>
            <a:ext cx="2529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请你决定的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件事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04880" y="26949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#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06488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决策项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97504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选项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730332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影响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04880" y="3066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064880" y="3066120"/>
            <a:ext cx="174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书墙顶部开放 </a:t>
            </a:r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or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到顶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2975040" y="3066120"/>
            <a:ext cx="220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到顶显⾼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cm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喘息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7303320" y="3066120"/>
            <a:ext cx="106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容量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视觉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04880" y="34376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1064880" y="343764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书柜⻔板颜⾊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2975040" y="3437640"/>
            <a:ext cx="183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同⾊⽩橡⽊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炭⿊对⽐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303320" y="3437640"/>
            <a:ext cx="106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整洁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04880" y="3809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06488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地板材质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975040" y="3809160"/>
            <a:ext cx="4340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橡⽊多层（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¥600/m²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更⾼端纯实⽊（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¥1200/m²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303320" y="3809160"/>
            <a:ext cx="10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预算差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¥12K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704880" y="41806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064880" y="41806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沙发换单椅？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975040" y="4180680"/>
            <a:ext cx="1661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亚麻沙发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⽪质单椅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30332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氛围差别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571320" y="1935360"/>
            <a:ext cx="1671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预算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71320" y="2516760"/>
            <a:ext cx="225648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¥78K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71320" y="3616560"/>
            <a:ext cx="1078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主材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330440" y="2516760"/>
            <a:ext cx="202428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4330440" y="361656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从拆到⼊住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8089920" y="2516760"/>
            <a:ext cx="109800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8089920" y="3616560"/>
            <a:ext cx="829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整屋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71320" y="3997440"/>
            <a:ext cx="11554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主要花费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：书墙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¥22K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¥12K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¥3.2K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¥6.5K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阅读⻆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¥5.8K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¥4.5K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¥6.4K 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71320" y="4302360"/>
            <a:ext cx="1442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⽔电安装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¥18K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71320" y="26478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71320" y="2933640"/>
            <a:ext cx="11049480" cy="304920"/>
          </a:xfrm>
          <a:custGeom>
            <a:avLst/>
            <a:gdLst/>
            <a:ahLst/>
            <a:rect l="0" t="0" r="r" b="b"/>
            <a:pathLst>
              <a:path w="30693" h="847">
                <a:moveTo>
                  <a:pt x="0" y="0"/>
                </a:moveTo>
                <a:lnTo>
                  <a:pt x="30693" y="0"/>
                </a:lnTo>
                <a:lnTo>
                  <a:pt x="3069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571320" y="2933640"/>
            <a:ext cx="38520" cy="304920"/>
          </a:xfrm>
          <a:custGeom>
            <a:avLst/>
            <a:gdLst/>
            <a:ahLst/>
            <a:rect l="0" t="0" r="r" b="b"/>
            <a:pathLst>
              <a:path w="107" h="847">
                <a:moveTo>
                  <a:pt x="0" y="0"/>
                </a:moveTo>
                <a:lnTo>
                  <a:pt x="107" y="0"/>
                </a:lnTo>
                <a:lnTo>
                  <a:pt x="10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780840" y="296208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518"/>
                </a:moveTo>
                <a:cubicBezTo>
                  <a:pt x="583" y="554"/>
                  <a:pt x="554" y="583"/>
                  <a:pt x="518" y="583"/>
                </a:cubicBezTo>
                <a:lnTo>
                  <a:pt x="65" y="583"/>
                </a:lnTo>
                <a:cubicBezTo>
                  <a:pt x="29" y="583"/>
                  <a:pt x="0" y="554"/>
                  <a:pt x="0" y="518"/>
                </a:cubicBezTo>
                <a:lnTo>
                  <a:pt x="0" y="65"/>
                </a:lnTo>
                <a:cubicBezTo>
                  <a:pt x="0" y="29"/>
                  <a:pt x="29" y="0"/>
                  <a:pt x="65" y="0"/>
                </a:cubicBezTo>
                <a:lnTo>
                  <a:pt x="518" y="0"/>
                </a:lnTo>
                <a:cubicBezTo>
                  <a:pt x="554" y="0"/>
                  <a:pt x="583" y="29"/>
                  <a:pt x="583" y="65"/>
                </a:cubicBezTo>
                <a:lnTo>
                  <a:pt x="583" y="518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813960" y="2996640"/>
            <a:ext cx="144360" cy="141480"/>
          </a:xfrm>
          <a:custGeom>
            <a:avLst/>
            <a:gdLst/>
            <a:ahLst/>
            <a:rect l="0" t="0" r="r" b="b"/>
            <a:pathLst>
              <a:path w="401" h="393">
                <a:moveTo>
                  <a:pt x="383" y="6"/>
                </a:moveTo>
                <a:cubicBezTo>
                  <a:pt x="364" y="-6"/>
                  <a:pt x="339" y="-1"/>
                  <a:pt x="326" y="18"/>
                </a:cubicBezTo>
                <a:lnTo>
                  <a:pt x="150" y="290"/>
                </a:lnTo>
                <a:lnTo>
                  <a:pt x="68" y="215"/>
                </a:lnTo>
                <a:cubicBezTo>
                  <a:pt x="52" y="200"/>
                  <a:pt x="26" y="201"/>
                  <a:pt x="11" y="217"/>
                </a:cubicBezTo>
                <a:cubicBezTo>
                  <a:pt x="-4" y="234"/>
                  <a:pt x="-3" y="259"/>
                  <a:pt x="13" y="274"/>
                </a:cubicBezTo>
                <a:lnTo>
                  <a:pt x="130" y="382"/>
                </a:lnTo>
                <a:cubicBezTo>
                  <a:pt x="138" y="389"/>
                  <a:pt x="148" y="393"/>
                  <a:pt x="157" y="393"/>
                </a:cubicBezTo>
                <a:cubicBezTo>
                  <a:pt x="168" y="393"/>
                  <a:pt x="182" y="388"/>
                  <a:pt x="191" y="374"/>
                </a:cubicBezTo>
                <a:cubicBezTo>
                  <a:pt x="197" y="366"/>
                  <a:pt x="394" y="62"/>
                  <a:pt x="394" y="62"/>
                </a:cubicBezTo>
                <a:cubicBezTo>
                  <a:pt x="407" y="43"/>
                  <a:pt x="401" y="18"/>
                  <a:pt x="383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71320" y="1687320"/>
            <a:ext cx="18295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381040" y="296208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518"/>
                </a:moveTo>
                <a:cubicBezTo>
                  <a:pt x="583" y="554"/>
                  <a:pt x="554" y="583"/>
                  <a:pt x="518" y="583"/>
                </a:cubicBezTo>
                <a:lnTo>
                  <a:pt x="65" y="583"/>
                </a:lnTo>
                <a:cubicBezTo>
                  <a:pt x="29" y="583"/>
                  <a:pt x="0" y="554"/>
                  <a:pt x="0" y="518"/>
                </a:cubicBezTo>
                <a:lnTo>
                  <a:pt x="0" y="65"/>
                </a:lnTo>
                <a:cubicBezTo>
                  <a:pt x="0" y="29"/>
                  <a:pt x="29" y="0"/>
                  <a:pt x="65" y="0"/>
                </a:cubicBezTo>
                <a:lnTo>
                  <a:pt x="518" y="0"/>
                </a:lnTo>
                <a:cubicBezTo>
                  <a:pt x="554" y="0"/>
                  <a:pt x="583" y="29"/>
                  <a:pt x="583" y="65"/>
                </a:cubicBezTo>
                <a:lnTo>
                  <a:pt x="583" y="518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410200" y="3002760"/>
            <a:ext cx="151560" cy="128520"/>
          </a:xfrm>
          <a:custGeom>
            <a:avLst/>
            <a:gdLst/>
            <a:ahLst/>
            <a:rect l="0" t="0" r="r" b="b"/>
            <a:pathLst>
              <a:path w="421" h="357">
                <a:moveTo>
                  <a:pt x="357" y="179"/>
                </a:moveTo>
                <a:lnTo>
                  <a:pt x="162" y="0"/>
                </a:lnTo>
                <a:lnTo>
                  <a:pt x="162" y="149"/>
                </a:lnTo>
                <a:lnTo>
                  <a:pt x="0" y="0"/>
                </a:lnTo>
                <a:lnTo>
                  <a:pt x="0" y="357"/>
                </a:lnTo>
                <a:lnTo>
                  <a:pt x="162" y="209"/>
                </a:lnTo>
                <a:lnTo>
                  <a:pt x="162" y="357"/>
                </a:lnTo>
                <a:lnTo>
                  <a:pt x="357" y="179"/>
                </a:lnTo>
                <a:moveTo>
                  <a:pt x="357" y="0"/>
                </a:moveTo>
                <a:lnTo>
                  <a:pt x="421" y="0"/>
                </a:lnTo>
                <a:lnTo>
                  <a:pt x="421" y="357"/>
                </a:lnTo>
                <a:lnTo>
                  <a:pt x="357" y="357"/>
                </a:lnTo>
                <a:lnTo>
                  <a:pt x="35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058400" y="2930760"/>
            <a:ext cx="1467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 ⽅案已就绪 </a:t>
            </a:r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628560" y="35049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661120" y="2930760"/>
            <a:ext cx="9385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 等你反馈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28560" y="38671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838080" y="3387960"/>
            <a:ext cx="3734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微调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（颜⾊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数字）→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分钟出新版本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628560" y="42289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838080" y="3749760"/>
            <a:ext cx="2983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重排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（家具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分区）→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838080" y="4111920"/>
            <a:ext cx="3012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换⻛格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（整套配⾊）→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571320" y="4530960"/>
            <a:ext cx="3619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反馈后进⼊施⼯图深化 → 招标 → 开⼯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285840" y="199440"/>
            <a:ext cx="240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张先⽣家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