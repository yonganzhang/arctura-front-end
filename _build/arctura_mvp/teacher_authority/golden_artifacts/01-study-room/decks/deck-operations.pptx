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255240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4A8B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580680" y="4190760"/>
            <a:ext cx="1629360" cy="371880"/>
          </a:xfrm>
          <a:custGeom>
            <a:avLst/>
            <a:gdLst/>
            <a:ahLst/>
            <a:rect l="0" t="0" r="r" b="b"/>
            <a:pathLst>
              <a:path w="4526" h="1033">
                <a:moveTo>
                  <a:pt x="0" y="0"/>
                </a:moveTo>
                <a:lnTo>
                  <a:pt x="4526" y="0"/>
                </a:lnTo>
                <a:lnTo>
                  <a:pt x="45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2209680" y="419076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3495600" y="419076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80680" y="4190760"/>
            <a:ext cx="1629360" cy="371880"/>
          </a:xfrm>
          <a:custGeom>
            <a:avLst/>
            <a:gdLst/>
            <a:ahLst/>
            <a:rect l="0" t="0" r="r" b="b"/>
            <a:pathLst>
              <a:path w="4526" h="1033">
                <a:moveTo>
                  <a:pt x="0" y="0"/>
                </a:moveTo>
                <a:lnTo>
                  <a:pt x="4526" y="0"/>
                </a:lnTo>
                <a:lnTo>
                  <a:pt x="45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2209680" y="419076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3495600" y="419076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580680" y="4562280"/>
            <a:ext cx="1629360" cy="371880"/>
          </a:xfrm>
          <a:custGeom>
            <a:avLst/>
            <a:gdLst/>
            <a:ahLst/>
            <a:rect l="0" t="0" r="r" b="b"/>
            <a:pathLst>
              <a:path w="4526" h="1033">
                <a:moveTo>
                  <a:pt x="0" y="0"/>
                </a:moveTo>
                <a:lnTo>
                  <a:pt x="4526" y="0"/>
                </a:lnTo>
                <a:lnTo>
                  <a:pt x="452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2209680" y="45622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3495600" y="456228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71320" y="41814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71320" y="418140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219996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209680" y="418140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348588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3495600" y="418140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4943160" y="41814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71320" y="4552920"/>
            <a:ext cx="1638720" cy="9720"/>
          </a:xfrm>
          <a:custGeom>
            <a:avLst/>
            <a:gdLst/>
            <a:ah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2209680" y="4552920"/>
            <a:ext cx="1286280" cy="9720"/>
          </a:xfrm>
          <a:custGeom>
            <a:avLst/>
            <a:gdLst/>
            <a:ahLst/>
            <a:rect l="0" t="0" r="r" b="b"/>
            <a:pathLst>
              <a:path w="3573" h="27">
                <a:moveTo>
                  <a:pt x="0" y="0"/>
                </a:moveTo>
                <a:lnTo>
                  <a:pt x="3573" y="0"/>
                </a:lnTo>
                <a:lnTo>
                  <a:pt x="35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3495600" y="455292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571320" y="45622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219996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348588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4943160" y="45622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571320" y="4924080"/>
            <a:ext cx="1638720" cy="10080"/>
          </a:xfrm>
          <a:custGeom>
            <a:avLst/>
            <a:gdLst/>
            <a:ah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2209680" y="4924080"/>
            <a:ext cx="1286280" cy="10080"/>
          </a:xfrm>
          <a:custGeom>
            <a:avLst/>
            <a:gdLst/>
            <a:ahLst/>
            <a:rect l="0" t="0" r="r" b="b"/>
            <a:pathLst>
              <a:path w="3573" h="28">
                <a:moveTo>
                  <a:pt x="0" y="0"/>
                </a:moveTo>
                <a:lnTo>
                  <a:pt x="3573" y="0"/>
                </a:lnTo>
                <a:lnTo>
                  <a:pt x="35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3495600" y="4924080"/>
            <a:ext cx="1457640" cy="10080"/>
          </a:xfrm>
          <a:custGeom>
            <a:avLst/>
            <a:gdLst/>
            <a:ahLst/>
            <a:rect l="0" t="0" r="r" b="b"/>
            <a:pathLst>
              <a:path w="4049" h="28">
                <a:moveTo>
                  <a:pt x="0" y="0"/>
                </a:moveTo>
                <a:lnTo>
                  <a:pt x="4049" y="0"/>
                </a:lnTo>
                <a:lnTo>
                  <a:pt x="40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71320" y="1592280"/>
            <a:ext cx="775836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极简书房 </a:t>
            </a:r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使⽤与维保⼿册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71320" y="2810520"/>
            <a:ext cx="296496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m² · Japandi · v1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71320" y="3396240"/>
            <a:ext cx="27568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交给 业主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⻓期保养指南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04880" y="4247280"/>
            <a:ext cx="136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使⽤寿命（设计）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2333520" y="424728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核⼼养护周期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619440" y="424728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预估年维护成本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04880" y="4618800"/>
            <a:ext cx="652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8-10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333520" y="46188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季度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619440" y="4618800"/>
            <a:ext cx="1036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¥600-¥1,200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199440"/>
            <a:ext cx="325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⼊住使⽤与维保⼿册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85840" y="6409440"/>
            <a:ext cx="387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业主⽇常使⽤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286320" y="191628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空间使⽤分区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38080" y="4521240"/>
            <a:ext cx="5122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书墙区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册容量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底柜隐藏收纳（建议放杂物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28560" y="53053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38080" y="4826160"/>
            <a:ext cx="203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打印机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季节⾐物）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28560" y="56671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38080" y="5187960"/>
            <a:ext cx="4839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⼯作区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：⾯⻄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下午光好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双屏布置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桌下理线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628560" y="6019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38080" y="5550120"/>
            <a:ext cx="4861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阅读⻆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：东南⻆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单⼈沙发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落地灯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地毯围合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38080" y="5902560"/>
            <a:ext cx="4039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⾛道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：中间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1.2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，不放物件（动线关键）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85840" y="199440"/>
            <a:ext cx="325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⼊住使⽤与维保⼿册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85840" y="6409440"/>
            <a:ext cx="387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业主⽇常使⽤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286320" y="191628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书墙⽇常使⽤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38080" y="4521240"/>
            <a:ext cx="2828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承重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：每层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 kg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，满书放⼼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28560" y="53625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38080" y="4883400"/>
            <a:ext cx="4176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顺序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：建议按主题或颜⾊分层（视觉更统⼀）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38080" y="5245200"/>
            <a:ext cx="20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防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28560" y="6019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838080" y="5550120"/>
            <a:ext cx="51483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尘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：上层和顶格建议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个⽉擦⼀次（鸡⽑掸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⼲布）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28560" y="63817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838080" y="5902560"/>
            <a:ext cx="3758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防潮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：南⽅梅⾬季放⼀包防潮剂在每层⻆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838080" y="6264360"/>
            <a:ext cx="5119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底柜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push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磁吸⻔，轻按开合，不要硬拉（磁吸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3-5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838080" y="656928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年后需换）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285840" y="199440"/>
            <a:ext cx="325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⼊住使⽤与维保⼿册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285840" y="6409440"/>
            <a:ext cx="387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业主⽇常使⽤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580680" y="207612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1866600" y="2076120"/>
            <a:ext cx="1153080" cy="371880"/>
          </a:xfrm>
          <a:custGeom>
            <a:avLst/>
            <a:gdLst/>
            <a:ahLst/>
            <a:rect l="0" t="0" r="r" b="b"/>
            <a:pathLst>
              <a:path w="3203" h="1033">
                <a:moveTo>
                  <a:pt x="0" y="0"/>
                </a:moveTo>
                <a:lnTo>
                  <a:pt x="3203" y="0"/>
                </a:lnTo>
                <a:lnTo>
                  <a:pt x="320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3019320" y="2076120"/>
            <a:ext cx="2419560" cy="371880"/>
          </a:xfrm>
          <a:custGeom>
            <a:avLst/>
            <a:gdLst/>
            <a:ahLst/>
            <a:rect l="0" t="0" r="r" b="b"/>
            <a:pathLst>
              <a:path w="6721" h="1033">
                <a:moveTo>
                  <a:pt x="0" y="0"/>
                </a:moveTo>
                <a:lnTo>
                  <a:pt x="6721" y="0"/>
                </a:lnTo>
                <a:lnTo>
                  <a:pt x="6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438520" y="207612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80680" y="207612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866600" y="2076120"/>
            <a:ext cx="1153080" cy="371880"/>
          </a:xfrm>
          <a:custGeom>
            <a:avLst/>
            <a:gdLst/>
            <a:ahLst/>
            <a:rect l="0" t="0" r="r" b="b"/>
            <a:pathLst>
              <a:path w="3203" h="1033">
                <a:moveTo>
                  <a:pt x="0" y="0"/>
                </a:moveTo>
                <a:lnTo>
                  <a:pt x="3203" y="0"/>
                </a:lnTo>
                <a:lnTo>
                  <a:pt x="320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3019320" y="2076120"/>
            <a:ext cx="2419560" cy="371880"/>
          </a:xfrm>
          <a:custGeom>
            <a:avLst/>
            <a:gdLst/>
            <a:ahLst/>
            <a:rect l="0" t="0" r="r" b="b"/>
            <a:pathLst>
              <a:path w="6721" h="1033">
                <a:moveTo>
                  <a:pt x="0" y="0"/>
                </a:moveTo>
                <a:lnTo>
                  <a:pt x="6721" y="0"/>
                </a:lnTo>
                <a:lnTo>
                  <a:pt x="6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438520" y="207612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80680" y="244764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1866600" y="2447640"/>
            <a:ext cx="1153080" cy="371880"/>
          </a:xfrm>
          <a:custGeom>
            <a:avLst/>
            <a:gdLst/>
            <a:ahLst/>
            <a:rect l="0" t="0" r="r" b="b"/>
            <a:pathLst>
              <a:path w="3203" h="1033">
                <a:moveTo>
                  <a:pt x="0" y="0"/>
                </a:moveTo>
                <a:lnTo>
                  <a:pt x="3203" y="0"/>
                </a:lnTo>
                <a:lnTo>
                  <a:pt x="320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3019320" y="2447640"/>
            <a:ext cx="2419560" cy="371880"/>
          </a:xfrm>
          <a:custGeom>
            <a:avLst/>
            <a:gdLst/>
            <a:ahLst/>
            <a:rect l="0" t="0" r="r" b="b"/>
            <a:pathLst>
              <a:path w="6721" h="1033">
                <a:moveTo>
                  <a:pt x="0" y="0"/>
                </a:moveTo>
                <a:lnTo>
                  <a:pt x="6721" y="0"/>
                </a:lnTo>
                <a:lnTo>
                  <a:pt x="6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5438520" y="244764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580680" y="281916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866600" y="2819160"/>
            <a:ext cx="1153080" cy="371880"/>
          </a:xfrm>
          <a:custGeom>
            <a:avLst/>
            <a:gdLst/>
            <a:ahLst/>
            <a:rect l="0" t="0" r="r" b="b"/>
            <a:pathLst>
              <a:path w="3203" h="1033">
                <a:moveTo>
                  <a:pt x="0" y="0"/>
                </a:moveTo>
                <a:lnTo>
                  <a:pt x="3203" y="0"/>
                </a:lnTo>
                <a:lnTo>
                  <a:pt x="320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3019320" y="2819160"/>
            <a:ext cx="2419560" cy="371880"/>
          </a:xfrm>
          <a:custGeom>
            <a:avLst/>
            <a:gdLst/>
            <a:ahLst/>
            <a:rect l="0" t="0" r="r" b="b"/>
            <a:pathLst>
              <a:path w="6721" h="1033">
                <a:moveTo>
                  <a:pt x="0" y="0"/>
                </a:moveTo>
                <a:lnTo>
                  <a:pt x="6721" y="0"/>
                </a:lnTo>
                <a:lnTo>
                  <a:pt x="6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5438520" y="281916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80680" y="31906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866600" y="3190680"/>
            <a:ext cx="1153080" cy="371880"/>
          </a:xfrm>
          <a:custGeom>
            <a:avLst/>
            <a:gdLst/>
            <a:ahLst/>
            <a:rect l="0" t="0" r="r" b="b"/>
            <a:pathLst>
              <a:path w="3203" h="1033">
                <a:moveTo>
                  <a:pt x="0" y="0"/>
                </a:moveTo>
                <a:lnTo>
                  <a:pt x="3203" y="0"/>
                </a:lnTo>
                <a:lnTo>
                  <a:pt x="320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3019320" y="3190680"/>
            <a:ext cx="2419560" cy="371880"/>
          </a:xfrm>
          <a:custGeom>
            <a:avLst/>
            <a:gdLst/>
            <a:ahLst/>
            <a:rect l="0" t="0" r="r" b="b"/>
            <a:pathLst>
              <a:path w="6721" h="1033">
                <a:moveTo>
                  <a:pt x="0" y="0"/>
                </a:moveTo>
                <a:lnTo>
                  <a:pt x="6721" y="0"/>
                </a:lnTo>
                <a:lnTo>
                  <a:pt x="6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5438520" y="319068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80680" y="356220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1866600" y="3562200"/>
            <a:ext cx="1153080" cy="371880"/>
          </a:xfrm>
          <a:custGeom>
            <a:avLst/>
            <a:gdLst/>
            <a:ahLst/>
            <a:rect l="0" t="0" r="r" b="b"/>
            <a:pathLst>
              <a:path w="3203" h="1033">
                <a:moveTo>
                  <a:pt x="0" y="0"/>
                </a:moveTo>
                <a:lnTo>
                  <a:pt x="3203" y="0"/>
                </a:lnTo>
                <a:lnTo>
                  <a:pt x="320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3019320" y="3562200"/>
            <a:ext cx="2419560" cy="371880"/>
          </a:xfrm>
          <a:custGeom>
            <a:avLst/>
            <a:gdLst/>
            <a:ahLst/>
            <a:rect l="0" t="0" r="r" b="b"/>
            <a:pathLst>
              <a:path w="6721" h="1033">
                <a:moveTo>
                  <a:pt x="0" y="0"/>
                </a:moveTo>
                <a:lnTo>
                  <a:pt x="6721" y="0"/>
                </a:lnTo>
                <a:lnTo>
                  <a:pt x="6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438520" y="356220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580680" y="393372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866600" y="3933720"/>
            <a:ext cx="1153080" cy="371880"/>
          </a:xfrm>
          <a:custGeom>
            <a:avLst/>
            <a:gdLst/>
            <a:ahLst/>
            <a:rect l="0" t="0" r="r" b="b"/>
            <a:pathLst>
              <a:path w="3203" h="1033">
                <a:moveTo>
                  <a:pt x="0" y="0"/>
                </a:moveTo>
                <a:lnTo>
                  <a:pt x="3203" y="0"/>
                </a:lnTo>
                <a:lnTo>
                  <a:pt x="320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3019320" y="3933720"/>
            <a:ext cx="2419560" cy="371880"/>
          </a:xfrm>
          <a:custGeom>
            <a:avLst/>
            <a:gdLst/>
            <a:ahLst/>
            <a:rect l="0" t="0" r="r" b="b"/>
            <a:pathLst>
              <a:path w="6721" h="1033">
                <a:moveTo>
                  <a:pt x="0" y="0"/>
                </a:moveTo>
                <a:lnTo>
                  <a:pt x="6721" y="0"/>
                </a:lnTo>
                <a:lnTo>
                  <a:pt x="6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438520" y="393372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80680" y="4305240"/>
            <a:ext cx="1286280" cy="381240"/>
          </a:xfrm>
          <a:custGeom>
            <a:avLst/>
            <a:gdLst/>
            <a:ahLst/>
            <a:rect l="0" t="0" r="r" b="b"/>
            <a:pathLst>
              <a:path w="3573" h="1059">
                <a:moveTo>
                  <a:pt x="0" y="0"/>
                </a:moveTo>
                <a:lnTo>
                  <a:pt x="3573" y="0"/>
                </a:lnTo>
                <a:lnTo>
                  <a:pt x="357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866600" y="4305240"/>
            <a:ext cx="1153080" cy="381240"/>
          </a:xfrm>
          <a:custGeom>
            <a:avLst/>
            <a:gdLst/>
            <a:ahLst/>
            <a:rect l="0" t="0" r="r" b="b"/>
            <a:pathLst>
              <a:path w="3203" h="1059">
                <a:moveTo>
                  <a:pt x="0" y="0"/>
                </a:moveTo>
                <a:lnTo>
                  <a:pt x="3203" y="0"/>
                </a:lnTo>
                <a:lnTo>
                  <a:pt x="320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3019320" y="4305240"/>
            <a:ext cx="2419560" cy="381240"/>
          </a:xfrm>
          <a:custGeom>
            <a:avLst/>
            <a:gdLst/>
            <a:ahLst/>
            <a:rect l="0" t="0" r="r" b="b"/>
            <a:pathLst>
              <a:path w="6721" h="1059">
                <a:moveTo>
                  <a:pt x="0" y="0"/>
                </a:moveTo>
                <a:lnTo>
                  <a:pt x="6721" y="0"/>
                </a:lnTo>
                <a:lnTo>
                  <a:pt x="67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438520" y="4305240"/>
            <a:ext cx="1190880" cy="381240"/>
          </a:xfrm>
          <a:custGeom>
            <a:avLst/>
            <a:gdLst/>
            <a:ahLst/>
            <a:rect l="0" t="0" r="r" b="b"/>
            <a:pathLst>
              <a:path w="3308" h="1059">
                <a:moveTo>
                  <a:pt x="0" y="0"/>
                </a:moveTo>
                <a:lnTo>
                  <a:pt x="3308" y="0"/>
                </a:lnTo>
                <a:lnTo>
                  <a:pt x="330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80680" y="468612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866600" y="4686120"/>
            <a:ext cx="1153080" cy="371880"/>
          </a:xfrm>
          <a:custGeom>
            <a:avLst/>
            <a:gdLst/>
            <a:ahLst/>
            <a:rect l="0" t="0" r="r" b="b"/>
            <a:pathLst>
              <a:path w="3203" h="1033">
                <a:moveTo>
                  <a:pt x="0" y="0"/>
                </a:moveTo>
                <a:lnTo>
                  <a:pt x="3203" y="0"/>
                </a:lnTo>
                <a:lnTo>
                  <a:pt x="320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3019320" y="4686120"/>
            <a:ext cx="2419560" cy="371880"/>
          </a:xfrm>
          <a:custGeom>
            <a:avLst/>
            <a:gdLst/>
            <a:ahLst/>
            <a:rect l="0" t="0" r="r" b="b"/>
            <a:pathLst>
              <a:path w="6721" h="1033">
                <a:moveTo>
                  <a:pt x="0" y="0"/>
                </a:moveTo>
                <a:lnTo>
                  <a:pt x="6721" y="0"/>
                </a:lnTo>
                <a:lnTo>
                  <a:pt x="672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438520" y="4686120"/>
            <a:ext cx="1190880" cy="371880"/>
          </a:xfrm>
          <a:custGeom>
            <a:avLst/>
            <a:gdLst/>
            <a:ahLst/>
            <a:rect l="0" t="0" r="r" b="b"/>
            <a:pathLst>
              <a:path w="3308" h="1033">
                <a:moveTo>
                  <a:pt x="0" y="0"/>
                </a:moveTo>
                <a:lnTo>
                  <a:pt x="3308" y="0"/>
                </a:lnTo>
                <a:lnTo>
                  <a:pt x="330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5713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71320" y="206676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185724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1866600" y="206676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30193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3028680" y="2066760"/>
            <a:ext cx="2419920" cy="9720"/>
          </a:xfrm>
          <a:custGeom>
            <a:avLst/>
            <a:gdLst/>
            <a:ahLst/>
            <a:rect l="0" t="0" r="r" b="b"/>
            <a:pathLst>
              <a:path w="6722" h="27">
                <a:moveTo>
                  <a:pt x="0" y="0"/>
                </a:moveTo>
                <a:lnTo>
                  <a:pt x="6722" y="0"/>
                </a:lnTo>
                <a:lnTo>
                  <a:pt x="67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43852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448240" y="2066760"/>
            <a:ext cx="1181160" cy="9720"/>
          </a:xfrm>
          <a:custGeom>
            <a:avLst/>
            <a:gdLst/>
            <a:ahLst/>
            <a:rect l="0" t="0" r="r" b="b"/>
            <a:pathLst>
              <a:path w="3281" h="27">
                <a:moveTo>
                  <a:pt x="0" y="0"/>
                </a:moveTo>
                <a:lnTo>
                  <a:pt x="3281" y="0"/>
                </a:lnTo>
                <a:lnTo>
                  <a:pt x="32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661968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571320" y="243828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866600" y="243828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3028680" y="2438280"/>
            <a:ext cx="2419920" cy="9720"/>
          </a:xfrm>
          <a:custGeom>
            <a:avLst/>
            <a:gdLst/>
            <a:ahLst/>
            <a:rect l="0" t="0" r="r" b="b"/>
            <a:pathLst>
              <a:path w="6722" h="27">
                <a:moveTo>
                  <a:pt x="0" y="0"/>
                </a:moveTo>
                <a:lnTo>
                  <a:pt x="6722" y="0"/>
                </a:lnTo>
                <a:lnTo>
                  <a:pt x="67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5448240" y="2438280"/>
            <a:ext cx="1181160" cy="9720"/>
          </a:xfrm>
          <a:custGeom>
            <a:avLst/>
            <a:gdLst/>
            <a:ahLst/>
            <a:rect l="0" t="0" r="r" b="b"/>
            <a:pathLst>
              <a:path w="3281" h="27">
                <a:moveTo>
                  <a:pt x="0" y="0"/>
                </a:moveTo>
                <a:lnTo>
                  <a:pt x="3281" y="0"/>
                </a:lnTo>
                <a:lnTo>
                  <a:pt x="32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5713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85724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30193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543852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61968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571320" y="281916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185724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866600" y="2819160"/>
            <a:ext cx="1162440" cy="10080"/>
          </a:xfrm>
          <a:custGeom>
            <a:avLst/>
            <a:gdLst/>
            <a:ahLst/>
            <a:rect l="0" t="0" r="r" b="b"/>
            <a:pathLst>
              <a:path w="3229" h="28">
                <a:moveTo>
                  <a:pt x="0" y="0"/>
                </a:moveTo>
                <a:lnTo>
                  <a:pt x="3229" y="0"/>
                </a:lnTo>
                <a:lnTo>
                  <a:pt x="3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3019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3028680" y="2819160"/>
            <a:ext cx="2419920" cy="10080"/>
          </a:xfrm>
          <a:custGeom>
            <a:avLst/>
            <a:gdLst/>
            <a:ahLst/>
            <a:rect l="0" t="0" r="r" b="b"/>
            <a:pathLst>
              <a:path w="6722" h="28">
                <a:moveTo>
                  <a:pt x="0" y="0"/>
                </a:moveTo>
                <a:lnTo>
                  <a:pt x="6722" y="0"/>
                </a:lnTo>
                <a:lnTo>
                  <a:pt x="67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543852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5448240" y="2819160"/>
            <a:ext cx="1181160" cy="10080"/>
          </a:xfrm>
          <a:custGeom>
            <a:avLst/>
            <a:gdLst/>
            <a:ahLst/>
            <a:rect l="0" t="0" r="r" b="b"/>
            <a:pathLst>
              <a:path w="3281" h="28">
                <a:moveTo>
                  <a:pt x="0" y="0"/>
                </a:moveTo>
                <a:lnTo>
                  <a:pt x="3281" y="0"/>
                </a:lnTo>
                <a:lnTo>
                  <a:pt x="32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661968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571320" y="319068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85724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866600" y="319068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3019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3028680" y="3190680"/>
            <a:ext cx="2419920" cy="9720"/>
          </a:xfrm>
          <a:custGeom>
            <a:avLst/>
            <a:gdLst/>
            <a:ahLst/>
            <a:rect l="0" t="0" r="r" b="b"/>
            <a:pathLst>
              <a:path w="6722" h="27">
                <a:moveTo>
                  <a:pt x="0" y="0"/>
                </a:moveTo>
                <a:lnTo>
                  <a:pt x="6722" y="0"/>
                </a:lnTo>
                <a:lnTo>
                  <a:pt x="67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543852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5448240" y="3190680"/>
            <a:ext cx="1181160" cy="9720"/>
          </a:xfrm>
          <a:custGeom>
            <a:avLst/>
            <a:gdLst/>
            <a:ahLst/>
            <a:rect l="0" t="0" r="r" b="b"/>
            <a:pathLst>
              <a:path w="3281" h="27">
                <a:moveTo>
                  <a:pt x="0" y="0"/>
                </a:moveTo>
                <a:lnTo>
                  <a:pt x="3281" y="0"/>
                </a:lnTo>
                <a:lnTo>
                  <a:pt x="32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661968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571320" y="356220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185724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866600" y="356220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3019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3028680" y="3562200"/>
            <a:ext cx="2419920" cy="9720"/>
          </a:xfrm>
          <a:custGeom>
            <a:avLst/>
            <a:gdLst/>
            <a:ahLst/>
            <a:rect l="0" t="0" r="r" b="b"/>
            <a:pathLst>
              <a:path w="6722" h="27">
                <a:moveTo>
                  <a:pt x="0" y="0"/>
                </a:moveTo>
                <a:lnTo>
                  <a:pt x="6722" y="0"/>
                </a:lnTo>
                <a:lnTo>
                  <a:pt x="67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543852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5448240" y="3562200"/>
            <a:ext cx="1181160" cy="9720"/>
          </a:xfrm>
          <a:custGeom>
            <a:avLst/>
            <a:gdLst/>
            <a:ahLst/>
            <a:rect l="0" t="0" r="r" b="b"/>
            <a:pathLst>
              <a:path w="3281" h="27">
                <a:moveTo>
                  <a:pt x="0" y="0"/>
                </a:moveTo>
                <a:lnTo>
                  <a:pt x="3281" y="0"/>
                </a:lnTo>
                <a:lnTo>
                  <a:pt x="32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66196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571320" y="393372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85724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866600" y="393372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3019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3028680" y="3933720"/>
            <a:ext cx="2419920" cy="9720"/>
          </a:xfrm>
          <a:custGeom>
            <a:avLst/>
            <a:gdLst/>
            <a:ahLst/>
            <a:rect l="0" t="0" r="r" b="b"/>
            <a:pathLst>
              <a:path w="6722" h="27">
                <a:moveTo>
                  <a:pt x="0" y="0"/>
                </a:moveTo>
                <a:lnTo>
                  <a:pt x="6722" y="0"/>
                </a:lnTo>
                <a:lnTo>
                  <a:pt x="67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43852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5448240" y="3933720"/>
            <a:ext cx="1181160" cy="9720"/>
          </a:xfrm>
          <a:custGeom>
            <a:avLst/>
            <a:gdLst/>
            <a:ahLst/>
            <a:rect l="0" t="0" r="r" b="b"/>
            <a:pathLst>
              <a:path w="3281" h="27">
                <a:moveTo>
                  <a:pt x="0" y="0"/>
                </a:moveTo>
                <a:lnTo>
                  <a:pt x="3281" y="0"/>
                </a:lnTo>
                <a:lnTo>
                  <a:pt x="32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661968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571320" y="430524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85724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866600" y="430524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3019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3028680" y="4305240"/>
            <a:ext cx="2419920" cy="9720"/>
          </a:xfrm>
          <a:custGeom>
            <a:avLst/>
            <a:gdLst/>
            <a:ahLst/>
            <a:rect l="0" t="0" r="r" b="b"/>
            <a:pathLst>
              <a:path w="6722" h="27">
                <a:moveTo>
                  <a:pt x="0" y="0"/>
                </a:moveTo>
                <a:lnTo>
                  <a:pt x="6722" y="0"/>
                </a:lnTo>
                <a:lnTo>
                  <a:pt x="67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43852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448240" y="4305240"/>
            <a:ext cx="1181160" cy="9720"/>
          </a:xfrm>
          <a:custGeom>
            <a:avLst/>
            <a:gdLst/>
            <a:ahLst/>
            <a:rect l="0" t="0" r="r" b="b"/>
            <a:pathLst>
              <a:path w="3281" h="27">
                <a:moveTo>
                  <a:pt x="0" y="0"/>
                </a:moveTo>
                <a:lnTo>
                  <a:pt x="3281" y="0"/>
                </a:lnTo>
                <a:lnTo>
                  <a:pt x="32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661968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713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71320" y="467676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85724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1866600" y="467676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30193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3028680" y="4676760"/>
            <a:ext cx="2419920" cy="9720"/>
          </a:xfrm>
          <a:custGeom>
            <a:avLst/>
            <a:gdLst/>
            <a:ahLst/>
            <a:rect l="0" t="0" r="r" b="b"/>
            <a:pathLst>
              <a:path w="6722" h="27">
                <a:moveTo>
                  <a:pt x="0" y="0"/>
                </a:moveTo>
                <a:lnTo>
                  <a:pt x="6722" y="0"/>
                </a:lnTo>
                <a:lnTo>
                  <a:pt x="67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543852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5448240" y="4676760"/>
            <a:ext cx="1181160" cy="9720"/>
          </a:xfrm>
          <a:custGeom>
            <a:avLst/>
            <a:gdLst/>
            <a:ahLst/>
            <a:rect l="0" t="0" r="r" b="b"/>
            <a:pathLst>
              <a:path w="3281" h="27">
                <a:moveTo>
                  <a:pt x="0" y="0"/>
                </a:moveTo>
                <a:lnTo>
                  <a:pt x="3281" y="0"/>
                </a:lnTo>
                <a:lnTo>
                  <a:pt x="32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661968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71320" y="504792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1866600" y="5047920"/>
            <a:ext cx="1162440" cy="10080"/>
          </a:xfrm>
          <a:custGeom>
            <a:avLst/>
            <a:gdLst/>
            <a:ahLst/>
            <a:rect l="0" t="0" r="r" b="b"/>
            <a:pathLst>
              <a:path w="3229" h="28">
                <a:moveTo>
                  <a:pt x="0" y="0"/>
                </a:moveTo>
                <a:lnTo>
                  <a:pt x="3229" y="0"/>
                </a:lnTo>
                <a:lnTo>
                  <a:pt x="3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3028680" y="5047920"/>
            <a:ext cx="2419920" cy="10080"/>
          </a:xfrm>
          <a:custGeom>
            <a:avLst/>
            <a:gdLst/>
            <a:ahLst/>
            <a:rect l="0" t="0" r="r" b="b"/>
            <a:pathLst>
              <a:path w="6722" h="28">
                <a:moveTo>
                  <a:pt x="0" y="0"/>
                </a:moveTo>
                <a:lnTo>
                  <a:pt x="6722" y="0"/>
                </a:lnTo>
                <a:lnTo>
                  <a:pt x="67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5448240" y="5047920"/>
            <a:ext cx="1181160" cy="10080"/>
          </a:xfrm>
          <a:custGeom>
            <a:avLst/>
            <a:gdLst/>
            <a:ahLst/>
            <a:rect l="0" t="0" r="r" b="b"/>
            <a:pathLst>
              <a:path w="3281" h="28">
                <a:moveTo>
                  <a:pt x="0" y="0"/>
                </a:moveTo>
                <a:lnTo>
                  <a:pt x="3281" y="0"/>
                </a:lnTo>
                <a:lnTo>
                  <a:pt x="32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571320" y="1487880"/>
            <a:ext cx="2006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家具耗材与补给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70488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物品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99080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周期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3151800" y="2133000"/>
            <a:ext cx="1206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品牌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规格建议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557172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成本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704880" y="2504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防潮剂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990800" y="2504160"/>
            <a:ext cx="824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3151800" y="2504160"/>
            <a:ext cx="1131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书墙每层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5571720" y="250416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¥50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704880" y="28854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地毯清洁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990800" y="2885400"/>
            <a:ext cx="996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每年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1-2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3151800" y="2885400"/>
            <a:ext cx="1148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⼲洗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上⻔洗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5571720" y="2885400"/>
            <a:ext cx="923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¥200-¥400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04880" y="325692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⽊家具保养油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990800" y="3256920"/>
            <a:ext cx="65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3151800" y="325692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⽩橡⽊专⽤蜡油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5571720" y="3256920"/>
            <a:ext cx="376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¥120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04880" y="36284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落地灯灯泡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990800" y="36284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坏则换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3151800" y="3628440"/>
            <a:ext cx="2201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E27 LED 9W 2700K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可调光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5571720" y="3628440"/>
            <a:ext cx="61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¥40/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704880" y="39996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台灯灯泡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990800" y="39996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坏则换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3151800" y="3999600"/>
            <a:ext cx="1301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LED 12W 4000K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5571720" y="3999600"/>
            <a:ext cx="61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¥30/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704880" y="437112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沙发布套清洁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990800" y="4371120"/>
            <a:ext cx="790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每年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3151800" y="4371120"/>
            <a:ext cx="1148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可拆洗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⼲洗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5571720" y="4371120"/>
            <a:ext cx="376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¥150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04880" y="4742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墙漆补刷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990800" y="4742640"/>
            <a:ext cx="58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3-5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3151800" y="4742640"/>
            <a:ext cx="136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原奶⽩⾊保留⾊卡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5571720" y="4742640"/>
            <a:ext cx="410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¥800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85840" y="199440"/>
            <a:ext cx="325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⼊住使⽤与维保⼿册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285840" y="6409440"/>
            <a:ext cx="387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业主⽇常使⽤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580680" y="2447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180800" y="2447640"/>
            <a:ext cx="3391200" cy="371880"/>
          </a:xfrm>
          <a:custGeom>
            <a:avLst/>
            <a:gdLst/>
            <a:ahLst/>
            <a:rect l="0" t="0" r="r" b="b"/>
            <a:pathLst>
              <a:path w="9420" h="1033">
                <a:moveTo>
                  <a:pt x="0" y="0"/>
                </a:moveTo>
                <a:lnTo>
                  <a:pt x="9420" y="0"/>
                </a:lnTo>
                <a:lnTo>
                  <a:pt x="94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4571640" y="244764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580680" y="2447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180800" y="2447640"/>
            <a:ext cx="3391200" cy="371880"/>
          </a:xfrm>
          <a:custGeom>
            <a:avLst/>
            <a:gdLst/>
            <a:ahLst/>
            <a:rect l="0" t="0" r="r" b="b"/>
            <a:pathLst>
              <a:path w="9420" h="1033">
                <a:moveTo>
                  <a:pt x="0" y="0"/>
                </a:moveTo>
                <a:lnTo>
                  <a:pt x="9420" y="0"/>
                </a:lnTo>
                <a:lnTo>
                  <a:pt x="94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4571640" y="244764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580680" y="28191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1180800" y="2819160"/>
            <a:ext cx="3391200" cy="371880"/>
          </a:xfrm>
          <a:custGeom>
            <a:avLst/>
            <a:gdLst/>
            <a:ahLst/>
            <a:rect l="0" t="0" r="r" b="b"/>
            <a:pathLst>
              <a:path w="9420" h="1033">
                <a:moveTo>
                  <a:pt x="0" y="0"/>
                </a:moveTo>
                <a:lnTo>
                  <a:pt x="9420" y="0"/>
                </a:lnTo>
                <a:lnTo>
                  <a:pt x="94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4571640" y="281916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580680" y="31906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180800" y="3190680"/>
            <a:ext cx="3391200" cy="371880"/>
          </a:xfrm>
          <a:custGeom>
            <a:avLst/>
            <a:gdLst/>
            <a:ahLst/>
            <a:rect l="0" t="0" r="r" b="b"/>
            <a:pathLst>
              <a:path w="9420" h="1033">
                <a:moveTo>
                  <a:pt x="0" y="0"/>
                </a:moveTo>
                <a:lnTo>
                  <a:pt x="9420" y="0"/>
                </a:lnTo>
                <a:lnTo>
                  <a:pt x="94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4571640" y="319068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580680" y="35622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180800" y="3562200"/>
            <a:ext cx="3391200" cy="371880"/>
          </a:xfrm>
          <a:custGeom>
            <a:avLst/>
            <a:gdLst/>
            <a:ahLst/>
            <a:rect l="0" t="0" r="r" b="b"/>
            <a:pathLst>
              <a:path w="9420" h="1033">
                <a:moveTo>
                  <a:pt x="0" y="0"/>
                </a:moveTo>
                <a:lnTo>
                  <a:pt x="9420" y="0"/>
                </a:lnTo>
                <a:lnTo>
                  <a:pt x="94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4571640" y="356220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580680" y="39337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180800" y="3933720"/>
            <a:ext cx="3391200" cy="371880"/>
          </a:xfrm>
          <a:custGeom>
            <a:avLst/>
            <a:gdLst/>
            <a:ahLst/>
            <a:rect l="0" t="0" r="r" b="b"/>
            <a:pathLst>
              <a:path w="9420" h="1033">
                <a:moveTo>
                  <a:pt x="0" y="0"/>
                </a:moveTo>
                <a:lnTo>
                  <a:pt x="9420" y="0"/>
                </a:lnTo>
                <a:lnTo>
                  <a:pt x="94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4571640" y="393372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80680" y="430524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180800" y="4305240"/>
            <a:ext cx="3391200" cy="381240"/>
          </a:xfrm>
          <a:custGeom>
            <a:avLst/>
            <a:gdLst/>
            <a:ahLst/>
            <a:rect l="0" t="0" r="r" b="b"/>
            <a:pathLst>
              <a:path w="9420" h="1059">
                <a:moveTo>
                  <a:pt x="0" y="0"/>
                </a:moveTo>
                <a:lnTo>
                  <a:pt x="9420" y="0"/>
                </a:lnTo>
                <a:lnTo>
                  <a:pt x="942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4571640" y="4305240"/>
            <a:ext cx="810000" cy="381240"/>
          </a:xfrm>
          <a:custGeom>
            <a:avLst/>
            <a:gdLst/>
            <a:ahLst/>
            <a:rect l="0" t="0" r="r" b="b"/>
            <a:pathLst>
              <a:path w="2250" h="1059">
                <a:moveTo>
                  <a:pt x="0" y="0"/>
                </a:moveTo>
                <a:lnTo>
                  <a:pt x="2250" y="0"/>
                </a:lnTo>
                <a:lnTo>
                  <a:pt x="225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571320" y="243828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117144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1180800" y="2438280"/>
            <a:ext cx="3400920" cy="9720"/>
          </a:xfrm>
          <a:custGeom>
            <a:avLst/>
            <a:gdLst/>
            <a:ahLst/>
            <a:rect l="0" t="0" r="r" b="b"/>
            <a:pathLst>
              <a:path w="9447" h="27">
                <a:moveTo>
                  <a:pt x="0" y="0"/>
                </a:moveTo>
                <a:lnTo>
                  <a:pt x="9447" y="0"/>
                </a:lnTo>
                <a:lnTo>
                  <a:pt x="94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457164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4581360" y="243828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538128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571320" y="2819160"/>
            <a:ext cx="609840" cy="10080"/>
          </a:xfrm>
          <a:custGeom>
            <a:avLst/>
            <a:gdLst/>
            <a:ahLst/>
            <a:rect l="0" t="0" r="r" b="b"/>
            <a:pathLst>
              <a:path w="1694" h="28">
                <a:moveTo>
                  <a:pt x="0" y="0"/>
                </a:moveTo>
                <a:lnTo>
                  <a:pt x="1694" y="0"/>
                </a:lnTo>
                <a:lnTo>
                  <a:pt x="16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1180800" y="2819160"/>
            <a:ext cx="3400920" cy="10080"/>
          </a:xfrm>
          <a:custGeom>
            <a:avLst/>
            <a:gdLst/>
            <a:ahLst/>
            <a:rect l="0" t="0" r="r" b="b"/>
            <a:pathLst>
              <a:path w="9447" h="28">
                <a:moveTo>
                  <a:pt x="0" y="0"/>
                </a:moveTo>
                <a:lnTo>
                  <a:pt x="9447" y="0"/>
                </a:lnTo>
                <a:lnTo>
                  <a:pt x="94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4581360" y="281916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117144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457164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538128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571320" y="319068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117144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1180800" y="3190680"/>
            <a:ext cx="3400920" cy="9720"/>
          </a:xfrm>
          <a:custGeom>
            <a:avLst/>
            <a:gdLst/>
            <a:ahLst/>
            <a:rect l="0" t="0" r="r" b="b"/>
            <a:pathLst>
              <a:path w="9447" h="27">
                <a:moveTo>
                  <a:pt x="0" y="0"/>
                </a:moveTo>
                <a:lnTo>
                  <a:pt x="9447" y="0"/>
                </a:lnTo>
                <a:lnTo>
                  <a:pt x="94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457164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4581360" y="319068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538128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571320" y="356220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117144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180800" y="3562200"/>
            <a:ext cx="3400920" cy="9720"/>
          </a:xfrm>
          <a:custGeom>
            <a:avLst/>
            <a:gdLst/>
            <a:ahLst/>
            <a:rect l="0" t="0" r="r" b="b"/>
            <a:pathLst>
              <a:path w="9447" h="27">
                <a:moveTo>
                  <a:pt x="0" y="0"/>
                </a:moveTo>
                <a:lnTo>
                  <a:pt x="9447" y="0"/>
                </a:lnTo>
                <a:lnTo>
                  <a:pt x="94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457164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4581360" y="356220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538128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571320" y="393372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117144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180800" y="3933720"/>
            <a:ext cx="3400920" cy="9720"/>
          </a:xfrm>
          <a:custGeom>
            <a:avLst/>
            <a:gdLst/>
            <a:ahLst/>
            <a:rect l="0" t="0" r="r" b="b"/>
            <a:pathLst>
              <a:path w="9447" h="27">
                <a:moveTo>
                  <a:pt x="0" y="0"/>
                </a:moveTo>
                <a:lnTo>
                  <a:pt x="9447" y="0"/>
                </a:lnTo>
                <a:lnTo>
                  <a:pt x="94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457164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4581360" y="393372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538128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571320" y="430524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17144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1180800" y="4305240"/>
            <a:ext cx="3400920" cy="9720"/>
          </a:xfrm>
          <a:custGeom>
            <a:avLst/>
            <a:gdLst/>
            <a:ahLst/>
            <a:rect l="0" t="0" r="r" b="b"/>
            <a:pathLst>
              <a:path w="9447" h="27">
                <a:moveTo>
                  <a:pt x="0" y="0"/>
                </a:moveTo>
                <a:lnTo>
                  <a:pt x="9447" y="0"/>
                </a:lnTo>
                <a:lnTo>
                  <a:pt x="94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457164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4581360" y="430524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538128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571320" y="4676760"/>
            <a:ext cx="609840" cy="9720"/>
          </a:xfrm>
          <a:custGeom>
            <a:avLst/>
            <a:gdLst/>
            <a:ahLst/>
            <a:rect l="0" t="0" r="r" b="b"/>
            <a:pathLst>
              <a:path w="1694" h="27">
                <a:moveTo>
                  <a:pt x="0" y="0"/>
                </a:moveTo>
                <a:lnTo>
                  <a:pt x="1694" y="0"/>
                </a:lnTo>
                <a:lnTo>
                  <a:pt x="16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180800" y="4676760"/>
            <a:ext cx="3400920" cy="9720"/>
          </a:xfrm>
          <a:custGeom>
            <a:avLst/>
            <a:gdLst/>
            <a:ahLst/>
            <a:rect l="0" t="0" r="r" b="b"/>
            <a:pathLst>
              <a:path w="9447" h="27">
                <a:moveTo>
                  <a:pt x="0" y="0"/>
                </a:moveTo>
                <a:lnTo>
                  <a:pt x="9447" y="0"/>
                </a:lnTo>
                <a:lnTo>
                  <a:pt x="94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4581360" y="467676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571320" y="1859400"/>
            <a:ext cx="2985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每⽇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每周清洁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SOP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频率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130500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任务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470520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时⻓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704880" y="28854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305000" y="2885400"/>
            <a:ext cx="280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桌⾯擦拭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椅⾯清理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废纸篓清倒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4705200" y="2885400"/>
            <a:ext cx="44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min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704880" y="3256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1305000" y="3256920"/>
            <a:ext cx="3292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地板扫除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拖地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书墙擦灰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沙发拍打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4705200" y="3256920"/>
            <a:ext cx="547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 min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704880" y="3628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1305000" y="3628440"/>
            <a:ext cx="3150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地毯吸尘深度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落地灯灯罩擦拭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窗户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4705200" y="3628440"/>
            <a:ext cx="547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 min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704880" y="39996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1305000" y="3999600"/>
            <a:ext cx="332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书架上层除尘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家具保养油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防潮剂更换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4705200" y="3999600"/>
            <a:ext cx="547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60 min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704880" y="4371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每年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305000" y="4371120"/>
            <a:ext cx="2979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墙⾯检查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地板打蜡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布艺整体清洗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4705200" y="4371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半天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285840" y="199440"/>
            <a:ext cx="325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⼊住使⽤与维保⼿册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285840" y="6409440"/>
            <a:ext cx="387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业主⽇常使⽤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580680" y="2076120"/>
            <a:ext cx="1495800" cy="371880"/>
          </a:xfrm>
          <a:custGeom>
            <a:avLst/>
            <a:gdLst/>
            <a:ahLst/>
            <a:rect l="0" t="0" r="r" b="b"/>
            <a:pathLst>
              <a:path w="4155" h="1033">
                <a:moveTo>
                  <a:pt x="0" y="0"/>
                </a:moveTo>
                <a:lnTo>
                  <a:pt x="4155" y="0"/>
                </a:lnTo>
                <a:lnTo>
                  <a:pt x="41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2076120" y="207612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2705040" y="207612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3647880" y="2076120"/>
            <a:ext cx="1781640" cy="371880"/>
          </a:xfrm>
          <a:custGeom>
            <a:avLst/>
            <a:gdLst/>
            <a:ahLst/>
            <a:rect l="0" t="0" r="r" b="b"/>
            <a:pathLst>
              <a:path w="4949" h="1033">
                <a:moveTo>
                  <a:pt x="0" y="0"/>
                </a:moveTo>
                <a:lnTo>
                  <a:pt x="4949" y="0"/>
                </a:lnTo>
                <a:lnTo>
                  <a:pt x="49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580680" y="2076120"/>
            <a:ext cx="1495800" cy="371880"/>
          </a:xfrm>
          <a:custGeom>
            <a:avLst/>
            <a:gdLst/>
            <a:ahLst/>
            <a:rect l="0" t="0" r="r" b="b"/>
            <a:pathLst>
              <a:path w="4155" h="1033">
                <a:moveTo>
                  <a:pt x="0" y="0"/>
                </a:moveTo>
                <a:lnTo>
                  <a:pt x="4155" y="0"/>
                </a:lnTo>
                <a:lnTo>
                  <a:pt x="41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2076120" y="207612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2705040" y="207612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3647880" y="2076120"/>
            <a:ext cx="1781640" cy="371880"/>
          </a:xfrm>
          <a:custGeom>
            <a:avLst/>
            <a:gdLst/>
            <a:ahLst/>
            <a:rect l="0" t="0" r="r" b="b"/>
            <a:pathLst>
              <a:path w="4949" h="1033">
                <a:moveTo>
                  <a:pt x="0" y="0"/>
                </a:moveTo>
                <a:lnTo>
                  <a:pt x="4949" y="0"/>
                </a:lnTo>
                <a:lnTo>
                  <a:pt x="49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580680" y="2447640"/>
            <a:ext cx="1495800" cy="371880"/>
          </a:xfrm>
          <a:custGeom>
            <a:avLst/>
            <a:gdLst/>
            <a:ahLst/>
            <a:rect l="0" t="0" r="r" b="b"/>
            <a:pathLst>
              <a:path w="4155" h="1033">
                <a:moveTo>
                  <a:pt x="0" y="0"/>
                </a:moveTo>
                <a:lnTo>
                  <a:pt x="4155" y="0"/>
                </a:lnTo>
                <a:lnTo>
                  <a:pt x="41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2076120" y="244764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2705040" y="244764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3647880" y="2447640"/>
            <a:ext cx="1781640" cy="371880"/>
          </a:xfrm>
          <a:custGeom>
            <a:avLst/>
            <a:gdLst/>
            <a:ahLst/>
            <a:rect l="0" t="0" r="r" b="b"/>
            <a:pathLst>
              <a:path w="4949" h="1033">
                <a:moveTo>
                  <a:pt x="0" y="0"/>
                </a:moveTo>
                <a:lnTo>
                  <a:pt x="4949" y="0"/>
                </a:lnTo>
                <a:lnTo>
                  <a:pt x="49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580680" y="2819160"/>
            <a:ext cx="1495800" cy="371880"/>
          </a:xfrm>
          <a:custGeom>
            <a:avLst/>
            <a:gdLst/>
            <a:ahLst/>
            <a:rect l="0" t="0" r="r" b="b"/>
            <a:pathLst>
              <a:path w="4155" h="1033">
                <a:moveTo>
                  <a:pt x="0" y="0"/>
                </a:moveTo>
                <a:lnTo>
                  <a:pt x="4155" y="0"/>
                </a:lnTo>
                <a:lnTo>
                  <a:pt x="41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2076120" y="281916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2705040" y="281916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3647880" y="2819160"/>
            <a:ext cx="1781640" cy="371880"/>
          </a:xfrm>
          <a:custGeom>
            <a:avLst/>
            <a:gdLst/>
            <a:ahLst/>
            <a:rect l="0" t="0" r="r" b="b"/>
            <a:pathLst>
              <a:path w="4949" h="1033">
                <a:moveTo>
                  <a:pt x="0" y="0"/>
                </a:moveTo>
                <a:lnTo>
                  <a:pt x="4949" y="0"/>
                </a:lnTo>
                <a:lnTo>
                  <a:pt x="49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580680" y="3190680"/>
            <a:ext cx="1495800" cy="371880"/>
          </a:xfrm>
          <a:custGeom>
            <a:avLst/>
            <a:gdLst/>
            <a:ahLst/>
            <a:rect l="0" t="0" r="r" b="b"/>
            <a:pathLst>
              <a:path w="4155" h="1033">
                <a:moveTo>
                  <a:pt x="0" y="0"/>
                </a:moveTo>
                <a:lnTo>
                  <a:pt x="4155" y="0"/>
                </a:lnTo>
                <a:lnTo>
                  <a:pt x="41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2076120" y="319068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2705040" y="319068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3647880" y="3190680"/>
            <a:ext cx="1781640" cy="371880"/>
          </a:xfrm>
          <a:custGeom>
            <a:avLst/>
            <a:gdLst/>
            <a:ahLst/>
            <a:rect l="0" t="0" r="r" b="b"/>
            <a:pathLst>
              <a:path w="4949" h="1033">
                <a:moveTo>
                  <a:pt x="0" y="0"/>
                </a:moveTo>
                <a:lnTo>
                  <a:pt x="4949" y="0"/>
                </a:lnTo>
                <a:lnTo>
                  <a:pt x="49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580680" y="3562200"/>
            <a:ext cx="1495800" cy="371880"/>
          </a:xfrm>
          <a:custGeom>
            <a:avLst/>
            <a:gdLst/>
            <a:ahLst/>
            <a:rect l="0" t="0" r="r" b="b"/>
            <a:pathLst>
              <a:path w="4155" h="1033">
                <a:moveTo>
                  <a:pt x="0" y="0"/>
                </a:moveTo>
                <a:lnTo>
                  <a:pt x="4155" y="0"/>
                </a:lnTo>
                <a:lnTo>
                  <a:pt x="41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2076120" y="356220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2705040" y="356220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3647880" y="3562200"/>
            <a:ext cx="1781640" cy="371880"/>
          </a:xfrm>
          <a:custGeom>
            <a:avLst/>
            <a:gdLst/>
            <a:ahLst/>
            <a:rect l="0" t="0" r="r" b="b"/>
            <a:pathLst>
              <a:path w="4949" h="1033">
                <a:moveTo>
                  <a:pt x="0" y="0"/>
                </a:moveTo>
                <a:lnTo>
                  <a:pt x="4949" y="0"/>
                </a:lnTo>
                <a:lnTo>
                  <a:pt x="49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580680" y="3933720"/>
            <a:ext cx="1495800" cy="371880"/>
          </a:xfrm>
          <a:custGeom>
            <a:avLst/>
            <a:gdLst/>
            <a:ahLst/>
            <a:rect l="0" t="0" r="r" b="b"/>
            <a:pathLst>
              <a:path w="4155" h="1033">
                <a:moveTo>
                  <a:pt x="0" y="0"/>
                </a:moveTo>
                <a:lnTo>
                  <a:pt x="4155" y="0"/>
                </a:lnTo>
                <a:lnTo>
                  <a:pt x="41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2076120" y="393372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2705040" y="393372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3647880" y="3933720"/>
            <a:ext cx="1781640" cy="371880"/>
          </a:xfrm>
          <a:custGeom>
            <a:avLst/>
            <a:gdLst/>
            <a:ahLst/>
            <a:rect l="0" t="0" r="r" b="b"/>
            <a:pathLst>
              <a:path w="4949" h="1033">
                <a:moveTo>
                  <a:pt x="0" y="0"/>
                </a:moveTo>
                <a:lnTo>
                  <a:pt x="4949" y="0"/>
                </a:lnTo>
                <a:lnTo>
                  <a:pt x="49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580680" y="4305240"/>
            <a:ext cx="1495800" cy="381240"/>
          </a:xfrm>
          <a:custGeom>
            <a:avLst/>
            <a:gdLst/>
            <a:ahLst/>
            <a:rect l="0" t="0" r="r" b="b"/>
            <a:pathLst>
              <a:path w="4155" h="1059">
                <a:moveTo>
                  <a:pt x="0" y="0"/>
                </a:moveTo>
                <a:lnTo>
                  <a:pt x="4155" y="0"/>
                </a:lnTo>
                <a:lnTo>
                  <a:pt x="415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2076120" y="4305240"/>
            <a:ext cx="629280" cy="381240"/>
          </a:xfrm>
          <a:custGeom>
            <a:avLst/>
            <a:gdLst/>
            <a:ahLst/>
            <a:rect l="0" t="0" r="r" b="b"/>
            <a:pathLst>
              <a:path w="1748" h="1059">
                <a:moveTo>
                  <a:pt x="0" y="0"/>
                </a:moveTo>
                <a:lnTo>
                  <a:pt x="1748" y="0"/>
                </a:lnTo>
                <a:lnTo>
                  <a:pt x="174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2705040" y="4305240"/>
            <a:ext cx="943200" cy="381240"/>
          </a:xfrm>
          <a:custGeom>
            <a:avLst/>
            <a:gdLst/>
            <a:ahLst/>
            <a:rect l="0" t="0" r="r" b="b"/>
            <a:pathLst>
              <a:path w="2620" h="1059">
                <a:moveTo>
                  <a:pt x="0" y="0"/>
                </a:moveTo>
                <a:lnTo>
                  <a:pt x="2620" y="0"/>
                </a:lnTo>
                <a:lnTo>
                  <a:pt x="262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3647880" y="4305240"/>
            <a:ext cx="1781640" cy="381240"/>
          </a:xfrm>
          <a:custGeom>
            <a:avLst/>
            <a:gdLst/>
            <a:ahLst/>
            <a:rect l="0" t="0" r="r" b="b"/>
            <a:pathLst>
              <a:path w="4949" h="1059">
                <a:moveTo>
                  <a:pt x="0" y="0"/>
                </a:moveTo>
                <a:lnTo>
                  <a:pt x="4949" y="0"/>
                </a:lnTo>
                <a:lnTo>
                  <a:pt x="494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580680" y="4686120"/>
            <a:ext cx="1495800" cy="371880"/>
          </a:xfrm>
          <a:custGeom>
            <a:avLst/>
            <a:gdLst/>
            <a:ahLst/>
            <a:rect l="0" t="0" r="r" b="b"/>
            <a:pathLst>
              <a:path w="4155" h="1033">
                <a:moveTo>
                  <a:pt x="0" y="0"/>
                </a:moveTo>
                <a:lnTo>
                  <a:pt x="4155" y="0"/>
                </a:lnTo>
                <a:lnTo>
                  <a:pt x="41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2076120" y="4686120"/>
            <a:ext cx="629280" cy="371880"/>
          </a:xfrm>
          <a:custGeom>
            <a:avLst/>
            <a:gdLst/>
            <a:ahLst/>
            <a:rect l="0" t="0" r="r" b="b"/>
            <a:pathLst>
              <a:path w="1748" h="1033">
                <a:moveTo>
                  <a:pt x="0" y="0"/>
                </a:moveTo>
                <a:lnTo>
                  <a:pt x="1748" y="0"/>
                </a:lnTo>
                <a:lnTo>
                  <a:pt x="174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2705040" y="468612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3647880" y="4686120"/>
            <a:ext cx="1781640" cy="371880"/>
          </a:xfrm>
          <a:custGeom>
            <a:avLst/>
            <a:gdLst/>
            <a:ahLst/>
            <a:rect l="0" t="0" r="r" b="b"/>
            <a:pathLst>
              <a:path w="4949" h="1033">
                <a:moveTo>
                  <a:pt x="0" y="0"/>
                </a:moveTo>
                <a:lnTo>
                  <a:pt x="4949" y="0"/>
                </a:lnTo>
                <a:lnTo>
                  <a:pt x="49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5713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571320" y="206676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207612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2085840" y="206676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269532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2705040" y="206676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36385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3647880" y="206676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542916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571320" y="243828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2085840" y="243828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2705040" y="243828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3647880" y="243828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5713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207612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269532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36385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542916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571320" y="2819160"/>
            <a:ext cx="1514880" cy="10080"/>
          </a:xfrm>
          <a:custGeom>
            <a:avLst/>
            <a:gdLst/>
            <a:ahLst/>
            <a:rect l="0" t="0" r="r" b="b"/>
            <a:pathLst>
              <a:path w="4208" h="28">
                <a:moveTo>
                  <a:pt x="0" y="0"/>
                </a:moveTo>
                <a:lnTo>
                  <a:pt x="4208" y="0"/>
                </a:lnTo>
                <a:lnTo>
                  <a:pt x="42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207612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2085840" y="2819160"/>
            <a:ext cx="619560" cy="10080"/>
          </a:xfrm>
          <a:custGeom>
            <a:avLst/>
            <a:gdLst/>
            <a:ahLst/>
            <a:rect l="0" t="0" r="r" b="b"/>
            <a:pathLst>
              <a:path w="1721" h="28">
                <a:moveTo>
                  <a:pt x="0" y="0"/>
                </a:moveTo>
                <a:lnTo>
                  <a:pt x="1721" y="0"/>
                </a:lnTo>
                <a:lnTo>
                  <a:pt x="17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269532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2705040" y="281916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36385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3647880" y="281916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542916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571320" y="319068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207612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2085840" y="319068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269532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2705040" y="319068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36385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3647880" y="319068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542916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571320" y="356220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207612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2085840" y="356220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269532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2705040" y="356220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36385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3647880" y="356220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542916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571320" y="393372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207612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2085840" y="393372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269532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2705040" y="393372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36385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3647880" y="393372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542916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571320" y="430524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207612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2085840" y="430524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269532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2705040" y="430524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36385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3647880" y="430524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542916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5713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571320" y="4676760"/>
            <a:ext cx="1514880" cy="9720"/>
          </a:xfrm>
          <a:custGeom>
            <a:avLst/>
            <a:gdLst/>
            <a:ahLst/>
            <a:rect l="0" t="0" r="r" b="b"/>
            <a:pathLst>
              <a:path w="4208" h="27">
                <a:moveTo>
                  <a:pt x="0" y="0"/>
                </a:moveTo>
                <a:lnTo>
                  <a:pt x="4208" y="0"/>
                </a:lnTo>
                <a:lnTo>
                  <a:pt x="420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207612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2085840" y="4676760"/>
            <a:ext cx="619560" cy="9720"/>
          </a:xfrm>
          <a:custGeom>
            <a:avLst/>
            <a:gdLst/>
            <a:ahLst/>
            <a:rect l="0" t="0" r="r" b="b"/>
            <a:pathLst>
              <a:path w="1721" h="27">
                <a:moveTo>
                  <a:pt x="0" y="0"/>
                </a:moveTo>
                <a:lnTo>
                  <a:pt x="1721" y="0"/>
                </a:lnTo>
                <a:lnTo>
                  <a:pt x="1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269532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2705040" y="467676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36385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3647880" y="4676760"/>
            <a:ext cx="1791000" cy="9720"/>
          </a:xfrm>
          <a:custGeom>
            <a:avLst/>
            <a:gdLst/>
            <a:ahLst/>
            <a:rect l="0" t="0" r="r" b="b"/>
            <a:pathLst>
              <a:path w="4975" h="27">
                <a:moveTo>
                  <a:pt x="0" y="0"/>
                </a:moveTo>
                <a:lnTo>
                  <a:pt x="4975" y="0"/>
                </a:lnTo>
                <a:lnTo>
                  <a:pt x="497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542916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571320" y="5047920"/>
            <a:ext cx="1514880" cy="10080"/>
          </a:xfrm>
          <a:custGeom>
            <a:avLst/>
            <a:gdLst/>
            <a:ahLst/>
            <a:rect l="0" t="0" r="r" b="b"/>
            <a:pathLst>
              <a:path w="4208" h="28">
                <a:moveTo>
                  <a:pt x="0" y="0"/>
                </a:moveTo>
                <a:lnTo>
                  <a:pt x="4208" y="0"/>
                </a:lnTo>
                <a:lnTo>
                  <a:pt x="420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2085840" y="5047920"/>
            <a:ext cx="619560" cy="10080"/>
          </a:xfrm>
          <a:custGeom>
            <a:avLst/>
            <a:gdLst/>
            <a:ahLst/>
            <a:rect l="0" t="0" r="r" b="b"/>
            <a:pathLst>
              <a:path w="1721" h="28">
                <a:moveTo>
                  <a:pt x="0" y="0"/>
                </a:moveTo>
                <a:lnTo>
                  <a:pt x="1721" y="0"/>
                </a:lnTo>
                <a:lnTo>
                  <a:pt x="17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2705040" y="504792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3647880" y="5047920"/>
            <a:ext cx="1791000" cy="10080"/>
          </a:xfrm>
          <a:custGeom>
            <a:avLst/>
            <a:gdLst/>
            <a:ahLst/>
            <a:rect l="0" t="0" r="r" b="b"/>
            <a:pathLst>
              <a:path w="4975" h="28">
                <a:moveTo>
                  <a:pt x="0" y="0"/>
                </a:moveTo>
                <a:lnTo>
                  <a:pt x="4975" y="0"/>
                </a:lnTo>
                <a:lnTo>
                  <a:pt x="49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571320" y="14878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能耗预估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70488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设备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220860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功率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2831040" y="21330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使⽤时⻓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3774240" y="21330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⽉耗电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704880" y="2504160"/>
            <a:ext cx="1164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顶棚⾯板灯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2208600" y="2504160"/>
            <a:ext cx="355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72W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2831040" y="2504160"/>
            <a:ext cx="558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 h/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3774240" y="2504160"/>
            <a:ext cx="65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8.6 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704880" y="2885400"/>
            <a:ext cx="1164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书墙洗墙灯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2208600" y="2885400"/>
            <a:ext cx="364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60W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2831040" y="2885400"/>
            <a:ext cx="558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h/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3774240" y="2885400"/>
            <a:ext cx="65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3.6 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704880" y="32569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⼯作桌台灯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2208600" y="3256920"/>
            <a:ext cx="330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2831040" y="3256920"/>
            <a:ext cx="558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 h/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3774240" y="3256920"/>
            <a:ext cx="65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2.2 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704880" y="36284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落地灯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2208600" y="362844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2831040" y="3628440"/>
            <a:ext cx="558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h/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3774240" y="3628440"/>
            <a:ext cx="65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0.8 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704880" y="3999600"/>
            <a:ext cx="133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显示器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笔记本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2208600" y="3999600"/>
            <a:ext cx="364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2831040" y="3999600"/>
            <a:ext cx="558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h/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3774240" y="3999600"/>
            <a:ext cx="720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19.2 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704880" y="43711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合计⽉耗电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3774240" y="4371120"/>
            <a:ext cx="703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~34 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704880" y="4742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⽉电费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3774240" y="4742640"/>
            <a:ext cx="1812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~¥20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(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按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0.6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元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度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285840" y="199440"/>
            <a:ext cx="325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⼊住使⽤与维保⼿册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285840" y="6409440"/>
            <a:ext cx="387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业主⽇常使⽤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580680" y="244764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1695240" y="2447640"/>
            <a:ext cx="4810680" cy="371880"/>
          </a:xfrm>
          <a:custGeom>
            <a:avLst/>
            <a:gdLst/>
            <a:ahLst/>
            <a:rect l="0" t="0" r="r" b="b"/>
            <a:pathLst>
              <a:path w="13363" h="1033">
                <a:moveTo>
                  <a:pt x="0" y="0"/>
                </a:moveTo>
                <a:lnTo>
                  <a:pt x="13363" y="0"/>
                </a:lnTo>
                <a:lnTo>
                  <a:pt x="1336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580680" y="244764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1695240" y="2447640"/>
            <a:ext cx="4810680" cy="371880"/>
          </a:xfrm>
          <a:custGeom>
            <a:avLst/>
            <a:gdLst/>
            <a:ahLst/>
            <a:rect l="0" t="0" r="r" b="b"/>
            <a:pathLst>
              <a:path w="13363" h="1033">
                <a:moveTo>
                  <a:pt x="0" y="0"/>
                </a:moveTo>
                <a:lnTo>
                  <a:pt x="13363" y="0"/>
                </a:lnTo>
                <a:lnTo>
                  <a:pt x="1336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580680" y="281916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1695240" y="2819160"/>
            <a:ext cx="4810680" cy="371880"/>
          </a:xfrm>
          <a:custGeom>
            <a:avLst/>
            <a:gdLst/>
            <a:ahLst/>
            <a:rect l="0" t="0" r="r" b="b"/>
            <a:pathLst>
              <a:path w="13363" h="1033">
                <a:moveTo>
                  <a:pt x="0" y="0"/>
                </a:moveTo>
                <a:lnTo>
                  <a:pt x="13363" y="0"/>
                </a:lnTo>
                <a:lnTo>
                  <a:pt x="1336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580680" y="319068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1695240" y="3190680"/>
            <a:ext cx="4810680" cy="371880"/>
          </a:xfrm>
          <a:custGeom>
            <a:avLst/>
            <a:gdLst/>
            <a:ahLst/>
            <a:rect l="0" t="0" r="r" b="b"/>
            <a:pathLst>
              <a:path w="13363" h="1033">
                <a:moveTo>
                  <a:pt x="0" y="0"/>
                </a:moveTo>
                <a:lnTo>
                  <a:pt x="13363" y="0"/>
                </a:lnTo>
                <a:lnTo>
                  <a:pt x="1336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580680" y="356220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1695240" y="3562200"/>
            <a:ext cx="4810680" cy="371880"/>
          </a:xfrm>
          <a:custGeom>
            <a:avLst/>
            <a:gdLst/>
            <a:ahLst/>
            <a:rect l="0" t="0" r="r" b="b"/>
            <a:pathLst>
              <a:path w="13363" h="1033">
                <a:moveTo>
                  <a:pt x="0" y="0"/>
                </a:moveTo>
                <a:lnTo>
                  <a:pt x="13363" y="0"/>
                </a:lnTo>
                <a:lnTo>
                  <a:pt x="1336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580680" y="3933720"/>
            <a:ext cx="1114920" cy="371880"/>
          </a:xfrm>
          <a:custGeom>
            <a:avLst/>
            <a:gdLst/>
            <a:ahLst/>
            <a:rect l="0" t="0" r="r" b="b"/>
            <a:pathLst>
              <a:path w="3097" h="1033">
                <a:moveTo>
                  <a:pt x="0" y="0"/>
                </a:moveTo>
                <a:lnTo>
                  <a:pt x="3097" y="0"/>
                </a:lnTo>
                <a:lnTo>
                  <a:pt x="3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1695240" y="3933720"/>
            <a:ext cx="4810680" cy="371880"/>
          </a:xfrm>
          <a:custGeom>
            <a:avLst/>
            <a:gdLst/>
            <a:ahLst/>
            <a:rect l="0" t="0" r="r" b="b"/>
            <a:pathLst>
              <a:path w="13363" h="1033">
                <a:moveTo>
                  <a:pt x="0" y="0"/>
                </a:moveTo>
                <a:lnTo>
                  <a:pt x="13363" y="0"/>
                </a:lnTo>
                <a:lnTo>
                  <a:pt x="1336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580680" y="4305240"/>
            <a:ext cx="1114920" cy="381240"/>
          </a:xfrm>
          <a:custGeom>
            <a:avLst/>
            <a:gdLst/>
            <a:ahLst/>
            <a:rect l="0" t="0" r="r" b="b"/>
            <a:pathLst>
              <a:path w="3097" h="1059">
                <a:moveTo>
                  <a:pt x="0" y="0"/>
                </a:moveTo>
                <a:lnTo>
                  <a:pt x="3097" y="0"/>
                </a:lnTo>
                <a:lnTo>
                  <a:pt x="309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1695240" y="4305240"/>
            <a:ext cx="4810680" cy="381240"/>
          </a:xfrm>
          <a:custGeom>
            <a:avLst/>
            <a:gdLst/>
            <a:ahLst/>
            <a:rect l="0" t="0" r="r" b="b"/>
            <a:pathLst>
              <a:path w="13363" h="1059">
                <a:moveTo>
                  <a:pt x="0" y="0"/>
                </a:moveTo>
                <a:lnTo>
                  <a:pt x="13363" y="0"/>
                </a:lnTo>
                <a:lnTo>
                  <a:pt x="1336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571320" y="243828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168588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1695240" y="2438280"/>
            <a:ext cx="4820040" cy="9720"/>
          </a:xfrm>
          <a:custGeom>
            <a:avLst/>
            <a:gdLst/>
            <a:ahLst/>
            <a:rect l="0" t="0" r="r" b="b"/>
            <a:pathLst>
              <a:path w="13389" h="27">
                <a:moveTo>
                  <a:pt x="0" y="0"/>
                </a:moveTo>
                <a:lnTo>
                  <a:pt x="13389" y="0"/>
                </a:lnTo>
                <a:lnTo>
                  <a:pt x="133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650556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571320" y="281916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1695240" y="2819160"/>
            <a:ext cx="4820040" cy="10080"/>
          </a:xfrm>
          <a:custGeom>
            <a:avLst/>
            <a:gdLst/>
            <a:ahLst/>
            <a:rect l="0" t="0" r="r" b="b"/>
            <a:pathLst>
              <a:path w="13389" h="28">
                <a:moveTo>
                  <a:pt x="0" y="0"/>
                </a:moveTo>
                <a:lnTo>
                  <a:pt x="13389" y="0"/>
                </a:lnTo>
                <a:lnTo>
                  <a:pt x="133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168588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650556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571320" y="319068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168588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1695240" y="3190680"/>
            <a:ext cx="4820040" cy="9720"/>
          </a:xfrm>
          <a:custGeom>
            <a:avLst/>
            <a:gdLst/>
            <a:ahLst/>
            <a:rect l="0" t="0" r="r" b="b"/>
            <a:pathLst>
              <a:path w="13389" h="27">
                <a:moveTo>
                  <a:pt x="0" y="0"/>
                </a:moveTo>
                <a:lnTo>
                  <a:pt x="13389" y="0"/>
                </a:lnTo>
                <a:lnTo>
                  <a:pt x="133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650556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571320" y="356220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16858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1695240" y="3562200"/>
            <a:ext cx="4820040" cy="9720"/>
          </a:xfrm>
          <a:custGeom>
            <a:avLst/>
            <a:gdLst/>
            <a:ahLst/>
            <a:rect l="0" t="0" r="r" b="b"/>
            <a:pathLst>
              <a:path w="13389" h="27">
                <a:moveTo>
                  <a:pt x="0" y="0"/>
                </a:moveTo>
                <a:lnTo>
                  <a:pt x="13389" y="0"/>
                </a:lnTo>
                <a:lnTo>
                  <a:pt x="133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650556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571320" y="393372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168588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695240" y="3933720"/>
            <a:ext cx="4820040" cy="9720"/>
          </a:xfrm>
          <a:custGeom>
            <a:avLst/>
            <a:gdLst/>
            <a:ahLst/>
            <a:rect l="0" t="0" r="r" b="b"/>
            <a:pathLst>
              <a:path w="13389" h="27">
                <a:moveTo>
                  <a:pt x="0" y="0"/>
                </a:moveTo>
                <a:lnTo>
                  <a:pt x="13389" y="0"/>
                </a:lnTo>
                <a:lnTo>
                  <a:pt x="133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650556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571320" y="430524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168588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1695240" y="4305240"/>
            <a:ext cx="4820040" cy="9720"/>
          </a:xfrm>
          <a:custGeom>
            <a:avLst/>
            <a:gdLst/>
            <a:ahLst/>
            <a:rect l="0" t="0" r="r" b="b"/>
            <a:pathLst>
              <a:path w="13389" h="27">
                <a:moveTo>
                  <a:pt x="0" y="0"/>
                </a:moveTo>
                <a:lnTo>
                  <a:pt x="13389" y="0"/>
                </a:lnTo>
                <a:lnTo>
                  <a:pt x="133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650556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571320" y="467676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1695240" y="4676760"/>
            <a:ext cx="4820040" cy="9720"/>
          </a:xfrm>
          <a:custGeom>
            <a:avLst/>
            <a:gdLst/>
            <a:ahLst/>
            <a:rect l="0" t="0" r="r" b="b"/>
            <a:pathLst>
              <a:path w="13389" h="27">
                <a:moveTo>
                  <a:pt x="0" y="0"/>
                </a:moveTo>
                <a:lnTo>
                  <a:pt x="13389" y="0"/>
                </a:lnTo>
                <a:lnTo>
                  <a:pt x="133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571320" y="185940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安全与防范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⻛险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181944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措施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704880" y="28854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书墙倾倒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1819440" y="2885400"/>
            <a:ext cx="3212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顶部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⻆铁已固定天花⻰⻣，不要⾃⾏拆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704880" y="32569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插座过载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1819440" y="3256920"/>
            <a:ext cx="463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⼯作桌插座总功率 ≤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1500W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，不要串接热⽔壶等⼤功率设备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704880" y="36284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地毯打滑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1819440" y="3628440"/>
            <a:ext cx="2390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底部已加防滑垫，每年检查⼀次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704880" y="399960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落地灯磕碰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1819440" y="3999600"/>
            <a:ext cx="2608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底座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kg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配重，正常使⽤不会倒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704880" y="4371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⽕灾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1819440" y="4371120"/>
            <a:ext cx="352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书房⽆明⽕，但纸书密集 → 楼层烟感必须通电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285840" y="199440"/>
            <a:ext cx="325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⼊住使⽤与维保⼿册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285840" y="6409440"/>
            <a:ext cx="387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业主⽇常使⽤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580680" y="2257200"/>
            <a:ext cx="1286280" cy="381240"/>
          </a:xfrm>
          <a:custGeom>
            <a:avLst/>
            <a:gdLst/>
            <a:ahLst/>
            <a:rect l="0" t="0" r="r" b="b"/>
            <a:pathLst>
              <a:path w="3573" h="1059">
                <a:moveTo>
                  <a:pt x="0" y="0"/>
                </a:moveTo>
                <a:lnTo>
                  <a:pt x="3573" y="0"/>
                </a:lnTo>
                <a:lnTo>
                  <a:pt x="357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1866600" y="225720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2638080" y="2257200"/>
            <a:ext cx="772200" cy="381240"/>
          </a:xfrm>
          <a:custGeom>
            <a:avLst/>
            <a:gdLst/>
            <a:ahLst/>
            <a:rect l="0" t="0" r="r" b="b"/>
            <a:pathLst>
              <a:path w="2145" h="1059">
                <a:moveTo>
                  <a:pt x="0" y="0"/>
                </a:moveTo>
                <a:lnTo>
                  <a:pt x="2145" y="0"/>
                </a:lnTo>
                <a:lnTo>
                  <a:pt x="214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3409920" y="2257200"/>
            <a:ext cx="943200" cy="381240"/>
          </a:xfrm>
          <a:custGeom>
            <a:avLst/>
            <a:gdLst/>
            <a:ahLst/>
            <a:rect l="0" t="0" r="r" b="b"/>
            <a:pathLst>
              <a:path w="2620" h="1059">
                <a:moveTo>
                  <a:pt x="0" y="0"/>
                </a:moveTo>
                <a:lnTo>
                  <a:pt x="2620" y="0"/>
                </a:lnTo>
                <a:lnTo>
                  <a:pt x="262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580680" y="2257200"/>
            <a:ext cx="1286280" cy="381240"/>
          </a:xfrm>
          <a:custGeom>
            <a:avLst/>
            <a:gdLst/>
            <a:ahLst/>
            <a:rect l="0" t="0" r="r" b="b"/>
            <a:pathLst>
              <a:path w="3573" h="1059">
                <a:moveTo>
                  <a:pt x="0" y="0"/>
                </a:moveTo>
                <a:lnTo>
                  <a:pt x="3573" y="0"/>
                </a:lnTo>
                <a:lnTo>
                  <a:pt x="357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1866600" y="225720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2638080" y="2257200"/>
            <a:ext cx="772200" cy="381240"/>
          </a:xfrm>
          <a:custGeom>
            <a:avLst/>
            <a:gdLst/>
            <a:ahLst/>
            <a:rect l="0" t="0" r="r" b="b"/>
            <a:pathLst>
              <a:path w="2145" h="1059">
                <a:moveTo>
                  <a:pt x="0" y="0"/>
                </a:moveTo>
                <a:lnTo>
                  <a:pt x="2145" y="0"/>
                </a:lnTo>
                <a:lnTo>
                  <a:pt x="214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3409920" y="2257200"/>
            <a:ext cx="943200" cy="381240"/>
          </a:xfrm>
          <a:custGeom>
            <a:avLst/>
            <a:gdLst/>
            <a:ahLst/>
            <a:rect l="0" t="0" r="r" b="b"/>
            <a:pathLst>
              <a:path w="2620" h="1059">
                <a:moveTo>
                  <a:pt x="0" y="0"/>
                </a:moveTo>
                <a:lnTo>
                  <a:pt x="2620" y="0"/>
                </a:lnTo>
                <a:lnTo>
                  <a:pt x="262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580680" y="26380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1866600" y="263808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2638080" y="263808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3409920" y="263808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580680" y="300960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1866600" y="300960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2638080" y="300960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3409920" y="300960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580680" y="338112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1866600" y="338112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2638080" y="338112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3409920" y="338112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580680" y="375264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1866600" y="375264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2638080" y="375264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3409920" y="375264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580680" y="412416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1866600" y="41241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2638080" y="412416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3409920" y="412416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580680" y="44956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1866600" y="449568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2638080" y="449568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3409920" y="4495680"/>
            <a:ext cx="943200" cy="371880"/>
          </a:xfrm>
          <a:custGeom>
            <a:avLst/>
            <a:gdLst/>
            <a:ahLst/>
            <a:rect l="0" t="0" r="r" b="b"/>
            <a:pathLst>
              <a:path w="2620" h="1033">
                <a:moveTo>
                  <a:pt x="0" y="0"/>
                </a:moveTo>
                <a:lnTo>
                  <a:pt x="2620" y="0"/>
                </a:lnTo>
                <a:lnTo>
                  <a:pt x="26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571320" y="225720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185724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1866600" y="225720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26287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2638080" y="2257200"/>
            <a:ext cx="772200" cy="10080"/>
          </a:xfrm>
          <a:custGeom>
            <a:avLst/>
            <a:gdLst/>
            <a:ahLst/>
            <a:rect l="0" t="0" r="r" b="b"/>
            <a:pathLst>
              <a:path w="2145" h="28">
                <a:moveTo>
                  <a:pt x="0" y="0"/>
                </a:moveTo>
                <a:lnTo>
                  <a:pt x="2145" y="0"/>
                </a:lnTo>
                <a:lnTo>
                  <a:pt x="21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340020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3409920" y="225720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434304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571320" y="262872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1866600" y="262872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2638080" y="2628720"/>
            <a:ext cx="772200" cy="9720"/>
          </a:xfrm>
          <a:custGeom>
            <a:avLst/>
            <a:gdLst/>
            <a:ahLst/>
            <a:rect l="0" t="0" r="r" b="b"/>
            <a:pathLst>
              <a:path w="2145" h="27">
                <a:moveTo>
                  <a:pt x="0" y="0"/>
                </a:moveTo>
                <a:lnTo>
                  <a:pt x="2145" y="0"/>
                </a:lnTo>
                <a:lnTo>
                  <a:pt x="2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3409920" y="262872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185724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26287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340020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434304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571320" y="300024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185724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1866600" y="300024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26287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2638080" y="3000240"/>
            <a:ext cx="772200" cy="9720"/>
          </a:xfrm>
          <a:custGeom>
            <a:avLst/>
            <a:gdLst/>
            <a:ahLst/>
            <a:rect l="0" t="0" r="r" b="b"/>
            <a:pathLst>
              <a:path w="2145" h="27">
                <a:moveTo>
                  <a:pt x="0" y="0"/>
                </a:moveTo>
                <a:lnTo>
                  <a:pt x="2145" y="0"/>
                </a:lnTo>
                <a:lnTo>
                  <a:pt x="2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340020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3409920" y="300024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434304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571320" y="337176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185724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1866600" y="337176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26287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2638080" y="3371760"/>
            <a:ext cx="772200" cy="9720"/>
          </a:xfrm>
          <a:custGeom>
            <a:avLst/>
            <a:gdLst/>
            <a:ahLst/>
            <a:rect l="0" t="0" r="r" b="b"/>
            <a:pathLst>
              <a:path w="2145" h="27">
                <a:moveTo>
                  <a:pt x="0" y="0"/>
                </a:moveTo>
                <a:lnTo>
                  <a:pt x="2145" y="0"/>
                </a:lnTo>
                <a:lnTo>
                  <a:pt x="2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34002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3409920" y="337176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434304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571320" y="374328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185724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1866600" y="374328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26287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2638080" y="3743280"/>
            <a:ext cx="772200" cy="9720"/>
          </a:xfrm>
          <a:custGeom>
            <a:avLst/>
            <a:gdLst/>
            <a:ahLst/>
            <a:rect l="0" t="0" r="r" b="b"/>
            <a:pathLst>
              <a:path w="2145" h="27">
                <a:moveTo>
                  <a:pt x="0" y="0"/>
                </a:moveTo>
                <a:lnTo>
                  <a:pt x="2145" y="0"/>
                </a:lnTo>
                <a:lnTo>
                  <a:pt x="2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340020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3409920" y="374328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434304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571320" y="411444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185724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1866600" y="411444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26287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2638080" y="4114440"/>
            <a:ext cx="772200" cy="10080"/>
          </a:xfrm>
          <a:custGeom>
            <a:avLst/>
            <a:gdLst/>
            <a:ahLst/>
            <a:rect l="0" t="0" r="r" b="b"/>
            <a:pathLst>
              <a:path w="2145" h="28">
                <a:moveTo>
                  <a:pt x="0" y="0"/>
                </a:moveTo>
                <a:lnTo>
                  <a:pt x="2145" y="0"/>
                </a:lnTo>
                <a:lnTo>
                  <a:pt x="21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340020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3409920" y="411444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434304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571320" y="448596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185724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1866600" y="448596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26287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2638080" y="4485960"/>
            <a:ext cx="772200" cy="10080"/>
          </a:xfrm>
          <a:custGeom>
            <a:avLst/>
            <a:gdLst/>
            <a:ahLst/>
            <a:rect l="0" t="0" r="r" b="b"/>
            <a:pathLst>
              <a:path w="2145" h="28">
                <a:moveTo>
                  <a:pt x="0" y="0"/>
                </a:moveTo>
                <a:lnTo>
                  <a:pt x="2145" y="0"/>
                </a:lnTo>
                <a:lnTo>
                  <a:pt x="21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340020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3409920" y="4485960"/>
            <a:ext cx="943200" cy="10080"/>
          </a:xfrm>
          <a:custGeom>
            <a:avLst/>
            <a:gdLst/>
            <a:ahLst/>
            <a:rect l="0" t="0" r="r" b="b"/>
            <a:pathLst>
              <a:path w="2620" h="28">
                <a:moveTo>
                  <a:pt x="0" y="0"/>
                </a:moveTo>
                <a:lnTo>
                  <a:pt x="2620" y="0"/>
                </a:lnTo>
                <a:lnTo>
                  <a:pt x="26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434304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571320" y="486720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1866600" y="486720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2638080" y="4867200"/>
            <a:ext cx="772200" cy="9720"/>
          </a:xfrm>
          <a:custGeom>
            <a:avLst/>
            <a:gdLst/>
            <a:ahLst/>
            <a:rect l="0" t="0" r="r" b="b"/>
            <a:pathLst>
              <a:path w="2145" h="27">
                <a:moveTo>
                  <a:pt x="0" y="0"/>
                </a:moveTo>
                <a:lnTo>
                  <a:pt x="2145" y="0"/>
                </a:lnTo>
                <a:lnTo>
                  <a:pt x="21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3409920" y="4867200"/>
            <a:ext cx="943200" cy="9720"/>
          </a:xfrm>
          <a:custGeom>
            <a:avLst/>
            <a:gdLst/>
            <a:ahLst/>
            <a:rect l="0" t="0" r="r" b="b"/>
            <a:pathLst>
              <a:path w="2620" h="27">
                <a:moveTo>
                  <a:pt x="0" y="0"/>
                </a:moveTo>
                <a:lnTo>
                  <a:pt x="2620" y="0"/>
                </a:lnTo>
                <a:lnTo>
                  <a:pt x="26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571320" y="1668600"/>
            <a:ext cx="3438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维保供应商（请⾃⾏补⻬）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70488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服务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1990800" y="23234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供应商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276228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电话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3533760" y="23234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服务周期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704880" y="269496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⽊家具维修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1990800" y="26949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2762280" y="26949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353376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按需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70488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墙漆补刷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1990800" y="30661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2762280" y="30661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3533760" y="3066120"/>
            <a:ext cx="58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3-5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70488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地板保养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1990800" y="3437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2762280" y="3437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3533760" y="3437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70488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布艺清洗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990800" y="3809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2762280" y="3809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3533760" y="3809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704880" y="41806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灯具维修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1990800" y="41806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2762280" y="418068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3533760" y="41806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按需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704880" y="455220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智能家居调试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1990800" y="45522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2762280" y="45522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______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3533760" y="455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按需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285840" y="199440"/>
            <a:ext cx="325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⼊住使⽤与维保⼿册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285840" y="6409440"/>
            <a:ext cx="387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业主⽇常使⽤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580680" y="2257200"/>
            <a:ext cx="1286280" cy="381240"/>
          </a:xfrm>
          <a:custGeom>
            <a:avLst/>
            <a:gdLst/>
            <a:ahLst/>
            <a:rect l="0" t="0" r="r" b="b"/>
            <a:pathLst>
              <a:path w="3573" h="1059">
                <a:moveTo>
                  <a:pt x="0" y="0"/>
                </a:moveTo>
                <a:lnTo>
                  <a:pt x="3573" y="0"/>
                </a:lnTo>
                <a:lnTo>
                  <a:pt x="357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1866600" y="2257200"/>
            <a:ext cx="1486440" cy="381240"/>
          </a:xfrm>
          <a:custGeom>
            <a:avLst/>
            <a:gdLst/>
            <a:ahLst/>
            <a:rect l="0" t="0" r="r" b="b"/>
            <a:pathLst>
              <a:path w="4129" h="1059">
                <a:moveTo>
                  <a:pt x="0" y="0"/>
                </a:moveTo>
                <a:lnTo>
                  <a:pt x="4129" y="0"/>
                </a:lnTo>
                <a:lnTo>
                  <a:pt x="41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3352680" y="2257200"/>
            <a:ext cx="2352960" cy="381240"/>
          </a:xfrm>
          <a:custGeom>
            <a:avLst/>
            <a:gdLst/>
            <a:ahLst/>
            <a:rect l="0" t="0" r="r" b="b"/>
            <a:pathLst>
              <a:path w="6536" h="1059">
                <a:moveTo>
                  <a:pt x="0" y="0"/>
                </a:moveTo>
                <a:lnTo>
                  <a:pt x="6536" y="0"/>
                </a:lnTo>
                <a:lnTo>
                  <a:pt x="653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580680" y="2257200"/>
            <a:ext cx="1286280" cy="381240"/>
          </a:xfrm>
          <a:custGeom>
            <a:avLst/>
            <a:gdLst/>
            <a:ahLst/>
            <a:rect l="0" t="0" r="r" b="b"/>
            <a:pathLst>
              <a:path w="3573" h="1059">
                <a:moveTo>
                  <a:pt x="0" y="0"/>
                </a:moveTo>
                <a:lnTo>
                  <a:pt x="3573" y="0"/>
                </a:lnTo>
                <a:lnTo>
                  <a:pt x="357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1866600" y="2257200"/>
            <a:ext cx="1486440" cy="381240"/>
          </a:xfrm>
          <a:custGeom>
            <a:avLst/>
            <a:gdLst/>
            <a:ahLst/>
            <a:rect l="0" t="0" r="r" b="b"/>
            <a:pathLst>
              <a:path w="4129" h="1059">
                <a:moveTo>
                  <a:pt x="0" y="0"/>
                </a:moveTo>
                <a:lnTo>
                  <a:pt x="4129" y="0"/>
                </a:lnTo>
                <a:lnTo>
                  <a:pt x="41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3352680" y="2257200"/>
            <a:ext cx="2352960" cy="381240"/>
          </a:xfrm>
          <a:custGeom>
            <a:avLst/>
            <a:gdLst/>
            <a:ahLst/>
            <a:rect l="0" t="0" r="r" b="b"/>
            <a:pathLst>
              <a:path w="6536" h="1059">
                <a:moveTo>
                  <a:pt x="0" y="0"/>
                </a:moveTo>
                <a:lnTo>
                  <a:pt x="6536" y="0"/>
                </a:lnTo>
                <a:lnTo>
                  <a:pt x="653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580680" y="26380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1866600" y="263808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3352680" y="2638080"/>
            <a:ext cx="2352960" cy="371880"/>
          </a:xfrm>
          <a:custGeom>
            <a:avLst/>
            <a:gdLst/>
            <a:ahLst/>
            <a:rect l="0" t="0" r="r" b="b"/>
            <a:pathLst>
              <a:path w="6536" h="1033">
                <a:moveTo>
                  <a:pt x="0" y="0"/>
                </a:moveTo>
                <a:lnTo>
                  <a:pt x="6536" y="0"/>
                </a:lnTo>
                <a:lnTo>
                  <a:pt x="653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580680" y="300960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1866600" y="300960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3352680" y="3009600"/>
            <a:ext cx="2352960" cy="371880"/>
          </a:xfrm>
          <a:custGeom>
            <a:avLst/>
            <a:gdLst/>
            <a:ahLst/>
            <a:rect l="0" t="0" r="r" b="b"/>
            <a:pathLst>
              <a:path w="6536" h="1033">
                <a:moveTo>
                  <a:pt x="0" y="0"/>
                </a:moveTo>
                <a:lnTo>
                  <a:pt x="6536" y="0"/>
                </a:lnTo>
                <a:lnTo>
                  <a:pt x="653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580680" y="338112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1866600" y="338112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3352680" y="3381120"/>
            <a:ext cx="2352960" cy="371880"/>
          </a:xfrm>
          <a:custGeom>
            <a:avLst/>
            <a:gdLst/>
            <a:ahLst/>
            <a:rect l="0" t="0" r="r" b="b"/>
            <a:pathLst>
              <a:path w="6536" h="1033">
                <a:moveTo>
                  <a:pt x="0" y="0"/>
                </a:moveTo>
                <a:lnTo>
                  <a:pt x="6536" y="0"/>
                </a:lnTo>
                <a:lnTo>
                  <a:pt x="653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580680" y="375264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1866600" y="375264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3352680" y="3752640"/>
            <a:ext cx="2352960" cy="371880"/>
          </a:xfrm>
          <a:custGeom>
            <a:avLst/>
            <a:gdLst/>
            <a:ahLst/>
            <a:rect l="0" t="0" r="r" b="b"/>
            <a:pathLst>
              <a:path w="6536" h="1033">
                <a:moveTo>
                  <a:pt x="0" y="0"/>
                </a:moveTo>
                <a:lnTo>
                  <a:pt x="6536" y="0"/>
                </a:lnTo>
                <a:lnTo>
                  <a:pt x="653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580680" y="412416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1866600" y="412416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3352680" y="4124160"/>
            <a:ext cx="2352960" cy="371880"/>
          </a:xfrm>
          <a:custGeom>
            <a:avLst/>
            <a:gdLst/>
            <a:ahLst/>
            <a:rect l="0" t="0" r="r" b="b"/>
            <a:pathLst>
              <a:path w="6536" h="1033">
                <a:moveTo>
                  <a:pt x="0" y="0"/>
                </a:moveTo>
                <a:lnTo>
                  <a:pt x="6536" y="0"/>
                </a:lnTo>
                <a:lnTo>
                  <a:pt x="653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580680" y="44956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1866600" y="4495680"/>
            <a:ext cx="1486440" cy="371880"/>
          </a:xfrm>
          <a:custGeom>
            <a:avLst/>
            <a:gdLst/>
            <a:ahLst/>
            <a:rect l="0" t="0" r="r" b="b"/>
            <a:pathLst>
              <a:path w="4129" h="1033">
                <a:moveTo>
                  <a:pt x="0" y="0"/>
                </a:moveTo>
                <a:lnTo>
                  <a:pt x="4129" y="0"/>
                </a:lnTo>
                <a:lnTo>
                  <a:pt x="41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3352680" y="4495680"/>
            <a:ext cx="2352960" cy="371880"/>
          </a:xfrm>
          <a:custGeom>
            <a:avLst/>
            <a:gdLst/>
            <a:ahLst/>
            <a:rect l="0" t="0" r="r" b="b"/>
            <a:pathLst>
              <a:path w="6536" h="1033">
                <a:moveTo>
                  <a:pt x="0" y="0"/>
                </a:moveTo>
                <a:lnTo>
                  <a:pt x="6536" y="0"/>
                </a:lnTo>
                <a:lnTo>
                  <a:pt x="653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571320" y="225720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185724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1866600" y="2257200"/>
            <a:ext cx="1486440" cy="10080"/>
          </a:xfrm>
          <a:custGeom>
            <a:avLst/>
            <a:gdLst/>
            <a:ahLst/>
            <a:rect l="0" t="0" r="r" b="b"/>
            <a:pathLst>
              <a:path w="4129" h="28">
                <a:moveTo>
                  <a:pt x="0" y="0"/>
                </a:moveTo>
                <a:lnTo>
                  <a:pt x="4129" y="0"/>
                </a:lnTo>
                <a:lnTo>
                  <a:pt x="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334296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3352680" y="2257200"/>
            <a:ext cx="2362320" cy="10080"/>
          </a:xfrm>
          <a:custGeom>
            <a:avLst/>
            <a:gdLst/>
            <a:ahLst/>
            <a:rect l="0" t="0" r="r" b="b"/>
            <a:pathLst>
              <a:path w="6562" h="28">
                <a:moveTo>
                  <a:pt x="0" y="0"/>
                </a:moveTo>
                <a:lnTo>
                  <a:pt x="6562" y="0"/>
                </a:lnTo>
                <a:lnTo>
                  <a:pt x="65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570528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571320" y="262872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1866600" y="2628720"/>
            <a:ext cx="1486440" cy="9720"/>
          </a:xfrm>
          <a:custGeom>
            <a:avLst/>
            <a:gdLst/>
            <a:ahLst/>
            <a:rect l="0" t="0" r="r" b="b"/>
            <a:pathLst>
              <a:path w="4129" h="27">
                <a:moveTo>
                  <a:pt x="0" y="0"/>
                </a:moveTo>
                <a:lnTo>
                  <a:pt x="4129" y="0"/>
                </a:lnTo>
                <a:lnTo>
                  <a:pt x="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3352680" y="2628720"/>
            <a:ext cx="2362320" cy="9720"/>
          </a:xfrm>
          <a:custGeom>
            <a:avLst/>
            <a:gdLst/>
            <a:ahLst/>
            <a:rect l="0" t="0" r="r" b="b"/>
            <a:pathLst>
              <a:path w="6562" h="27">
                <a:moveTo>
                  <a:pt x="0" y="0"/>
                </a:moveTo>
                <a:lnTo>
                  <a:pt x="6562" y="0"/>
                </a:lnTo>
                <a:lnTo>
                  <a:pt x="6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185724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334296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570528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571320" y="300024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185724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1866600" y="3000240"/>
            <a:ext cx="1486440" cy="9720"/>
          </a:xfrm>
          <a:custGeom>
            <a:avLst/>
            <a:gdLst/>
            <a:ahLst/>
            <a:rect l="0" t="0" r="r" b="b"/>
            <a:pathLst>
              <a:path w="4129" h="27">
                <a:moveTo>
                  <a:pt x="0" y="0"/>
                </a:moveTo>
                <a:lnTo>
                  <a:pt x="4129" y="0"/>
                </a:lnTo>
                <a:lnTo>
                  <a:pt x="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334296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3352680" y="3000240"/>
            <a:ext cx="2362320" cy="9720"/>
          </a:xfrm>
          <a:custGeom>
            <a:avLst/>
            <a:gdLst/>
            <a:ahLst/>
            <a:rect l="0" t="0" r="r" b="b"/>
            <a:pathLst>
              <a:path w="6562" h="27">
                <a:moveTo>
                  <a:pt x="0" y="0"/>
                </a:moveTo>
                <a:lnTo>
                  <a:pt x="6562" y="0"/>
                </a:lnTo>
                <a:lnTo>
                  <a:pt x="6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570528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571320" y="337176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185724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1866600" y="3371760"/>
            <a:ext cx="1486440" cy="9720"/>
          </a:xfrm>
          <a:custGeom>
            <a:avLst/>
            <a:gdLst/>
            <a:ahLst/>
            <a:rect l="0" t="0" r="r" b="b"/>
            <a:pathLst>
              <a:path w="4129" h="27">
                <a:moveTo>
                  <a:pt x="0" y="0"/>
                </a:moveTo>
                <a:lnTo>
                  <a:pt x="4129" y="0"/>
                </a:lnTo>
                <a:lnTo>
                  <a:pt x="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334296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3352680" y="3371760"/>
            <a:ext cx="2362320" cy="9720"/>
          </a:xfrm>
          <a:custGeom>
            <a:avLst/>
            <a:gdLst/>
            <a:ahLst/>
            <a:rect l="0" t="0" r="r" b="b"/>
            <a:pathLst>
              <a:path w="6562" h="27">
                <a:moveTo>
                  <a:pt x="0" y="0"/>
                </a:moveTo>
                <a:lnTo>
                  <a:pt x="6562" y="0"/>
                </a:lnTo>
                <a:lnTo>
                  <a:pt x="6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570528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571320" y="374328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185724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1866600" y="3743280"/>
            <a:ext cx="1486440" cy="9720"/>
          </a:xfrm>
          <a:custGeom>
            <a:avLst/>
            <a:gdLst/>
            <a:ahLst/>
            <a:rect l="0" t="0" r="r" b="b"/>
            <a:pathLst>
              <a:path w="4129" h="27">
                <a:moveTo>
                  <a:pt x="0" y="0"/>
                </a:moveTo>
                <a:lnTo>
                  <a:pt x="4129" y="0"/>
                </a:lnTo>
                <a:lnTo>
                  <a:pt x="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334296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3352680" y="3743280"/>
            <a:ext cx="2362320" cy="9720"/>
          </a:xfrm>
          <a:custGeom>
            <a:avLst/>
            <a:gdLst/>
            <a:ahLst/>
            <a:rect l="0" t="0" r="r" b="b"/>
            <a:pathLst>
              <a:path w="6562" h="27">
                <a:moveTo>
                  <a:pt x="0" y="0"/>
                </a:moveTo>
                <a:lnTo>
                  <a:pt x="6562" y="0"/>
                </a:lnTo>
                <a:lnTo>
                  <a:pt x="6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570528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571320" y="411444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185724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1866600" y="4114440"/>
            <a:ext cx="1486440" cy="10080"/>
          </a:xfrm>
          <a:custGeom>
            <a:avLst/>
            <a:gdLst/>
            <a:ahLst/>
            <a:rect l="0" t="0" r="r" b="b"/>
            <a:pathLst>
              <a:path w="4129" h="28">
                <a:moveTo>
                  <a:pt x="0" y="0"/>
                </a:moveTo>
                <a:lnTo>
                  <a:pt x="4129" y="0"/>
                </a:lnTo>
                <a:lnTo>
                  <a:pt x="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334296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3352680" y="4114440"/>
            <a:ext cx="2362320" cy="10080"/>
          </a:xfrm>
          <a:custGeom>
            <a:avLst/>
            <a:gdLst/>
            <a:ahLst/>
            <a:rect l="0" t="0" r="r" b="b"/>
            <a:pathLst>
              <a:path w="6562" h="28">
                <a:moveTo>
                  <a:pt x="0" y="0"/>
                </a:moveTo>
                <a:lnTo>
                  <a:pt x="6562" y="0"/>
                </a:lnTo>
                <a:lnTo>
                  <a:pt x="65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570528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571320" y="448596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185724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1866600" y="4485960"/>
            <a:ext cx="1486440" cy="10080"/>
          </a:xfrm>
          <a:custGeom>
            <a:avLst/>
            <a:gdLst/>
            <a:ahLst/>
            <a:rect l="0" t="0" r="r" b="b"/>
            <a:pathLst>
              <a:path w="4129" h="28">
                <a:moveTo>
                  <a:pt x="0" y="0"/>
                </a:moveTo>
                <a:lnTo>
                  <a:pt x="4129" y="0"/>
                </a:lnTo>
                <a:lnTo>
                  <a:pt x="4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334296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3352680" y="4485960"/>
            <a:ext cx="2362320" cy="10080"/>
          </a:xfrm>
          <a:custGeom>
            <a:avLst/>
            <a:gdLst/>
            <a:ahLst/>
            <a:rect l="0" t="0" r="r" b="b"/>
            <a:pathLst>
              <a:path w="6562" h="28">
                <a:moveTo>
                  <a:pt x="0" y="0"/>
                </a:moveTo>
                <a:lnTo>
                  <a:pt x="6562" y="0"/>
                </a:lnTo>
                <a:lnTo>
                  <a:pt x="65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570528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571320" y="486720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1866600" y="4867200"/>
            <a:ext cx="1486440" cy="9720"/>
          </a:xfrm>
          <a:custGeom>
            <a:avLst/>
            <a:gdLst/>
            <a:ahLst/>
            <a:rect l="0" t="0" r="r" b="b"/>
            <a:pathLst>
              <a:path w="4129" h="27">
                <a:moveTo>
                  <a:pt x="0" y="0"/>
                </a:moveTo>
                <a:lnTo>
                  <a:pt x="4129" y="0"/>
                </a:lnTo>
                <a:lnTo>
                  <a:pt x="4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3352680" y="4867200"/>
            <a:ext cx="2362320" cy="9720"/>
          </a:xfrm>
          <a:custGeom>
            <a:avLst/>
            <a:gdLst/>
            <a:ahLst/>
            <a:rect l="0" t="0" r="r" b="b"/>
            <a:pathLst>
              <a:path w="6562" h="27">
                <a:moveTo>
                  <a:pt x="0" y="0"/>
                </a:moveTo>
                <a:lnTo>
                  <a:pt x="6562" y="0"/>
                </a:lnTo>
                <a:lnTo>
                  <a:pt x="6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571320" y="166860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常⻅问题处理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70488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现象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199080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原因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347652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处理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704880" y="269496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书墙轻微晃动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1990800" y="269496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顶部螺栓松动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3476520" y="2694960"/>
            <a:ext cx="1676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拧紧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⻆铁膨胀螺栓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704880" y="306612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搁板轻微下沉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1990800" y="30661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书过满超载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3476520" y="3066120"/>
            <a:ext cx="1661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中段⽴柱加托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减书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704880" y="343764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磁吸⻔关不紧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1990800" y="3437640"/>
            <a:ext cx="1319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磁吸⽼化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错位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3476520" y="3437640"/>
            <a:ext cx="1854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更换磁吸扣（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¥20/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704880" y="380916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落地灯闪烁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1990800" y="380916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灯泡或调光器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3476520" y="3809160"/>
            <a:ext cx="1650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换灯泡 → 换调光模块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704880" y="418068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墙漆局部污渍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1990800" y="41806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渗⾊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3476520" y="4180680"/>
            <a:ext cx="1850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细砂纸轻磨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原⾊补刷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704880" y="455220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地板缝开裂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1990800" y="45522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⼲燥季节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3476520" y="4552200"/>
            <a:ext cx="219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加湿器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季节性微收缩正常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285840" y="199440"/>
            <a:ext cx="325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⼊住使⽤与维保⼿册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285840" y="6409440"/>
            <a:ext cx="387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业主⽇常使⽤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571320" y="228564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4A8B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571320" y="2571480"/>
            <a:ext cx="11049480" cy="305280"/>
          </a:xfrm>
          <a:custGeom>
            <a:avLst/>
            <a:gdLst/>
            <a:ahLst/>
            <a:rect l="0" t="0" r="r" b="b"/>
            <a:pathLst>
              <a:path w="30693" h="848">
                <a:moveTo>
                  <a:pt x="0" y="0"/>
                </a:moveTo>
                <a:lnTo>
                  <a:pt x="30693" y="0"/>
                </a:lnTo>
                <a:lnTo>
                  <a:pt x="3069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C97D5C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571320" y="2571480"/>
            <a:ext cx="38520" cy="305280"/>
          </a:xfrm>
          <a:custGeom>
            <a:avLst/>
            <a:gdLst/>
            <a:ahLst/>
            <a:rect l="0" t="0" r="r" b="b"/>
            <a:pathLst>
              <a:path w="107" h="848">
                <a:moveTo>
                  <a:pt x="0" y="0"/>
                </a:moveTo>
                <a:lnTo>
                  <a:pt x="107" y="0"/>
                </a:lnTo>
                <a:lnTo>
                  <a:pt x="10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571320" y="1325520"/>
            <a:ext cx="426780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使⽤仪表盘建议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628560" y="31431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817560" y="2568600"/>
            <a:ext cx="25596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建议每⽉快速⾃检 </a:t>
            </a:r>
            <a:r>
              <a:rPr lang="en-US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分钟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838080" y="3045240"/>
            <a:ext cx="209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LucidaGrande"/>
                <a:ea typeface="LucidaGrande"/>
              </a:rPr>
              <a:t>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628560" y="35049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998280" y="3025800"/>
            <a:ext cx="21582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书架稳固性（晃⼀下）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838080" y="3407400"/>
            <a:ext cx="209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LucidaGrande"/>
                <a:ea typeface="LucidaGrande"/>
              </a:rPr>
              <a:t>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628560" y="38671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998280" y="3387960"/>
            <a:ext cx="905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灯具全亮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838080" y="3769200"/>
            <a:ext cx="209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LucidaGrande"/>
                <a:ea typeface="LucidaGrande"/>
              </a:rPr>
              <a:t>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628560" y="42289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998280" y="3749760"/>
            <a:ext cx="905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插座全通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838080" y="4131360"/>
            <a:ext cx="209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LucidaGrande"/>
                <a:ea typeface="LucidaGrande"/>
              </a:rPr>
              <a:t>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628560" y="45907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3" y="15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5"/>
                  <a:pt x="171" y="22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998280" y="4111920"/>
            <a:ext cx="18918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⽆明显污渍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裂痕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838080" y="4493160"/>
            <a:ext cx="209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LucidaGrande"/>
                <a:ea typeface="LucidaGrande"/>
              </a:rPr>
              <a:t>✓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998280" y="4473720"/>
            <a:ext cx="3839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防潮剂颜⾊（蓝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=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⼲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粉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=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湿，需换）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571320" y="4892760"/>
            <a:ext cx="6508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7×24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⽅案⽀持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：任何使⽤问题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设计团队远程答疑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285840" y="199440"/>
            <a:ext cx="325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极简书房改造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⼊住使⽤与维保⼿册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285840" y="6409440"/>
            <a:ext cx="387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业主⽇常使⽤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