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571320" y="2552400"/>
            <a:ext cx="11049480" cy="57600"/>
          </a:xfrm>
          <a:custGeom>
            <a:avLst/>
            <a:gdLst/>
            <a:ahLst/>
            <a:rect l="0" t="0" r="r" b="b"/>
            <a:pathLst>
              <a:path w="30693" h="160">
                <a:moveTo>
                  <a:pt x="0" y="0"/>
                </a:moveTo>
                <a:lnTo>
                  <a:pt x="30693" y="0"/>
                </a:lnTo>
                <a:lnTo>
                  <a:pt x="30693" y="160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580680" y="4190760"/>
            <a:ext cx="743400" cy="371880"/>
          </a:xfrm>
          <a:custGeom>
            <a:avLst/>
            <a:gdLst/>
            <a:ahLst/>
            <a:rect l="0" t="0" r="r" b="b"/>
            <a:pathLst>
              <a:path w="2065" h="1033">
                <a:moveTo>
                  <a:pt x="0" y="0"/>
                </a:moveTo>
                <a:lnTo>
                  <a:pt x="2065" y="0"/>
                </a:lnTo>
                <a:lnTo>
                  <a:pt x="206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1323720" y="419076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1923840" y="4190760"/>
            <a:ext cx="914760" cy="371880"/>
          </a:xfrm>
          <a:custGeom>
            <a:avLst/>
            <a:gdLst/>
            <a:ahLst/>
            <a:rect l="0" t="0" r="r" b="b"/>
            <a:pathLst>
              <a:path w="2541" h="1033">
                <a:moveTo>
                  <a:pt x="0" y="0"/>
                </a:moveTo>
                <a:lnTo>
                  <a:pt x="2541" y="0"/>
                </a:lnTo>
                <a:lnTo>
                  <a:pt x="254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580680" y="4190760"/>
            <a:ext cx="743400" cy="371880"/>
          </a:xfrm>
          <a:custGeom>
            <a:avLst/>
            <a:gdLst/>
            <a:ahLst/>
            <a:rect l="0" t="0" r="r" b="b"/>
            <a:pathLst>
              <a:path w="2065" h="1033">
                <a:moveTo>
                  <a:pt x="0" y="0"/>
                </a:moveTo>
                <a:lnTo>
                  <a:pt x="2065" y="0"/>
                </a:lnTo>
                <a:lnTo>
                  <a:pt x="206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1323720" y="419076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1923840" y="4190760"/>
            <a:ext cx="914760" cy="371880"/>
          </a:xfrm>
          <a:custGeom>
            <a:avLst/>
            <a:gdLst/>
            <a:ahLst/>
            <a:rect l="0" t="0" r="r" b="b"/>
            <a:pathLst>
              <a:path w="2541" h="1033">
                <a:moveTo>
                  <a:pt x="0" y="0"/>
                </a:moveTo>
                <a:lnTo>
                  <a:pt x="2541" y="0"/>
                </a:lnTo>
                <a:lnTo>
                  <a:pt x="254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580680" y="4562280"/>
            <a:ext cx="743400" cy="371880"/>
          </a:xfrm>
          <a:custGeom>
            <a:avLst/>
            <a:gdLst/>
            <a:ahLst/>
            <a:rect l="0" t="0" r="r" b="b"/>
            <a:pathLst>
              <a:path w="2065" h="1033">
                <a:moveTo>
                  <a:pt x="0" y="0"/>
                </a:moveTo>
                <a:lnTo>
                  <a:pt x="2065" y="0"/>
                </a:lnTo>
                <a:lnTo>
                  <a:pt x="206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1323720" y="456228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1923840" y="4562280"/>
            <a:ext cx="914760" cy="371880"/>
          </a:xfrm>
          <a:custGeom>
            <a:avLst/>
            <a:gdLst/>
            <a:ahLst/>
            <a:rect l="0" t="0" r="r" b="b"/>
            <a:pathLst>
              <a:path w="2541" h="1033">
                <a:moveTo>
                  <a:pt x="0" y="0"/>
                </a:moveTo>
                <a:lnTo>
                  <a:pt x="2541" y="0"/>
                </a:lnTo>
                <a:lnTo>
                  <a:pt x="254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571320" y="41814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571320" y="4181400"/>
            <a:ext cx="762480" cy="9720"/>
          </a:xfrm>
          <a:custGeom>
            <a:avLst/>
            <a:gdLst/>
            <a:ahLst/>
            <a:rect l="0" t="0" r="r" b="b"/>
            <a:pathLst>
              <a:path w="2118" h="27">
                <a:moveTo>
                  <a:pt x="0" y="0"/>
                </a:moveTo>
                <a:lnTo>
                  <a:pt x="2118" y="0"/>
                </a:lnTo>
                <a:lnTo>
                  <a:pt x="211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1323720" y="41814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1333440" y="418140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1923840" y="41814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1933560" y="4181400"/>
            <a:ext cx="914760" cy="9720"/>
          </a:xfrm>
          <a:custGeom>
            <a:avLst/>
            <a:gdLst/>
            <a:ahLst/>
            <a:rect l="0" t="0" r="r" b="b"/>
            <a:pathLst>
              <a:path w="2541" h="27">
                <a:moveTo>
                  <a:pt x="0" y="0"/>
                </a:moveTo>
                <a:lnTo>
                  <a:pt x="2541" y="0"/>
                </a:lnTo>
                <a:lnTo>
                  <a:pt x="25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2838240" y="41814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571320" y="4552920"/>
            <a:ext cx="762480" cy="9720"/>
          </a:xfrm>
          <a:custGeom>
            <a:avLst/>
            <a:gdLst/>
            <a:ahLst/>
            <a:rect l="0" t="0" r="r" b="b"/>
            <a:pathLst>
              <a:path w="2118" h="27">
                <a:moveTo>
                  <a:pt x="0" y="0"/>
                </a:moveTo>
                <a:lnTo>
                  <a:pt x="2118" y="0"/>
                </a:lnTo>
                <a:lnTo>
                  <a:pt x="211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1333440" y="455292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1933560" y="4552920"/>
            <a:ext cx="914760" cy="9720"/>
          </a:xfrm>
          <a:custGeom>
            <a:avLst/>
            <a:gdLst/>
            <a:ahLst/>
            <a:rect l="0" t="0" r="r" b="b"/>
            <a:pathLst>
              <a:path w="2541" h="27">
                <a:moveTo>
                  <a:pt x="0" y="0"/>
                </a:moveTo>
                <a:lnTo>
                  <a:pt x="2541" y="0"/>
                </a:lnTo>
                <a:lnTo>
                  <a:pt x="25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571320" y="45622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1323720" y="45622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1923840" y="45622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2838240" y="45622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571320" y="4924080"/>
            <a:ext cx="762480" cy="10080"/>
          </a:xfrm>
          <a:custGeom>
            <a:avLst/>
            <a:gdLst/>
            <a:ahLst/>
            <a:rect l="0" t="0" r="r" b="b"/>
            <a:pathLst>
              <a:path w="2118" h="28">
                <a:moveTo>
                  <a:pt x="0" y="0"/>
                </a:moveTo>
                <a:lnTo>
                  <a:pt x="2118" y="0"/>
                </a:lnTo>
                <a:lnTo>
                  <a:pt x="211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1333440" y="4924080"/>
            <a:ext cx="600480" cy="10080"/>
          </a:xfrm>
          <a:custGeom>
            <a:avLst/>
            <a:gdLst/>
            <a:ahLst/>
            <a:rect l="0" t="0" r="r" b="b"/>
            <a:pathLst>
              <a:path w="1668" h="28">
                <a:moveTo>
                  <a:pt x="0" y="0"/>
                </a:moveTo>
                <a:lnTo>
                  <a:pt x="1668" y="0"/>
                </a:lnTo>
                <a:lnTo>
                  <a:pt x="1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1933560" y="4924080"/>
            <a:ext cx="914760" cy="10080"/>
          </a:xfrm>
          <a:custGeom>
            <a:avLst/>
            <a:gdLst/>
            <a:ahLst/>
            <a:rect l="0" t="0" r="r" b="b"/>
            <a:pathLst>
              <a:path w="2541" h="28">
                <a:moveTo>
                  <a:pt x="0" y="0"/>
                </a:moveTo>
                <a:lnTo>
                  <a:pt x="2541" y="0"/>
                </a:lnTo>
                <a:lnTo>
                  <a:pt x="25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571320" y="1592280"/>
            <a:ext cx="653940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极简书房 </a:t>
            </a:r>
            <a:r>
              <a:rPr lang="en-US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施⼯交付包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571320" y="2810520"/>
            <a:ext cx="4468680" cy="426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20 m² · Japandi · ¥78K · 6 </a:t>
            </a:r>
            <a:r>
              <a:rPr lang="zh-CN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周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571320" y="3396240"/>
            <a:ext cx="30614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给 施⼯⽅ </a:t>
            </a:r>
            <a:r>
              <a:rPr lang="en-US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总包 的技术交底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704880" y="424728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⾯积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1457280" y="424728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⼯期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2057400" y="424728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造价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704880" y="4618800"/>
            <a:ext cx="493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20 m²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1457280" y="4618800"/>
            <a:ext cx="378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6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2057400" y="4618800"/>
            <a:ext cx="651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¥78,000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285840" y="199440"/>
            <a:ext cx="2571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施⼯交付包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施⼯⽅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1184508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142920" y="121680"/>
            <a:ext cx="6190920" cy="4861800"/>
          </a:xfrm>
          <a:custGeom>
            <a:avLst/>
            <a:gdLst/>
            <a:ahLst/>
            <a:rect l="0" t="0" r="r" b="b"/>
            <a:pathLst>
              <a:path w="17197" h="13505">
                <a:moveTo>
                  <a:pt x="1190" y="1196"/>
                </a:moveTo>
                <a:lnTo>
                  <a:pt x="1190" y="11886"/>
                </a:lnTo>
                <a:cubicBezTo>
                  <a:pt x="1190" y="11914"/>
                  <a:pt x="1195" y="11941"/>
                  <a:pt x="1206" y="11967"/>
                </a:cubicBezTo>
                <a:cubicBezTo>
                  <a:pt x="1217" y="11993"/>
                  <a:pt x="1232" y="12016"/>
                  <a:pt x="1252" y="12036"/>
                </a:cubicBezTo>
                <a:cubicBezTo>
                  <a:pt x="1272" y="12056"/>
                  <a:pt x="1295" y="12071"/>
                  <a:pt x="1321" y="12082"/>
                </a:cubicBezTo>
                <a:cubicBezTo>
                  <a:pt x="1347" y="12093"/>
                  <a:pt x="1374" y="12098"/>
                  <a:pt x="1402" y="12098"/>
                </a:cubicBezTo>
                <a:lnTo>
                  <a:pt x="15796" y="12098"/>
                </a:lnTo>
                <a:cubicBezTo>
                  <a:pt x="15824" y="12098"/>
                  <a:pt x="15851" y="12093"/>
                  <a:pt x="15877" y="12082"/>
                </a:cubicBezTo>
                <a:cubicBezTo>
                  <a:pt x="15903" y="12071"/>
                  <a:pt x="15926" y="12056"/>
                  <a:pt x="15946" y="12036"/>
                </a:cubicBezTo>
                <a:cubicBezTo>
                  <a:pt x="15966" y="12016"/>
                  <a:pt x="15981" y="11993"/>
                  <a:pt x="15992" y="11967"/>
                </a:cubicBezTo>
                <a:cubicBezTo>
                  <a:pt x="16002" y="11941"/>
                  <a:pt x="16008" y="11914"/>
                  <a:pt x="16008" y="11886"/>
                </a:cubicBezTo>
                <a:lnTo>
                  <a:pt x="16008" y="1196"/>
                </a:lnTo>
                <a:cubicBezTo>
                  <a:pt x="16008" y="1168"/>
                  <a:pt x="16002" y="1141"/>
                  <a:pt x="15992" y="1115"/>
                </a:cubicBezTo>
                <a:cubicBezTo>
                  <a:pt x="15981" y="1089"/>
                  <a:pt x="15966" y="1066"/>
                  <a:pt x="15946" y="1046"/>
                </a:cubicBezTo>
                <a:cubicBezTo>
                  <a:pt x="15926" y="1027"/>
                  <a:pt x="15903" y="1011"/>
                  <a:pt x="15877" y="1001"/>
                </a:cubicBezTo>
                <a:cubicBezTo>
                  <a:pt x="15851" y="990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90"/>
                  <a:pt x="1321" y="1001"/>
                </a:cubicBezTo>
                <a:cubicBezTo>
                  <a:pt x="1295" y="1011"/>
                  <a:pt x="1272" y="1027"/>
                  <a:pt x="1252" y="1046"/>
                </a:cubicBezTo>
                <a:cubicBezTo>
                  <a:pt x="1232" y="1066"/>
                  <a:pt x="1217" y="1089"/>
                  <a:pt x="1206" y="1115"/>
                </a:cubicBezTo>
                <a:cubicBezTo>
                  <a:pt x="1195" y="1141"/>
                  <a:pt x="1190" y="1168"/>
                  <a:pt x="1190" y="1196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3505"/>
                </a:lnTo>
                <a:lnTo>
                  <a:pt x="0" y="135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85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5333760" cy="399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"/>
          <p:cNvSpPr/>
          <p:nvPr/>
        </p:nvSpPr>
        <p:spPr>
          <a:xfrm>
            <a:off x="628560" y="530532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3"/>
                  <a:pt x="204" y="147"/>
                </a:cubicBezTo>
                <a:cubicBezTo>
                  <a:pt x="199" y="160"/>
                  <a:pt x="191" y="172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6286320" y="2249640"/>
            <a:ext cx="28659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平⾯图（带分区标注）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628560" y="56671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838080" y="5187960"/>
            <a:ext cx="34228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整体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5.0 m × 4.0 m × 2.8 m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净空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838080" y="5550120"/>
            <a:ext cx="49665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分区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：书墙（北墙整⾯）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⼯作区（⻄侧）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阅读⻆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628560" y="63338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2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2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838080" y="5854680"/>
            <a:ext cx="27968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（东南⻆）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储物（东北⻆）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628560" y="668628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838080" y="6216840"/>
            <a:ext cx="47534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现状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：保留原⽑坯地⾯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+ 3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⾯⽩墙，拆旧造价另计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838080" y="6569280"/>
            <a:ext cx="24390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⾛道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：中间留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1.2 m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净宽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285840" y="199440"/>
            <a:ext cx="2571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施⼯交付包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施⼯⽅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142920" y="121680"/>
            <a:ext cx="6190920" cy="4194360"/>
          </a:xfrm>
          <a:custGeom>
            <a:avLst/>
            <a:gdLst/>
            <a:ahLst/>
            <a:rect l="0" t="0" r="r" b="b"/>
            <a:pathLst>
              <a:path w="17197" h="11651">
                <a:moveTo>
                  <a:pt x="1190" y="1196"/>
                </a:moveTo>
                <a:lnTo>
                  <a:pt x="1190" y="10034"/>
                </a:lnTo>
                <a:cubicBezTo>
                  <a:pt x="1190" y="10062"/>
                  <a:pt x="1195" y="10089"/>
                  <a:pt x="1206" y="10115"/>
                </a:cubicBezTo>
                <a:cubicBezTo>
                  <a:pt x="1217" y="10141"/>
                  <a:pt x="1232" y="10164"/>
                  <a:pt x="1252" y="10184"/>
                </a:cubicBezTo>
                <a:cubicBezTo>
                  <a:pt x="1272" y="10204"/>
                  <a:pt x="1295" y="10219"/>
                  <a:pt x="1321" y="10230"/>
                </a:cubicBezTo>
                <a:cubicBezTo>
                  <a:pt x="1347" y="10240"/>
                  <a:pt x="1374" y="10246"/>
                  <a:pt x="1402" y="10246"/>
                </a:cubicBezTo>
                <a:lnTo>
                  <a:pt x="15796" y="10246"/>
                </a:lnTo>
                <a:cubicBezTo>
                  <a:pt x="15824" y="10246"/>
                  <a:pt x="15851" y="10240"/>
                  <a:pt x="15877" y="10230"/>
                </a:cubicBezTo>
                <a:cubicBezTo>
                  <a:pt x="15903" y="10219"/>
                  <a:pt x="15926" y="10204"/>
                  <a:pt x="15946" y="10184"/>
                </a:cubicBezTo>
                <a:cubicBezTo>
                  <a:pt x="15966" y="10164"/>
                  <a:pt x="15981" y="10141"/>
                  <a:pt x="15992" y="10115"/>
                </a:cubicBezTo>
                <a:cubicBezTo>
                  <a:pt x="16002" y="10089"/>
                  <a:pt x="16008" y="10062"/>
                  <a:pt x="16008" y="10034"/>
                </a:cubicBezTo>
                <a:lnTo>
                  <a:pt x="16008" y="1196"/>
                </a:lnTo>
                <a:cubicBezTo>
                  <a:pt x="16008" y="1168"/>
                  <a:pt x="16002" y="1141"/>
                  <a:pt x="15992" y="1115"/>
                </a:cubicBezTo>
                <a:cubicBezTo>
                  <a:pt x="15981" y="1089"/>
                  <a:pt x="15966" y="1066"/>
                  <a:pt x="15946" y="1046"/>
                </a:cubicBezTo>
                <a:cubicBezTo>
                  <a:pt x="15926" y="1027"/>
                  <a:pt x="15903" y="1011"/>
                  <a:pt x="15877" y="1001"/>
                </a:cubicBezTo>
                <a:cubicBezTo>
                  <a:pt x="15851" y="990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90"/>
                  <a:pt x="1321" y="1001"/>
                </a:cubicBezTo>
                <a:cubicBezTo>
                  <a:pt x="1295" y="1011"/>
                  <a:pt x="1272" y="1027"/>
                  <a:pt x="1252" y="1046"/>
                </a:cubicBezTo>
                <a:cubicBezTo>
                  <a:pt x="1232" y="1066"/>
                  <a:pt x="1217" y="1089"/>
                  <a:pt x="1206" y="1115"/>
                </a:cubicBezTo>
                <a:cubicBezTo>
                  <a:pt x="1195" y="1141"/>
                  <a:pt x="1190" y="1168"/>
                  <a:pt x="1190" y="1196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1"/>
                </a:lnTo>
                <a:lnTo>
                  <a:pt x="0" y="116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03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"/>
          <p:cNvSpPr/>
          <p:nvPr/>
        </p:nvSpPr>
        <p:spPr>
          <a:xfrm>
            <a:off x="628560" y="4638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838080" y="4533840"/>
            <a:ext cx="1752840" cy="276480"/>
          </a:xfrm>
          <a:custGeom>
            <a:avLst/>
            <a:gdLst/>
            <a:ahLst/>
            <a:rect l="0" t="0" r="r" b="b"/>
            <a:pathLst>
              <a:path w="4869" h="768">
                <a:moveTo>
                  <a:pt x="0" y="689"/>
                </a:moveTo>
                <a:lnTo>
                  <a:pt x="0" y="80"/>
                </a:lnTo>
                <a:cubicBezTo>
                  <a:pt x="0" y="70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4790" y="0"/>
                </a:lnTo>
                <a:cubicBezTo>
                  <a:pt x="4800" y="0"/>
                  <a:pt x="4810" y="2"/>
                  <a:pt x="4820" y="6"/>
                </a:cubicBezTo>
                <a:cubicBezTo>
                  <a:pt x="4830" y="10"/>
                  <a:pt x="4838" y="15"/>
                  <a:pt x="4846" y="23"/>
                </a:cubicBezTo>
                <a:cubicBezTo>
                  <a:pt x="4853" y="30"/>
                  <a:pt x="4859" y="39"/>
                  <a:pt x="4863" y="49"/>
                </a:cubicBezTo>
                <a:cubicBezTo>
                  <a:pt x="4867" y="58"/>
                  <a:pt x="4869" y="70"/>
                  <a:pt x="4869" y="80"/>
                </a:cubicBezTo>
                <a:lnTo>
                  <a:pt x="4869" y="689"/>
                </a:lnTo>
                <a:cubicBezTo>
                  <a:pt x="4869" y="699"/>
                  <a:pt x="4867" y="709"/>
                  <a:pt x="4863" y="719"/>
                </a:cubicBezTo>
                <a:cubicBezTo>
                  <a:pt x="4859" y="729"/>
                  <a:pt x="4853" y="737"/>
                  <a:pt x="4846" y="745"/>
                </a:cubicBezTo>
                <a:cubicBezTo>
                  <a:pt x="4838" y="752"/>
                  <a:pt x="4830" y="758"/>
                  <a:pt x="4820" y="762"/>
                </a:cubicBezTo>
                <a:cubicBezTo>
                  <a:pt x="4810" y="766"/>
                  <a:pt x="4800" y="768"/>
                  <a:pt x="4790" y="768"/>
                </a:cubicBezTo>
                <a:lnTo>
                  <a:pt x="79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39" y="758"/>
                  <a:pt x="31" y="752"/>
                  <a:pt x="23" y="745"/>
                </a:cubicBezTo>
                <a:cubicBezTo>
                  <a:pt x="16" y="737"/>
                  <a:pt x="10" y="729"/>
                  <a:pt x="6" y="719"/>
                </a:cubicBezTo>
                <a:cubicBezTo>
                  <a:pt x="2" y="709"/>
                  <a:pt x="0" y="699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6286320" y="1916280"/>
            <a:ext cx="1146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参考图纸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895320" y="4548960"/>
            <a:ext cx="16347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floorplan.svg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2592720" y="4521240"/>
            <a:ext cx="24699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可在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AutoCAD / Rhino /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628560" y="530532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3"/>
                  <a:pt x="204" y="147"/>
                </a:cubicBezTo>
                <a:cubicBezTo>
                  <a:pt x="199" y="160"/>
                  <a:pt x="191" y="172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838080" y="5200560"/>
            <a:ext cx="1752840" cy="276480"/>
          </a:xfrm>
          <a:custGeom>
            <a:avLst/>
            <a:gdLst/>
            <a:ahLst/>
            <a:rect l="0" t="0" r="r" b="b"/>
            <a:pathLst>
              <a:path w="4869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4790" y="0"/>
                </a:lnTo>
                <a:cubicBezTo>
                  <a:pt x="4800" y="0"/>
                  <a:pt x="4810" y="2"/>
                  <a:pt x="4820" y="6"/>
                </a:cubicBezTo>
                <a:cubicBezTo>
                  <a:pt x="4830" y="10"/>
                  <a:pt x="4838" y="16"/>
                  <a:pt x="4846" y="23"/>
                </a:cubicBezTo>
                <a:cubicBezTo>
                  <a:pt x="4853" y="30"/>
                  <a:pt x="4859" y="39"/>
                  <a:pt x="4863" y="49"/>
                </a:cubicBezTo>
                <a:cubicBezTo>
                  <a:pt x="4867" y="58"/>
                  <a:pt x="4869" y="69"/>
                  <a:pt x="4869" y="79"/>
                </a:cubicBezTo>
                <a:lnTo>
                  <a:pt x="4869" y="689"/>
                </a:lnTo>
                <a:cubicBezTo>
                  <a:pt x="4869" y="699"/>
                  <a:pt x="4867" y="709"/>
                  <a:pt x="4863" y="719"/>
                </a:cubicBezTo>
                <a:cubicBezTo>
                  <a:pt x="4859" y="729"/>
                  <a:pt x="4853" y="737"/>
                  <a:pt x="4846" y="745"/>
                </a:cubicBezTo>
                <a:cubicBezTo>
                  <a:pt x="4838" y="752"/>
                  <a:pt x="4830" y="758"/>
                  <a:pt x="4820" y="762"/>
                </a:cubicBezTo>
                <a:cubicBezTo>
                  <a:pt x="4810" y="766"/>
                  <a:pt x="4800" y="768"/>
                  <a:pt x="4790" y="768"/>
                </a:cubicBezTo>
                <a:lnTo>
                  <a:pt x="79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39" y="758"/>
                  <a:pt x="31" y="752"/>
                  <a:pt x="23" y="745"/>
                </a:cubicBezTo>
                <a:cubicBezTo>
                  <a:pt x="16" y="737"/>
                  <a:pt x="10" y="729"/>
                  <a:pt x="6" y="719"/>
                </a:cubicBezTo>
                <a:cubicBezTo>
                  <a:pt x="2" y="709"/>
                  <a:pt x="0" y="699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838080" y="4826160"/>
            <a:ext cx="1397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Inkscape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打开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895320" y="5215680"/>
            <a:ext cx="16347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floorplan.png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628560" y="56671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2592720" y="5187960"/>
            <a:ext cx="1631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1:50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⽐例俯视图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1780920" y="5562360"/>
            <a:ext cx="1248120" cy="276480"/>
          </a:xfrm>
          <a:custGeom>
            <a:avLst/>
            <a:gdLst/>
            <a:ahLst/>
            <a:rect l="0" t="0" r="r" b="b"/>
            <a:pathLst>
              <a:path w="3467" h="768">
                <a:moveTo>
                  <a:pt x="0" y="689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3388" y="0"/>
                </a:lnTo>
                <a:cubicBezTo>
                  <a:pt x="3398" y="0"/>
                  <a:pt x="3409" y="2"/>
                  <a:pt x="3418" y="6"/>
                </a:cubicBezTo>
                <a:cubicBezTo>
                  <a:pt x="3428" y="10"/>
                  <a:pt x="3437" y="16"/>
                  <a:pt x="3444" y="23"/>
                </a:cubicBezTo>
                <a:cubicBezTo>
                  <a:pt x="3451" y="31"/>
                  <a:pt x="3457" y="39"/>
                  <a:pt x="3461" y="49"/>
                </a:cubicBezTo>
                <a:cubicBezTo>
                  <a:pt x="3465" y="59"/>
                  <a:pt x="3467" y="69"/>
                  <a:pt x="3467" y="80"/>
                </a:cubicBezTo>
                <a:lnTo>
                  <a:pt x="3467" y="689"/>
                </a:lnTo>
                <a:cubicBezTo>
                  <a:pt x="3467" y="700"/>
                  <a:pt x="3465" y="710"/>
                  <a:pt x="3461" y="719"/>
                </a:cubicBezTo>
                <a:cubicBezTo>
                  <a:pt x="3457" y="729"/>
                  <a:pt x="3451" y="738"/>
                  <a:pt x="3444" y="745"/>
                </a:cubicBezTo>
                <a:cubicBezTo>
                  <a:pt x="3437" y="753"/>
                  <a:pt x="3428" y="758"/>
                  <a:pt x="3418" y="762"/>
                </a:cubicBezTo>
                <a:cubicBezTo>
                  <a:pt x="3409" y="766"/>
                  <a:pt x="3398" y="768"/>
                  <a:pt x="3388" y="768"/>
                </a:cubicBezTo>
                <a:lnTo>
                  <a:pt x="80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39" y="758"/>
                  <a:pt x="31" y="753"/>
                  <a:pt x="23" y="745"/>
                </a:cubicBezTo>
                <a:cubicBezTo>
                  <a:pt x="16" y="738"/>
                  <a:pt x="10" y="729"/>
                  <a:pt x="6" y="719"/>
                </a:cubicBezTo>
                <a:cubicBezTo>
                  <a:pt x="2" y="710"/>
                  <a:pt x="0" y="700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838080" y="5550120"/>
            <a:ext cx="10000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本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PPT +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1839960" y="5577840"/>
            <a:ext cx="11322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room.json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628560" y="632448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838080" y="5845320"/>
            <a:ext cx="31280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JSON 3D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参考，可转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DXF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838080" y="6207120"/>
            <a:ext cx="37224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渲染图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张：封⾯、全屋、分区各⼀张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285840" y="199440"/>
            <a:ext cx="2571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施⼯交付包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施⼯⽅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580680" y="151416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1180800" y="1514160"/>
            <a:ext cx="1038600" cy="371880"/>
          </a:xfrm>
          <a:custGeom>
            <a:avLst/>
            <a:gdLst/>
            <a:ahLst/>
            <a:rect l="0" t="0" r="r" b="b"/>
            <a:pathLst>
              <a:path w="2885" h="1033">
                <a:moveTo>
                  <a:pt x="0" y="0"/>
                </a:moveTo>
                <a:lnTo>
                  <a:pt x="2885" y="0"/>
                </a:lnTo>
                <a:lnTo>
                  <a:pt x="288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2219040" y="1514160"/>
            <a:ext cx="1400760" cy="371880"/>
          </a:xfrm>
          <a:custGeom>
            <a:avLst/>
            <a:gdLst/>
            <a:ahLst/>
            <a:rect l="0" t="0" r="r" b="b"/>
            <a:pathLst>
              <a:path w="3891" h="1033">
                <a:moveTo>
                  <a:pt x="0" y="0"/>
                </a:moveTo>
                <a:lnTo>
                  <a:pt x="3891" y="0"/>
                </a:lnTo>
                <a:lnTo>
                  <a:pt x="389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3619440" y="1514160"/>
            <a:ext cx="1067040" cy="371880"/>
          </a:xfrm>
          <a:custGeom>
            <a:avLst/>
            <a:gdLst/>
            <a:ahLst/>
            <a:rect l="0" t="0" r="r" b="b"/>
            <a:pathLst>
              <a:path w="2964" h="1033">
                <a:moveTo>
                  <a:pt x="0" y="0"/>
                </a:moveTo>
                <a:lnTo>
                  <a:pt x="2964" y="0"/>
                </a:lnTo>
                <a:lnTo>
                  <a:pt x="296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4686120" y="1514160"/>
            <a:ext cx="762480" cy="371880"/>
          </a:xfrm>
          <a:custGeom>
            <a:avLst/>
            <a:gdLst/>
            <a:ahLst/>
            <a:rect l="0" t="0" r="r" b="b"/>
            <a:pathLst>
              <a:path w="2118" h="1033">
                <a:moveTo>
                  <a:pt x="0" y="0"/>
                </a:moveTo>
                <a:lnTo>
                  <a:pt x="2118" y="0"/>
                </a:lnTo>
                <a:lnTo>
                  <a:pt x="211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5448240" y="1514160"/>
            <a:ext cx="914760" cy="371880"/>
          </a:xfrm>
          <a:custGeom>
            <a:avLst/>
            <a:gdLst/>
            <a:ahLst/>
            <a:rect l="0" t="0" r="r" b="b"/>
            <a:pathLst>
              <a:path w="2541" h="1033">
                <a:moveTo>
                  <a:pt x="0" y="0"/>
                </a:moveTo>
                <a:lnTo>
                  <a:pt x="2541" y="0"/>
                </a:lnTo>
                <a:lnTo>
                  <a:pt x="254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580680" y="151416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1180800" y="1514160"/>
            <a:ext cx="1038600" cy="371880"/>
          </a:xfrm>
          <a:custGeom>
            <a:avLst/>
            <a:gdLst/>
            <a:ahLst/>
            <a:rect l="0" t="0" r="r" b="b"/>
            <a:pathLst>
              <a:path w="2885" h="1033">
                <a:moveTo>
                  <a:pt x="0" y="0"/>
                </a:moveTo>
                <a:lnTo>
                  <a:pt x="2885" y="0"/>
                </a:lnTo>
                <a:lnTo>
                  <a:pt x="288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2219040" y="1514160"/>
            <a:ext cx="1400760" cy="371880"/>
          </a:xfrm>
          <a:custGeom>
            <a:avLst/>
            <a:gdLst/>
            <a:ahLst/>
            <a:rect l="0" t="0" r="r" b="b"/>
            <a:pathLst>
              <a:path w="3891" h="1033">
                <a:moveTo>
                  <a:pt x="0" y="0"/>
                </a:moveTo>
                <a:lnTo>
                  <a:pt x="3891" y="0"/>
                </a:lnTo>
                <a:lnTo>
                  <a:pt x="389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3619440" y="1514160"/>
            <a:ext cx="1067040" cy="371880"/>
          </a:xfrm>
          <a:custGeom>
            <a:avLst/>
            <a:gdLst/>
            <a:ahLst/>
            <a:rect l="0" t="0" r="r" b="b"/>
            <a:pathLst>
              <a:path w="2964" h="1033">
                <a:moveTo>
                  <a:pt x="0" y="0"/>
                </a:moveTo>
                <a:lnTo>
                  <a:pt x="2964" y="0"/>
                </a:lnTo>
                <a:lnTo>
                  <a:pt x="296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4686120" y="1514160"/>
            <a:ext cx="762480" cy="371880"/>
          </a:xfrm>
          <a:custGeom>
            <a:avLst/>
            <a:gdLst/>
            <a:ahLst/>
            <a:rect l="0" t="0" r="r" b="b"/>
            <a:pathLst>
              <a:path w="2118" h="1033">
                <a:moveTo>
                  <a:pt x="0" y="0"/>
                </a:moveTo>
                <a:lnTo>
                  <a:pt x="2118" y="0"/>
                </a:lnTo>
                <a:lnTo>
                  <a:pt x="211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5448240" y="1514160"/>
            <a:ext cx="914760" cy="371880"/>
          </a:xfrm>
          <a:custGeom>
            <a:avLst/>
            <a:gdLst/>
            <a:ahLst/>
            <a:rect l="0" t="0" r="r" b="b"/>
            <a:pathLst>
              <a:path w="2541" h="1033">
                <a:moveTo>
                  <a:pt x="0" y="0"/>
                </a:moveTo>
                <a:lnTo>
                  <a:pt x="2541" y="0"/>
                </a:lnTo>
                <a:lnTo>
                  <a:pt x="254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580680" y="188568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1180800" y="1885680"/>
            <a:ext cx="1038600" cy="371880"/>
          </a:xfrm>
          <a:custGeom>
            <a:avLst/>
            <a:gdLst/>
            <a:ahLst/>
            <a:rect l="0" t="0" r="r" b="b"/>
            <a:pathLst>
              <a:path w="2885" h="1033">
                <a:moveTo>
                  <a:pt x="0" y="0"/>
                </a:moveTo>
                <a:lnTo>
                  <a:pt x="2885" y="0"/>
                </a:lnTo>
                <a:lnTo>
                  <a:pt x="288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2219040" y="1885680"/>
            <a:ext cx="1400760" cy="371880"/>
          </a:xfrm>
          <a:custGeom>
            <a:avLst/>
            <a:gdLst/>
            <a:ahLst/>
            <a:rect l="0" t="0" r="r" b="b"/>
            <a:pathLst>
              <a:path w="3891" h="1033">
                <a:moveTo>
                  <a:pt x="0" y="0"/>
                </a:moveTo>
                <a:lnTo>
                  <a:pt x="3891" y="0"/>
                </a:lnTo>
                <a:lnTo>
                  <a:pt x="389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3619440" y="1885680"/>
            <a:ext cx="1067040" cy="371880"/>
          </a:xfrm>
          <a:custGeom>
            <a:avLst/>
            <a:gdLst/>
            <a:ahLst/>
            <a:rect l="0" t="0" r="r" b="b"/>
            <a:pathLst>
              <a:path w="2964" h="1033">
                <a:moveTo>
                  <a:pt x="0" y="0"/>
                </a:moveTo>
                <a:lnTo>
                  <a:pt x="2964" y="0"/>
                </a:lnTo>
                <a:lnTo>
                  <a:pt x="296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4686120" y="1885680"/>
            <a:ext cx="762480" cy="371880"/>
          </a:xfrm>
          <a:custGeom>
            <a:avLst/>
            <a:gdLst/>
            <a:ahLst/>
            <a:rect l="0" t="0" r="r" b="b"/>
            <a:pathLst>
              <a:path w="2118" h="1033">
                <a:moveTo>
                  <a:pt x="0" y="0"/>
                </a:moveTo>
                <a:lnTo>
                  <a:pt x="2118" y="0"/>
                </a:lnTo>
                <a:lnTo>
                  <a:pt x="211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5448240" y="1885680"/>
            <a:ext cx="914760" cy="371880"/>
          </a:xfrm>
          <a:custGeom>
            <a:avLst/>
            <a:gdLst/>
            <a:ahLst/>
            <a:rect l="0" t="0" r="r" b="b"/>
            <a:pathLst>
              <a:path w="2541" h="1033">
                <a:moveTo>
                  <a:pt x="0" y="0"/>
                </a:moveTo>
                <a:lnTo>
                  <a:pt x="2541" y="0"/>
                </a:lnTo>
                <a:lnTo>
                  <a:pt x="254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580680" y="2257200"/>
            <a:ext cx="600480" cy="381240"/>
          </a:xfrm>
          <a:custGeom>
            <a:avLst/>
            <a:gdLst/>
            <a:ahLst/>
            <a:rect l="0" t="0" r="r" b="b"/>
            <a:pathLst>
              <a:path w="1668" h="1059">
                <a:moveTo>
                  <a:pt x="0" y="0"/>
                </a:moveTo>
                <a:lnTo>
                  <a:pt x="1668" y="0"/>
                </a:lnTo>
                <a:lnTo>
                  <a:pt x="166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1180800" y="2257200"/>
            <a:ext cx="1038600" cy="381240"/>
          </a:xfrm>
          <a:custGeom>
            <a:avLst/>
            <a:gdLst/>
            <a:ahLst/>
            <a:rect l="0" t="0" r="r" b="b"/>
            <a:pathLst>
              <a:path w="2885" h="1059">
                <a:moveTo>
                  <a:pt x="0" y="0"/>
                </a:moveTo>
                <a:lnTo>
                  <a:pt x="2885" y="0"/>
                </a:lnTo>
                <a:lnTo>
                  <a:pt x="288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2219040" y="2257200"/>
            <a:ext cx="1400760" cy="381240"/>
          </a:xfrm>
          <a:custGeom>
            <a:avLst/>
            <a:gdLst/>
            <a:ahLst/>
            <a:rect l="0" t="0" r="r" b="b"/>
            <a:pathLst>
              <a:path w="3891" h="1059">
                <a:moveTo>
                  <a:pt x="0" y="0"/>
                </a:moveTo>
                <a:lnTo>
                  <a:pt x="3891" y="0"/>
                </a:lnTo>
                <a:lnTo>
                  <a:pt x="389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3619440" y="2257200"/>
            <a:ext cx="1067040" cy="381240"/>
          </a:xfrm>
          <a:custGeom>
            <a:avLst/>
            <a:gdLst/>
            <a:ahLst/>
            <a:rect l="0" t="0" r="r" b="b"/>
            <a:pathLst>
              <a:path w="2964" h="1059">
                <a:moveTo>
                  <a:pt x="0" y="0"/>
                </a:moveTo>
                <a:lnTo>
                  <a:pt x="2964" y="0"/>
                </a:lnTo>
                <a:lnTo>
                  <a:pt x="296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4686120" y="2257200"/>
            <a:ext cx="762480" cy="381240"/>
          </a:xfrm>
          <a:custGeom>
            <a:avLst/>
            <a:gdLst/>
            <a:ahLst/>
            <a:rect l="0" t="0" r="r" b="b"/>
            <a:pathLst>
              <a:path w="2118" h="1059">
                <a:moveTo>
                  <a:pt x="0" y="0"/>
                </a:moveTo>
                <a:lnTo>
                  <a:pt x="2118" y="0"/>
                </a:lnTo>
                <a:lnTo>
                  <a:pt x="211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5448240" y="2257200"/>
            <a:ext cx="914760" cy="381240"/>
          </a:xfrm>
          <a:custGeom>
            <a:avLst/>
            <a:gdLst/>
            <a:ahLst/>
            <a:rect l="0" t="0" r="r" b="b"/>
            <a:pathLst>
              <a:path w="2541" h="1059">
                <a:moveTo>
                  <a:pt x="0" y="0"/>
                </a:moveTo>
                <a:lnTo>
                  <a:pt x="2541" y="0"/>
                </a:lnTo>
                <a:lnTo>
                  <a:pt x="254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580680" y="263808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1180800" y="2638080"/>
            <a:ext cx="1038600" cy="371880"/>
          </a:xfrm>
          <a:custGeom>
            <a:avLst/>
            <a:gdLst/>
            <a:ahLst/>
            <a:rect l="0" t="0" r="r" b="b"/>
            <a:pathLst>
              <a:path w="2885" h="1033">
                <a:moveTo>
                  <a:pt x="0" y="0"/>
                </a:moveTo>
                <a:lnTo>
                  <a:pt x="2885" y="0"/>
                </a:lnTo>
                <a:lnTo>
                  <a:pt x="288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2219040" y="2638080"/>
            <a:ext cx="1400760" cy="371880"/>
          </a:xfrm>
          <a:custGeom>
            <a:avLst/>
            <a:gdLst/>
            <a:ahLst/>
            <a:rect l="0" t="0" r="r" b="b"/>
            <a:pathLst>
              <a:path w="3891" h="1033">
                <a:moveTo>
                  <a:pt x="0" y="0"/>
                </a:moveTo>
                <a:lnTo>
                  <a:pt x="3891" y="0"/>
                </a:lnTo>
                <a:lnTo>
                  <a:pt x="389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3619440" y="2638080"/>
            <a:ext cx="1067040" cy="371880"/>
          </a:xfrm>
          <a:custGeom>
            <a:avLst/>
            <a:gdLst/>
            <a:ahLst/>
            <a:rect l="0" t="0" r="r" b="b"/>
            <a:pathLst>
              <a:path w="2964" h="1033">
                <a:moveTo>
                  <a:pt x="0" y="0"/>
                </a:moveTo>
                <a:lnTo>
                  <a:pt x="2964" y="0"/>
                </a:lnTo>
                <a:lnTo>
                  <a:pt x="296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4686120" y="2638080"/>
            <a:ext cx="762480" cy="371880"/>
          </a:xfrm>
          <a:custGeom>
            <a:avLst/>
            <a:gdLst/>
            <a:ahLst/>
            <a:rect l="0" t="0" r="r" b="b"/>
            <a:pathLst>
              <a:path w="2118" h="1033">
                <a:moveTo>
                  <a:pt x="0" y="0"/>
                </a:moveTo>
                <a:lnTo>
                  <a:pt x="2118" y="0"/>
                </a:lnTo>
                <a:lnTo>
                  <a:pt x="211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5448240" y="2638080"/>
            <a:ext cx="914760" cy="371880"/>
          </a:xfrm>
          <a:custGeom>
            <a:avLst/>
            <a:gdLst/>
            <a:ahLst/>
            <a:rect l="0" t="0" r="r" b="b"/>
            <a:pathLst>
              <a:path w="2541" h="1033">
                <a:moveTo>
                  <a:pt x="0" y="0"/>
                </a:moveTo>
                <a:lnTo>
                  <a:pt x="2541" y="0"/>
                </a:lnTo>
                <a:lnTo>
                  <a:pt x="254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580680" y="300960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1180800" y="3009600"/>
            <a:ext cx="1038600" cy="371880"/>
          </a:xfrm>
          <a:custGeom>
            <a:avLst/>
            <a:gdLst/>
            <a:ahLst/>
            <a:rect l="0" t="0" r="r" b="b"/>
            <a:pathLst>
              <a:path w="2885" h="1033">
                <a:moveTo>
                  <a:pt x="0" y="0"/>
                </a:moveTo>
                <a:lnTo>
                  <a:pt x="2885" y="0"/>
                </a:lnTo>
                <a:lnTo>
                  <a:pt x="288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2219040" y="3009600"/>
            <a:ext cx="1400760" cy="371880"/>
          </a:xfrm>
          <a:custGeom>
            <a:avLst/>
            <a:gdLst/>
            <a:ahLst/>
            <a:rect l="0" t="0" r="r" b="b"/>
            <a:pathLst>
              <a:path w="3891" h="1033">
                <a:moveTo>
                  <a:pt x="0" y="0"/>
                </a:moveTo>
                <a:lnTo>
                  <a:pt x="3891" y="0"/>
                </a:lnTo>
                <a:lnTo>
                  <a:pt x="389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3619440" y="3009600"/>
            <a:ext cx="1067040" cy="371880"/>
          </a:xfrm>
          <a:custGeom>
            <a:avLst/>
            <a:gdLst/>
            <a:ahLst/>
            <a:rect l="0" t="0" r="r" b="b"/>
            <a:pathLst>
              <a:path w="2964" h="1033">
                <a:moveTo>
                  <a:pt x="0" y="0"/>
                </a:moveTo>
                <a:lnTo>
                  <a:pt x="2964" y="0"/>
                </a:lnTo>
                <a:lnTo>
                  <a:pt x="296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4686120" y="3009600"/>
            <a:ext cx="762480" cy="371880"/>
          </a:xfrm>
          <a:custGeom>
            <a:avLst/>
            <a:gdLst/>
            <a:ahLst/>
            <a:rect l="0" t="0" r="r" b="b"/>
            <a:pathLst>
              <a:path w="2118" h="1033">
                <a:moveTo>
                  <a:pt x="0" y="0"/>
                </a:moveTo>
                <a:lnTo>
                  <a:pt x="2118" y="0"/>
                </a:lnTo>
                <a:lnTo>
                  <a:pt x="211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5448240" y="3009600"/>
            <a:ext cx="914760" cy="371880"/>
          </a:xfrm>
          <a:custGeom>
            <a:avLst/>
            <a:gdLst/>
            <a:ahLst/>
            <a:rect l="0" t="0" r="r" b="b"/>
            <a:pathLst>
              <a:path w="2541" h="1033">
                <a:moveTo>
                  <a:pt x="0" y="0"/>
                </a:moveTo>
                <a:lnTo>
                  <a:pt x="2541" y="0"/>
                </a:lnTo>
                <a:lnTo>
                  <a:pt x="254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580680" y="338112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1180800" y="3381120"/>
            <a:ext cx="1038600" cy="371880"/>
          </a:xfrm>
          <a:custGeom>
            <a:avLst/>
            <a:gdLst/>
            <a:ahLst/>
            <a:rect l="0" t="0" r="r" b="b"/>
            <a:pathLst>
              <a:path w="2885" h="1033">
                <a:moveTo>
                  <a:pt x="0" y="0"/>
                </a:moveTo>
                <a:lnTo>
                  <a:pt x="2885" y="0"/>
                </a:lnTo>
                <a:lnTo>
                  <a:pt x="288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2219040" y="3381120"/>
            <a:ext cx="1400760" cy="371880"/>
          </a:xfrm>
          <a:custGeom>
            <a:avLst/>
            <a:gdLst/>
            <a:ahLst/>
            <a:rect l="0" t="0" r="r" b="b"/>
            <a:pathLst>
              <a:path w="3891" h="1033">
                <a:moveTo>
                  <a:pt x="0" y="0"/>
                </a:moveTo>
                <a:lnTo>
                  <a:pt x="3891" y="0"/>
                </a:lnTo>
                <a:lnTo>
                  <a:pt x="389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3619440" y="3381120"/>
            <a:ext cx="1067040" cy="371880"/>
          </a:xfrm>
          <a:custGeom>
            <a:avLst/>
            <a:gdLst/>
            <a:ahLst/>
            <a:rect l="0" t="0" r="r" b="b"/>
            <a:pathLst>
              <a:path w="2964" h="1033">
                <a:moveTo>
                  <a:pt x="0" y="0"/>
                </a:moveTo>
                <a:lnTo>
                  <a:pt x="2964" y="0"/>
                </a:lnTo>
                <a:lnTo>
                  <a:pt x="296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4686120" y="3381120"/>
            <a:ext cx="762480" cy="371880"/>
          </a:xfrm>
          <a:custGeom>
            <a:avLst/>
            <a:gdLst/>
            <a:ahLst/>
            <a:rect l="0" t="0" r="r" b="b"/>
            <a:pathLst>
              <a:path w="2118" h="1033">
                <a:moveTo>
                  <a:pt x="0" y="0"/>
                </a:moveTo>
                <a:lnTo>
                  <a:pt x="2118" y="0"/>
                </a:lnTo>
                <a:lnTo>
                  <a:pt x="211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5448240" y="3381120"/>
            <a:ext cx="914760" cy="371880"/>
          </a:xfrm>
          <a:custGeom>
            <a:avLst/>
            <a:gdLst/>
            <a:ahLst/>
            <a:rect l="0" t="0" r="r" b="b"/>
            <a:pathLst>
              <a:path w="2541" h="1033">
                <a:moveTo>
                  <a:pt x="0" y="0"/>
                </a:moveTo>
                <a:lnTo>
                  <a:pt x="2541" y="0"/>
                </a:lnTo>
                <a:lnTo>
                  <a:pt x="254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580680" y="375264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1180800" y="3752640"/>
            <a:ext cx="1038600" cy="371880"/>
          </a:xfrm>
          <a:custGeom>
            <a:avLst/>
            <a:gdLst/>
            <a:ahLst/>
            <a:rect l="0" t="0" r="r" b="b"/>
            <a:pathLst>
              <a:path w="2885" h="1033">
                <a:moveTo>
                  <a:pt x="0" y="0"/>
                </a:moveTo>
                <a:lnTo>
                  <a:pt x="2885" y="0"/>
                </a:lnTo>
                <a:lnTo>
                  <a:pt x="288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2219040" y="3752640"/>
            <a:ext cx="1400760" cy="371880"/>
          </a:xfrm>
          <a:custGeom>
            <a:avLst/>
            <a:gdLst/>
            <a:ahLst/>
            <a:rect l="0" t="0" r="r" b="b"/>
            <a:pathLst>
              <a:path w="3891" h="1033">
                <a:moveTo>
                  <a:pt x="0" y="0"/>
                </a:moveTo>
                <a:lnTo>
                  <a:pt x="3891" y="0"/>
                </a:lnTo>
                <a:lnTo>
                  <a:pt x="389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3619440" y="3752640"/>
            <a:ext cx="1067040" cy="371880"/>
          </a:xfrm>
          <a:custGeom>
            <a:avLst/>
            <a:gdLst/>
            <a:ahLst/>
            <a:rect l="0" t="0" r="r" b="b"/>
            <a:pathLst>
              <a:path w="2964" h="1033">
                <a:moveTo>
                  <a:pt x="0" y="0"/>
                </a:moveTo>
                <a:lnTo>
                  <a:pt x="2964" y="0"/>
                </a:lnTo>
                <a:lnTo>
                  <a:pt x="296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4686120" y="3752640"/>
            <a:ext cx="762480" cy="371880"/>
          </a:xfrm>
          <a:custGeom>
            <a:avLst/>
            <a:gdLst/>
            <a:ahLst/>
            <a:rect l="0" t="0" r="r" b="b"/>
            <a:pathLst>
              <a:path w="2118" h="1033">
                <a:moveTo>
                  <a:pt x="0" y="0"/>
                </a:moveTo>
                <a:lnTo>
                  <a:pt x="2118" y="0"/>
                </a:lnTo>
                <a:lnTo>
                  <a:pt x="211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5448240" y="3752640"/>
            <a:ext cx="914760" cy="371880"/>
          </a:xfrm>
          <a:custGeom>
            <a:avLst/>
            <a:gdLst/>
            <a:ahLst/>
            <a:rect l="0" t="0" r="r" b="b"/>
            <a:pathLst>
              <a:path w="2541" h="1033">
                <a:moveTo>
                  <a:pt x="0" y="0"/>
                </a:moveTo>
                <a:lnTo>
                  <a:pt x="2541" y="0"/>
                </a:lnTo>
                <a:lnTo>
                  <a:pt x="254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580680" y="412416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1180800" y="4124160"/>
            <a:ext cx="1038600" cy="371880"/>
          </a:xfrm>
          <a:custGeom>
            <a:avLst/>
            <a:gdLst/>
            <a:ahLst/>
            <a:rect l="0" t="0" r="r" b="b"/>
            <a:pathLst>
              <a:path w="2885" h="1033">
                <a:moveTo>
                  <a:pt x="0" y="0"/>
                </a:moveTo>
                <a:lnTo>
                  <a:pt x="2885" y="0"/>
                </a:lnTo>
                <a:lnTo>
                  <a:pt x="288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2219040" y="4124160"/>
            <a:ext cx="1400760" cy="371880"/>
          </a:xfrm>
          <a:custGeom>
            <a:avLst/>
            <a:gdLst/>
            <a:ahLst/>
            <a:rect l="0" t="0" r="r" b="b"/>
            <a:pathLst>
              <a:path w="3891" h="1033">
                <a:moveTo>
                  <a:pt x="0" y="0"/>
                </a:moveTo>
                <a:lnTo>
                  <a:pt x="3891" y="0"/>
                </a:lnTo>
                <a:lnTo>
                  <a:pt x="389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3619440" y="4124160"/>
            <a:ext cx="1067040" cy="371880"/>
          </a:xfrm>
          <a:custGeom>
            <a:avLst/>
            <a:gdLst/>
            <a:ahLst/>
            <a:rect l="0" t="0" r="r" b="b"/>
            <a:pathLst>
              <a:path w="2964" h="1033">
                <a:moveTo>
                  <a:pt x="0" y="0"/>
                </a:moveTo>
                <a:lnTo>
                  <a:pt x="2964" y="0"/>
                </a:lnTo>
                <a:lnTo>
                  <a:pt x="296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4686120" y="4124160"/>
            <a:ext cx="762480" cy="371880"/>
          </a:xfrm>
          <a:custGeom>
            <a:avLst/>
            <a:gdLst/>
            <a:ahLst/>
            <a:rect l="0" t="0" r="r" b="b"/>
            <a:pathLst>
              <a:path w="2118" h="1033">
                <a:moveTo>
                  <a:pt x="0" y="0"/>
                </a:moveTo>
                <a:lnTo>
                  <a:pt x="2118" y="0"/>
                </a:lnTo>
                <a:lnTo>
                  <a:pt x="211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5448240" y="4124160"/>
            <a:ext cx="914760" cy="371880"/>
          </a:xfrm>
          <a:custGeom>
            <a:avLst/>
            <a:gdLst/>
            <a:ahLst/>
            <a:rect l="0" t="0" r="r" b="b"/>
            <a:pathLst>
              <a:path w="2541" h="1033">
                <a:moveTo>
                  <a:pt x="0" y="0"/>
                </a:moveTo>
                <a:lnTo>
                  <a:pt x="2541" y="0"/>
                </a:lnTo>
                <a:lnTo>
                  <a:pt x="254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580680" y="449568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1180800" y="4495680"/>
            <a:ext cx="1038600" cy="371880"/>
          </a:xfrm>
          <a:custGeom>
            <a:avLst/>
            <a:gdLst/>
            <a:ahLst/>
            <a:rect l="0" t="0" r="r" b="b"/>
            <a:pathLst>
              <a:path w="2885" h="1033">
                <a:moveTo>
                  <a:pt x="0" y="0"/>
                </a:moveTo>
                <a:lnTo>
                  <a:pt x="2885" y="0"/>
                </a:lnTo>
                <a:lnTo>
                  <a:pt x="288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2219040" y="4495680"/>
            <a:ext cx="1400760" cy="371880"/>
          </a:xfrm>
          <a:custGeom>
            <a:avLst/>
            <a:gdLst/>
            <a:ahLst/>
            <a:rect l="0" t="0" r="r" b="b"/>
            <a:pathLst>
              <a:path w="3891" h="1033">
                <a:moveTo>
                  <a:pt x="0" y="0"/>
                </a:moveTo>
                <a:lnTo>
                  <a:pt x="3891" y="0"/>
                </a:lnTo>
                <a:lnTo>
                  <a:pt x="389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3619440" y="4495680"/>
            <a:ext cx="1067040" cy="371880"/>
          </a:xfrm>
          <a:custGeom>
            <a:avLst/>
            <a:gdLst/>
            <a:ahLst/>
            <a:rect l="0" t="0" r="r" b="b"/>
            <a:pathLst>
              <a:path w="2964" h="1033">
                <a:moveTo>
                  <a:pt x="0" y="0"/>
                </a:moveTo>
                <a:lnTo>
                  <a:pt x="2964" y="0"/>
                </a:lnTo>
                <a:lnTo>
                  <a:pt x="296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4686120" y="4495680"/>
            <a:ext cx="762480" cy="371880"/>
          </a:xfrm>
          <a:custGeom>
            <a:avLst/>
            <a:gdLst/>
            <a:ahLst/>
            <a:rect l="0" t="0" r="r" b="b"/>
            <a:pathLst>
              <a:path w="2118" h="1033">
                <a:moveTo>
                  <a:pt x="0" y="0"/>
                </a:moveTo>
                <a:lnTo>
                  <a:pt x="2118" y="0"/>
                </a:lnTo>
                <a:lnTo>
                  <a:pt x="211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5448240" y="4495680"/>
            <a:ext cx="914760" cy="371880"/>
          </a:xfrm>
          <a:custGeom>
            <a:avLst/>
            <a:gdLst/>
            <a:ahLst/>
            <a:rect l="0" t="0" r="r" b="b"/>
            <a:pathLst>
              <a:path w="2541" h="1033">
                <a:moveTo>
                  <a:pt x="0" y="0"/>
                </a:moveTo>
                <a:lnTo>
                  <a:pt x="2541" y="0"/>
                </a:lnTo>
                <a:lnTo>
                  <a:pt x="254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580680" y="486720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1180800" y="4867200"/>
            <a:ext cx="1038600" cy="371880"/>
          </a:xfrm>
          <a:custGeom>
            <a:avLst/>
            <a:gdLst/>
            <a:ahLst/>
            <a:rect l="0" t="0" r="r" b="b"/>
            <a:pathLst>
              <a:path w="2885" h="1033">
                <a:moveTo>
                  <a:pt x="0" y="0"/>
                </a:moveTo>
                <a:lnTo>
                  <a:pt x="2885" y="0"/>
                </a:lnTo>
                <a:lnTo>
                  <a:pt x="288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2219040" y="4867200"/>
            <a:ext cx="1400760" cy="371880"/>
          </a:xfrm>
          <a:custGeom>
            <a:avLst/>
            <a:gdLst/>
            <a:ahLst/>
            <a:rect l="0" t="0" r="r" b="b"/>
            <a:pathLst>
              <a:path w="3891" h="1033">
                <a:moveTo>
                  <a:pt x="0" y="0"/>
                </a:moveTo>
                <a:lnTo>
                  <a:pt x="3891" y="0"/>
                </a:lnTo>
                <a:lnTo>
                  <a:pt x="389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3619440" y="4867200"/>
            <a:ext cx="1067040" cy="371880"/>
          </a:xfrm>
          <a:custGeom>
            <a:avLst/>
            <a:gdLst/>
            <a:ahLst/>
            <a:rect l="0" t="0" r="r" b="b"/>
            <a:pathLst>
              <a:path w="2964" h="1033">
                <a:moveTo>
                  <a:pt x="0" y="0"/>
                </a:moveTo>
                <a:lnTo>
                  <a:pt x="2964" y="0"/>
                </a:lnTo>
                <a:lnTo>
                  <a:pt x="296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4686120" y="4867200"/>
            <a:ext cx="762480" cy="371880"/>
          </a:xfrm>
          <a:custGeom>
            <a:avLst/>
            <a:gdLst/>
            <a:ahLst/>
            <a:rect l="0" t="0" r="r" b="b"/>
            <a:pathLst>
              <a:path w="2118" h="1033">
                <a:moveTo>
                  <a:pt x="0" y="0"/>
                </a:moveTo>
                <a:lnTo>
                  <a:pt x="2118" y="0"/>
                </a:lnTo>
                <a:lnTo>
                  <a:pt x="211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5448240" y="4867200"/>
            <a:ext cx="914760" cy="371880"/>
          </a:xfrm>
          <a:custGeom>
            <a:avLst/>
            <a:gdLst/>
            <a:ahLst/>
            <a:rect l="0" t="0" r="r" b="b"/>
            <a:pathLst>
              <a:path w="2541" h="1033">
                <a:moveTo>
                  <a:pt x="0" y="0"/>
                </a:moveTo>
                <a:lnTo>
                  <a:pt x="2541" y="0"/>
                </a:lnTo>
                <a:lnTo>
                  <a:pt x="254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580680" y="5238720"/>
            <a:ext cx="600480" cy="371520"/>
          </a:xfrm>
          <a:custGeom>
            <a:avLst/>
            <a:gdLst/>
            <a:ahLst/>
            <a:rect l="0" t="0" r="r" b="b"/>
            <a:pathLst>
              <a:path w="1668" h="1032">
                <a:moveTo>
                  <a:pt x="0" y="0"/>
                </a:moveTo>
                <a:lnTo>
                  <a:pt x="1668" y="0"/>
                </a:lnTo>
                <a:lnTo>
                  <a:pt x="166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1180800" y="5238720"/>
            <a:ext cx="1038600" cy="371520"/>
          </a:xfrm>
          <a:custGeom>
            <a:avLst/>
            <a:gdLst/>
            <a:ahLst/>
            <a:rect l="0" t="0" r="r" b="b"/>
            <a:pathLst>
              <a:path w="2885" h="1032">
                <a:moveTo>
                  <a:pt x="0" y="0"/>
                </a:moveTo>
                <a:lnTo>
                  <a:pt x="2885" y="0"/>
                </a:lnTo>
                <a:lnTo>
                  <a:pt x="2885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2219040" y="5238720"/>
            <a:ext cx="1400760" cy="371520"/>
          </a:xfrm>
          <a:custGeom>
            <a:avLst/>
            <a:gdLst/>
            <a:ahLst/>
            <a:rect l="0" t="0" r="r" b="b"/>
            <a:pathLst>
              <a:path w="3891" h="1032">
                <a:moveTo>
                  <a:pt x="0" y="0"/>
                </a:moveTo>
                <a:lnTo>
                  <a:pt x="3891" y="0"/>
                </a:lnTo>
                <a:lnTo>
                  <a:pt x="3891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3619440" y="5238720"/>
            <a:ext cx="1067040" cy="371520"/>
          </a:xfrm>
          <a:custGeom>
            <a:avLst/>
            <a:gdLst/>
            <a:ahLst/>
            <a:rect l="0" t="0" r="r" b="b"/>
            <a:pathLst>
              <a:path w="2964" h="1032">
                <a:moveTo>
                  <a:pt x="0" y="0"/>
                </a:moveTo>
                <a:lnTo>
                  <a:pt x="2964" y="0"/>
                </a:lnTo>
                <a:lnTo>
                  <a:pt x="2964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4686120" y="5238720"/>
            <a:ext cx="762480" cy="371520"/>
          </a:xfrm>
          <a:custGeom>
            <a:avLst/>
            <a:gdLst/>
            <a:ahLst/>
            <a:rect l="0" t="0" r="r" b="b"/>
            <a:pathLst>
              <a:path w="2118" h="1032">
                <a:moveTo>
                  <a:pt x="0" y="0"/>
                </a:moveTo>
                <a:lnTo>
                  <a:pt x="2118" y="0"/>
                </a:lnTo>
                <a:lnTo>
                  <a:pt x="211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5448240" y="5238720"/>
            <a:ext cx="914760" cy="371520"/>
          </a:xfrm>
          <a:custGeom>
            <a:avLst/>
            <a:gdLst/>
            <a:ahLst/>
            <a:rect l="0" t="0" r="r" b="b"/>
            <a:pathLst>
              <a:path w="2541" h="1032">
                <a:moveTo>
                  <a:pt x="0" y="0"/>
                </a:moveTo>
                <a:lnTo>
                  <a:pt x="2541" y="0"/>
                </a:lnTo>
                <a:lnTo>
                  <a:pt x="2541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571320" y="151416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571320" y="1514160"/>
            <a:ext cx="609840" cy="10080"/>
          </a:xfrm>
          <a:custGeom>
            <a:avLst/>
            <a:gdLst/>
            <a:ahLst/>
            <a:rect l="0" t="0" r="r" b="b"/>
            <a:pathLst>
              <a:path w="1694" h="28">
                <a:moveTo>
                  <a:pt x="0" y="0"/>
                </a:moveTo>
                <a:lnTo>
                  <a:pt x="1694" y="0"/>
                </a:lnTo>
                <a:lnTo>
                  <a:pt x="16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1171440" y="151416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1180800" y="1514160"/>
            <a:ext cx="1048320" cy="10080"/>
          </a:xfrm>
          <a:custGeom>
            <a:avLst/>
            <a:gdLst/>
            <a:ahLst/>
            <a:rect l="0" t="0" r="r" b="b"/>
            <a:pathLst>
              <a:path w="2912" h="28">
                <a:moveTo>
                  <a:pt x="0" y="0"/>
                </a:moveTo>
                <a:lnTo>
                  <a:pt x="2912" y="0"/>
                </a:lnTo>
                <a:lnTo>
                  <a:pt x="29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2219040" y="151416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2228760" y="1514160"/>
            <a:ext cx="1400400" cy="10080"/>
          </a:xfrm>
          <a:custGeom>
            <a:avLst/>
            <a:gdLst/>
            <a:ahLst/>
            <a:rect l="0" t="0" r="r" b="b"/>
            <a:pathLst>
              <a:path w="3890" h="28">
                <a:moveTo>
                  <a:pt x="0" y="0"/>
                </a:moveTo>
                <a:lnTo>
                  <a:pt x="3890" y="0"/>
                </a:lnTo>
                <a:lnTo>
                  <a:pt x="389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3619440" y="151416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3628800" y="1514160"/>
            <a:ext cx="1067040" cy="10080"/>
          </a:xfrm>
          <a:custGeom>
            <a:avLst/>
            <a:gdLst/>
            <a:ahLst/>
            <a:rect l="0" t="0" r="r" b="b"/>
            <a:pathLst>
              <a:path w="2964" h="28">
                <a:moveTo>
                  <a:pt x="0" y="0"/>
                </a:moveTo>
                <a:lnTo>
                  <a:pt x="2964" y="0"/>
                </a:lnTo>
                <a:lnTo>
                  <a:pt x="29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4686120" y="151416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4695480" y="1514160"/>
            <a:ext cx="753120" cy="10080"/>
          </a:xfrm>
          <a:custGeom>
            <a:avLst/>
            <a:gdLst/>
            <a:ahLst/>
            <a:rect l="0" t="0" r="r" b="b"/>
            <a:pathLst>
              <a:path w="2092" h="28">
                <a:moveTo>
                  <a:pt x="0" y="0"/>
                </a:moveTo>
                <a:lnTo>
                  <a:pt x="2092" y="0"/>
                </a:lnTo>
                <a:lnTo>
                  <a:pt x="209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5438520" y="151416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5448240" y="1514160"/>
            <a:ext cx="914760" cy="10080"/>
          </a:xfrm>
          <a:custGeom>
            <a:avLst/>
            <a:gdLst/>
            <a:ahLst/>
            <a:rect l="0" t="0" r="r" b="b"/>
            <a:pathLst>
              <a:path w="2541" h="28">
                <a:moveTo>
                  <a:pt x="0" y="0"/>
                </a:moveTo>
                <a:lnTo>
                  <a:pt x="2541" y="0"/>
                </a:lnTo>
                <a:lnTo>
                  <a:pt x="25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6352920" y="151416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571320" y="1885680"/>
            <a:ext cx="609840" cy="10440"/>
          </a:xfrm>
          <a:custGeom>
            <a:avLst/>
            <a:gdLst/>
            <a:ahLst/>
            <a:rect l="0" t="0" r="r" b="b"/>
            <a:pathLst>
              <a:path w="1694" h="29">
                <a:moveTo>
                  <a:pt x="0" y="0"/>
                </a:moveTo>
                <a:lnTo>
                  <a:pt x="1694" y="0"/>
                </a:lnTo>
                <a:lnTo>
                  <a:pt x="1694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1180800" y="1885680"/>
            <a:ext cx="1048320" cy="10440"/>
          </a:xfrm>
          <a:custGeom>
            <a:avLst/>
            <a:gdLst/>
            <a:ahLst/>
            <a:rect l="0" t="0" r="r" b="b"/>
            <a:pathLst>
              <a:path w="2912" h="29">
                <a:moveTo>
                  <a:pt x="0" y="0"/>
                </a:moveTo>
                <a:lnTo>
                  <a:pt x="2912" y="0"/>
                </a:lnTo>
                <a:lnTo>
                  <a:pt x="2912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2228760" y="1885680"/>
            <a:ext cx="1400400" cy="10440"/>
          </a:xfrm>
          <a:custGeom>
            <a:avLst/>
            <a:gdLst/>
            <a:ahLst/>
            <a:rect l="0" t="0" r="r" b="b"/>
            <a:pathLst>
              <a:path w="3890" h="29">
                <a:moveTo>
                  <a:pt x="0" y="0"/>
                </a:moveTo>
                <a:lnTo>
                  <a:pt x="3890" y="0"/>
                </a:lnTo>
                <a:lnTo>
                  <a:pt x="3890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3628800" y="1885680"/>
            <a:ext cx="1067040" cy="10440"/>
          </a:xfrm>
          <a:custGeom>
            <a:avLst/>
            <a:gdLst/>
            <a:ahLst/>
            <a:rect l="0" t="0" r="r" b="b"/>
            <a:pathLst>
              <a:path w="2964" h="29">
                <a:moveTo>
                  <a:pt x="0" y="0"/>
                </a:moveTo>
                <a:lnTo>
                  <a:pt x="2964" y="0"/>
                </a:lnTo>
                <a:lnTo>
                  <a:pt x="2964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4695480" y="1885680"/>
            <a:ext cx="753120" cy="10440"/>
          </a:xfrm>
          <a:custGeom>
            <a:avLst/>
            <a:gdLst/>
            <a:ahLst/>
            <a:rect l="0" t="0" r="r" b="b"/>
            <a:pathLst>
              <a:path w="2092" h="29">
                <a:moveTo>
                  <a:pt x="0" y="0"/>
                </a:moveTo>
                <a:lnTo>
                  <a:pt x="2092" y="0"/>
                </a:lnTo>
                <a:lnTo>
                  <a:pt x="2092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5448240" y="1885680"/>
            <a:ext cx="914760" cy="10440"/>
          </a:xfrm>
          <a:custGeom>
            <a:avLst/>
            <a:gdLst/>
            <a:ahLst/>
            <a:rect l="0" t="0" r="r" b="b"/>
            <a:pathLst>
              <a:path w="2541" h="29">
                <a:moveTo>
                  <a:pt x="0" y="0"/>
                </a:moveTo>
                <a:lnTo>
                  <a:pt x="2541" y="0"/>
                </a:lnTo>
                <a:lnTo>
                  <a:pt x="2541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571320" y="18954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1171440" y="18954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2219040" y="18954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3619440" y="18954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4686120" y="18954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5438520" y="18954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6352920" y="18954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571320" y="226692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571320" y="2257200"/>
            <a:ext cx="609840" cy="10080"/>
          </a:xfrm>
          <a:custGeom>
            <a:avLst/>
            <a:gdLst/>
            <a:ahLst/>
            <a:rect l="0" t="0" r="r" b="b"/>
            <a:pathLst>
              <a:path w="1694" h="28">
                <a:moveTo>
                  <a:pt x="0" y="0"/>
                </a:moveTo>
                <a:lnTo>
                  <a:pt x="1694" y="0"/>
                </a:lnTo>
                <a:lnTo>
                  <a:pt x="16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1171440" y="226692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1180800" y="2257200"/>
            <a:ext cx="1048320" cy="10080"/>
          </a:xfrm>
          <a:custGeom>
            <a:avLst/>
            <a:gdLst/>
            <a:ahLst/>
            <a:rect l="0" t="0" r="r" b="b"/>
            <a:pathLst>
              <a:path w="2912" h="28">
                <a:moveTo>
                  <a:pt x="0" y="0"/>
                </a:moveTo>
                <a:lnTo>
                  <a:pt x="2912" y="0"/>
                </a:lnTo>
                <a:lnTo>
                  <a:pt x="29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2219040" y="226692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2228760" y="2257200"/>
            <a:ext cx="1400400" cy="10080"/>
          </a:xfrm>
          <a:custGeom>
            <a:avLst/>
            <a:gdLst/>
            <a:ahLst/>
            <a:rect l="0" t="0" r="r" b="b"/>
            <a:pathLst>
              <a:path w="3890" h="28">
                <a:moveTo>
                  <a:pt x="0" y="0"/>
                </a:moveTo>
                <a:lnTo>
                  <a:pt x="3890" y="0"/>
                </a:lnTo>
                <a:lnTo>
                  <a:pt x="389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3619440" y="226692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3628800" y="2257200"/>
            <a:ext cx="1067040" cy="10080"/>
          </a:xfrm>
          <a:custGeom>
            <a:avLst/>
            <a:gdLst/>
            <a:ahLst/>
            <a:rect l="0" t="0" r="r" b="b"/>
            <a:pathLst>
              <a:path w="2964" h="28">
                <a:moveTo>
                  <a:pt x="0" y="0"/>
                </a:moveTo>
                <a:lnTo>
                  <a:pt x="2964" y="0"/>
                </a:lnTo>
                <a:lnTo>
                  <a:pt x="29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4686120" y="226692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4695480" y="2257200"/>
            <a:ext cx="753120" cy="10080"/>
          </a:xfrm>
          <a:custGeom>
            <a:avLst/>
            <a:gdLst/>
            <a:ahLst/>
            <a:rect l="0" t="0" r="r" b="b"/>
            <a:pathLst>
              <a:path w="2092" h="28">
                <a:moveTo>
                  <a:pt x="0" y="0"/>
                </a:moveTo>
                <a:lnTo>
                  <a:pt x="2092" y="0"/>
                </a:lnTo>
                <a:lnTo>
                  <a:pt x="209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5438520" y="226692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5448240" y="2257200"/>
            <a:ext cx="914760" cy="10080"/>
          </a:xfrm>
          <a:custGeom>
            <a:avLst/>
            <a:gdLst/>
            <a:ahLst/>
            <a:rect l="0" t="0" r="r" b="b"/>
            <a:pathLst>
              <a:path w="2541" h="28">
                <a:moveTo>
                  <a:pt x="0" y="0"/>
                </a:moveTo>
                <a:lnTo>
                  <a:pt x="2541" y="0"/>
                </a:lnTo>
                <a:lnTo>
                  <a:pt x="25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6352920" y="226692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57132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571320" y="2628720"/>
            <a:ext cx="609840" cy="9720"/>
          </a:xfrm>
          <a:custGeom>
            <a:avLst/>
            <a:gdLst/>
            <a:ahLst/>
            <a:rect l="0" t="0" r="r" b="b"/>
            <a:pathLst>
              <a:path w="1694" h="27">
                <a:moveTo>
                  <a:pt x="0" y="0"/>
                </a:moveTo>
                <a:lnTo>
                  <a:pt x="1694" y="0"/>
                </a:lnTo>
                <a:lnTo>
                  <a:pt x="16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117144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1180800" y="2628720"/>
            <a:ext cx="1048320" cy="9720"/>
          </a:xfrm>
          <a:custGeom>
            <a:avLst/>
            <a:gdLst/>
            <a:ahLst/>
            <a:rect l="0" t="0" r="r" b="b"/>
            <a:pathLst>
              <a:path w="2912" h="27">
                <a:moveTo>
                  <a:pt x="0" y="0"/>
                </a:moveTo>
                <a:lnTo>
                  <a:pt x="2912" y="0"/>
                </a:lnTo>
                <a:lnTo>
                  <a:pt x="29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2219040" y="2638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2228760" y="2628720"/>
            <a:ext cx="1400400" cy="9720"/>
          </a:xfrm>
          <a:custGeom>
            <a:avLst/>
            <a:gdLst/>
            <a:ahLst/>
            <a:rect l="0" t="0" r="r" b="b"/>
            <a:pathLst>
              <a:path w="3890" h="27">
                <a:moveTo>
                  <a:pt x="0" y="0"/>
                </a:moveTo>
                <a:lnTo>
                  <a:pt x="3890" y="0"/>
                </a:lnTo>
                <a:lnTo>
                  <a:pt x="38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361944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3628800" y="2628720"/>
            <a:ext cx="1067040" cy="9720"/>
          </a:xfrm>
          <a:custGeom>
            <a:avLst/>
            <a:gdLst/>
            <a:ahLst/>
            <a:rect l="0" t="0" r="r" b="b"/>
            <a:pathLst>
              <a:path w="2964" h="27">
                <a:moveTo>
                  <a:pt x="0" y="0"/>
                </a:moveTo>
                <a:lnTo>
                  <a:pt x="2964" y="0"/>
                </a:lnTo>
                <a:lnTo>
                  <a:pt x="29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468612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4695480" y="2628720"/>
            <a:ext cx="753120" cy="9720"/>
          </a:xfrm>
          <a:custGeom>
            <a:avLst/>
            <a:gdLst/>
            <a:ahLst/>
            <a:rect l="0" t="0" r="r" b="b"/>
            <a:pathLst>
              <a:path w="2092" h="27">
                <a:moveTo>
                  <a:pt x="0" y="0"/>
                </a:moveTo>
                <a:lnTo>
                  <a:pt x="2092" y="0"/>
                </a:lnTo>
                <a:lnTo>
                  <a:pt x="20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5438520" y="2638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5448240" y="2628720"/>
            <a:ext cx="914760" cy="9720"/>
          </a:xfrm>
          <a:custGeom>
            <a:avLst/>
            <a:gdLst/>
            <a:ahLst/>
            <a:rect l="0" t="0" r="r" b="b"/>
            <a:pathLst>
              <a:path w="2541" h="27">
                <a:moveTo>
                  <a:pt x="0" y="0"/>
                </a:moveTo>
                <a:lnTo>
                  <a:pt x="2541" y="0"/>
                </a:lnTo>
                <a:lnTo>
                  <a:pt x="25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6352920" y="2638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5713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571320" y="3000240"/>
            <a:ext cx="609840" cy="9720"/>
          </a:xfrm>
          <a:custGeom>
            <a:avLst/>
            <a:gdLst/>
            <a:ahLst/>
            <a:rect l="0" t="0" r="r" b="b"/>
            <a:pathLst>
              <a:path w="1694" h="27">
                <a:moveTo>
                  <a:pt x="0" y="0"/>
                </a:moveTo>
                <a:lnTo>
                  <a:pt x="1694" y="0"/>
                </a:lnTo>
                <a:lnTo>
                  <a:pt x="16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117144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1180800" y="3000240"/>
            <a:ext cx="1048320" cy="9720"/>
          </a:xfrm>
          <a:custGeom>
            <a:avLst/>
            <a:gdLst/>
            <a:ahLst/>
            <a:rect l="0" t="0" r="r" b="b"/>
            <a:pathLst>
              <a:path w="2912" h="27">
                <a:moveTo>
                  <a:pt x="0" y="0"/>
                </a:moveTo>
                <a:lnTo>
                  <a:pt x="2912" y="0"/>
                </a:lnTo>
                <a:lnTo>
                  <a:pt x="29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221904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2228760" y="3000240"/>
            <a:ext cx="1400400" cy="9720"/>
          </a:xfrm>
          <a:custGeom>
            <a:avLst/>
            <a:gdLst/>
            <a:ahLst/>
            <a:rect l="0" t="0" r="r" b="b"/>
            <a:pathLst>
              <a:path w="3890" h="27">
                <a:moveTo>
                  <a:pt x="0" y="0"/>
                </a:moveTo>
                <a:lnTo>
                  <a:pt x="3890" y="0"/>
                </a:lnTo>
                <a:lnTo>
                  <a:pt x="38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361944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3628800" y="3000240"/>
            <a:ext cx="1067040" cy="9720"/>
          </a:xfrm>
          <a:custGeom>
            <a:avLst/>
            <a:gdLst/>
            <a:ahLst/>
            <a:rect l="0" t="0" r="r" b="b"/>
            <a:pathLst>
              <a:path w="2964" h="27">
                <a:moveTo>
                  <a:pt x="0" y="0"/>
                </a:moveTo>
                <a:lnTo>
                  <a:pt x="2964" y="0"/>
                </a:lnTo>
                <a:lnTo>
                  <a:pt x="29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46861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4695480" y="3000240"/>
            <a:ext cx="753120" cy="9720"/>
          </a:xfrm>
          <a:custGeom>
            <a:avLst/>
            <a:gdLst/>
            <a:ahLst/>
            <a:rect l="0" t="0" r="r" b="b"/>
            <a:pathLst>
              <a:path w="2092" h="27">
                <a:moveTo>
                  <a:pt x="0" y="0"/>
                </a:moveTo>
                <a:lnTo>
                  <a:pt x="2092" y="0"/>
                </a:lnTo>
                <a:lnTo>
                  <a:pt x="20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543852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5448240" y="3000240"/>
            <a:ext cx="914760" cy="9720"/>
          </a:xfrm>
          <a:custGeom>
            <a:avLst/>
            <a:gdLst/>
            <a:ahLst/>
            <a:rect l="0" t="0" r="r" b="b"/>
            <a:pathLst>
              <a:path w="2541" h="27">
                <a:moveTo>
                  <a:pt x="0" y="0"/>
                </a:moveTo>
                <a:lnTo>
                  <a:pt x="2541" y="0"/>
                </a:lnTo>
                <a:lnTo>
                  <a:pt x="25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635292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5713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571320" y="3371760"/>
            <a:ext cx="609840" cy="9720"/>
          </a:xfrm>
          <a:custGeom>
            <a:avLst/>
            <a:gdLst/>
            <a:ahLst/>
            <a:rect l="0" t="0" r="r" b="b"/>
            <a:pathLst>
              <a:path w="1694" h="27">
                <a:moveTo>
                  <a:pt x="0" y="0"/>
                </a:moveTo>
                <a:lnTo>
                  <a:pt x="1694" y="0"/>
                </a:lnTo>
                <a:lnTo>
                  <a:pt x="16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117144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1180800" y="3371760"/>
            <a:ext cx="1048320" cy="9720"/>
          </a:xfrm>
          <a:custGeom>
            <a:avLst/>
            <a:gdLst/>
            <a:ahLst/>
            <a:rect l="0" t="0" r="r" b="b"/>
            <a:pathLst>
              <a:path w="2912" h="27">
                <a:moveTo>
                  <a:pt x="0" y="0"/>
                </a:moveTo>
                <a:lnTo>
                  <a:pt x="2912" y="0"/>
                </a:lnTo>
                <a:lnTo>
                  <a:pt x="29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221904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2228760" y="3371760"/>
            <a:ext cx="1400400" cy="9720"/>
          </a:xfrm>
          <a:custGeom>
            <a:avLst/>
            <a:gdLst/>
            <a:ahLst/>
            <a:rect l="0" t="0" r="r" b="b"/>
            <a:pathLst>
              <a:path w="3890" h="27">
                <a:moveTo>
                  <a:pt x="0" y="0"/>
                </a:moveTo>
                <a:lnTo>
                  <a:pt x="3890" y="0"/>
                </a:lnTo>
                <a:lnTo>
                  <a:pt x="38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361944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3628800" y="3371760"/>
            <a:ext cx="1067040" cy="9720"/>
          </a:xfrm>
          <a:custGeom>
            <a:avLst/>
            <a:gdLst/>
            <a:ahLst/>
            <a:rect l="0" t="0" r="r" b="b"/>
            <a:pathLst>
              <a:path w="2964" h="27">
                <a:moveTo>
                  <a:pt x="0" y="0"/>
                </a:moveTo>
                <a:lnTo>
                  <a:pt x="2964" y="0"/>
                </a:lnTo>
                <a:lnTo>
                  <a:pt x="29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46861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4695480" y="3371760"/>
            <a:ext cx="753120" cy="9720"/>
          </a:xfrm>
          <a:custGeom>
            <a:avLst/>
            <a:gdLst/>
            <a:ahLst/>
            <a:rect l="0" t="0" r="r" b="b"/>
            <a:pathLst>
              <a:path w="2092" h="27">
                <a:moveTo>
                  <a:pt x="0" y="0"/>
                </a:moveTo>
                <a:lnTo>
                  <a:pt x="2092" y="0"/>
                </a:lnTo>
                <a:lnTo>
                  <a:pt x="20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543852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5448240" y="3371760"/>
            <a:ext cx="914760" cy="9720"/>
          </a:xfrm>
          <a:custGeom>
            <a:avLst/>
            <a:gdLst/>
            <a:ahLst/>
            <a:rect l="0" t="0" r="r" b="b"/>
            <a:pathLst>
              <a:path w="2541" h="27">
                <a:moveTo>
                  <a:pt x="0" y="0"/>
                </a:moveTo>
                <a:lnTo>
                  <a:pt x="2541" y="0"/>
                </a:lnTo>
                <a:lnTo>
                  <a:pt x="25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635292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5713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571320" y="3743280"/>
            <a:ext cx="609840" cy="9720"/>
          </a:xfrm>
          <a:custGeom>
            <a:avLst/>
            <a:gdLst/>
            <a:ahLst/>
            <a:rect l="0" t="0" r="r" b="b"/>
            <a:pathLst>
              <a:path w="1694" h="27">
                <a:moveTo>
                  <a:pt x="0" y="0"/>
                </a:moveTo>
                <a:lnTo>
                  <a:pt x="1694" y="0"/>
                </a:lnTo>
                <a:lnTo>
                  <a:pt x="16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117144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1180800" y="3743280"/>
            <a:ext cx="1048320" cy="9720"/>
          </a:xfrm>
          <a:custGeom>
            <a:avLst/>
            <a:gdLst/>
            <a:ahLst/>
            <a:rect l="0" t="0" r="r" b="b"/>
            <a:pathLst>
              <a:path w="2912" h="27">
                <a:moveTo>
                  <a:pt x="0" y="0"/>
                </a:moveTo>
                <a:lnTo>
                  <a:pt x="2912" y="0"/>
                </a:lnTo>
                <a:lnTo>
                  <a:pt x="29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221904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2228760" y="3743280"/>
            <a:ext cx="1400400" cy="9720"/>
          </a:xfrm>
          <a:custGeom>
            <a:avLst/>
            <a:gdLst/>
            <a:ahLst/>
            <a:rect l="0" t="0" r="r" b="b"/>
            <a:pathLst>
              <a:path w="3890" h="27">
                <a:moveTo>
                  <a:pt x="0" y="0"/>
                </a:moveTo>
                <a:lnTo>
                  <a:pt x="3890" y="0"/>
                </a:lnTo>
                <a:lnTo>
                  <a:pt x="38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361944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3628800" y="3743280"/>
            <a:ext cx="1067040" cy="9720"/>
          </a:xfrm>
          <a:custGeom>
            <a:avLst/>
            <a:gdLst/>
            <a:ahLst/>
            <a:rect l="0" t="0" r="r" b="b"/>
            <a:pathLst>
              <a:path w="2964" h="27">
                <a:moveTo>
                  <a:pt x="0" y="0"/>
                </a:moveTo>
                <a:lnTo>
                  <a:pt x="2964" y="0"/>
                </a:lnTo>
                <a:lnTo>
                  <a:pt x="29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46861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4695480" y="3743280"/>
            <a:ext cx="753120" cy="9720"/>
          </a:xfrm>
          <a:custGeom>
            <a:avLst/>
            <a:gdLst/>
            <a:ahLst/>
            <a:rect l="0" t="0" r="r" b="b"/>
            <a:pathLst>
              <a:path w="2092" h="27">
                <a:moveTo>
                  <a:pt x="0" y="0"/>
                </a:moveTo>
                <a:lnTo>
                  <a:pt x="2092" y="0"/>
                </a:lnTo>
                <a:lnTo>
                  <a:pt x="20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543852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5448240" y="3743280"/>
            <a:ext cx="914760" cy="9720"/>
          </a:xfrm>
          <a:custGeom>
            <a:avLst/>
            <a:gdLst/>
            <a:ahLst/>
            <a:rect l="0" t="0" r="r" b="b"/>
            <a:pathLst>
              <a:path w="2541" h="27">
                <a:moveTo>
                  <a:pt x="0" y="0"/>
                </a:moveTo>
                <a:lnTo>
                  <a:pt x="2541" y="0"/>
                </a:lnTo>
                <a:lnTo>
                  <a:pt x="25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635292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57132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571320" y="4114440"/>
            <a:ext cx="609840" cy="10080"/>
          </a:xfrm>
          <a:custGeom>
            <a:avLst/>
            <a:gdLst/>
            <a:ahLst/>
            <a:rect l="0" t="0" r="r" b="b"/>
            <a:pathLst>
              <a:path w="1694" h="28">
                <a:moveTo>
                  <a:pt x="0" y="0"/>
                </a:moveTo>
                <a:lnTo>
                  <a:pt x="1694" y="0"/>
                </a:lnTo>
                <a:lnTo>
                  <a:pt x="16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117144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1180800" y="4114440"/>
            <a:ext cx="1048320" cy="10080"/>
          </a:xfrm>
          <a:custGeom>
            <a:avLst/>
            <a:gdLst/>
            <a:ahLst/>
            <a:rect l="0" t="0" r="r" b="b"/>
            <a:pathLst>
              <a:path w="2912" h="28">
                <a:moveTo>
                  <a:pt x="0" y="0"/>
                </a:moveTo>
                <a:lnTo>
                  <a:pt x="2912" y="0"/>
                </a:lnTo>
                <a:lnTo>
                  <a:pt x="29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221904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2228760" y="4114440"/>
            <a:ext cx="1400400" cy="10080"/>
          </a:xfrm>
          <a:custGeom>
            <a:avLst/>
            <a:gdLst/>
            <a:ahLst/>
            <a:rect l="0" t="0" r="r" b="b"/>
            <a:pathLst>
              <a:path w="3890" h="28">
                <a:moveTo>
                  <a:pt x="0" y="0"/>
                </a:moveTo>
                <a:lnTo>
                  <a:pt x="3890" y="0"/>
                </a:lnTo>
                <a:lnTo>
                  <a:pt x="389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361944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3628800" y="4114440"/>
            <a:ext cx="1067040" cy="10080"/>
          </a:xfrm>
          <a:custGeom>
            <a:avLst/>
            <a:gdLst/>
            <a:ahLst/>
            <a:rect l="0" t="0" r="r" b="b"/>
            <a:pathLst>
              <a:path w="2964" h="28">
                <a:moveTo>
                  <a:pt x="0" y="0"/>
                </a:moveTo>
                <a:lnTo>
                  <a:pt x="2964" y="0"/>
                </a:lnTo>
                <a:lnTo>
                  <a:pt x="29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468612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4695480" y="4114440"/>
            <a:ext cx="753120" cy="10080"/>
          </a:xfrm>
          <a:custGeom>
            <a:avLst/>
            <a:gdLst/>
            <a:ahLst/>
            <a:rect l="0" t="0" r="r" b="b"/>
            <a:pathLst>
              <a:path w="2092" h="28">
                <a:moveTo>
                  <a:pt x="0" y="0"/>
                </a:moveTo>
                <a:lnTo>
                  <a:pt x="2092" y="0"/>
                </a:lnTo>
                <a:lnTo>
                  <a:pt x="209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543852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5448240" y="4114440"/>
            <a:ext cx="914760" cy="10080"/>
          </a:xfrm>
          <a:custGeom>
            <a:avLst/>
            <a:gdLst/>
            <a:ahLst/>
            <a:rect l="0" t="0" r="r" b="b"/>
            <a:pathLst>
              <a:path w="2541" h="28">
                <a:moveTo>
                  <a:pt x="0" y="0"/>
                </a:moveTo>
                <a:lnTo>
                  <a:pt x="2541" y="0"/>
                </a:lnTo>
                <a:lnTo>
                  <a:pt x="25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635292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57132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571320" y="4485960"/>
            <a:ext cx="609840" cy="10080"/>
          </a:xfrm>
          <a:custGeom>
            <a:avLst/>
            <a:gdLst/>
            <a:ahLst/>
            <a:rect l="0" t="0" r="r" b="b"/>
            <a:pathLst>
              <a:path w="1694" h="28">
                <a:moveTo>
                  <a:pt x="0" y="0"/>
                </a:moveTo>
                <a:lnTo>
                  <a:pt x="1694" y="0"/>
                </a:lnTo>
                <a:lnTo>
                  <a:pt x="16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117144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1180800" y="4485960"/>
            <a:ext cx="1048320" cy="10080"/>
          </a:xfrm>
          <a:custGeom>
            <a:avLst/>
            <a:gdLst/>
            <a:ahLst/>
            <a:rect l="0" t="0" r="r" b="b"/>
            <a:pathLst>
              <a:path w="2912" h="28">
                <a:moveTo>
                  <a:pt x="0" y="0"/>
                </a:moveTo>
                <a:lnTo>
                  <a:pt x="2912" y="0"/>
                </a:lnTo>
                <a:lnTo>
                  <a:pt x="29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2219040" y="44956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2228760" y="4485960"/>
            <a:ext cx="1400400" cy="10080"/>
          </a:xfrm>
          <a:custGeom>
            <a:avLst/>
            <a:gdLst/>
            <a:ahLst/>
            <a:rect l="0" t="0" r="r" b="b"/>
            <a:pathLst>
              <a:path w="3890" h="28">
                <a:moveTo>
                  <a:pt x="0" y="0"/>
                </a:moveTo>
                <a:lnTo>
                  <a:pt x="3890" y="0"/>
                </a:lnTo>
                <a:lnTo>
                  <a:pt x="389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361944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3628800" y="4485960"/>
            <a:ext cx="1067040" cy="10080"/>
          </a:xfrm>
          <a:custGeom>
            <a:avLst/>
            <a:gdLst/>
            <a:ahLst/>
            <a:rect l="0" t="0" r="r" b="b"/>
            <a:pathLst>
              <a:path w="2964" h="28">
                <a:moveTo>
                  <a:pt x="0" y="0"/>
                </a:moveTo>
                <a:lnTo>
                  <a:pt x="2964" y="0"/>
                </a:lnTo>
                <a:lnTo>
                  <a:pt x="29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468612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4695480" y="4485960"/>
            <a:ext cx="753120" cy="10080"/>
          </a:xfrm>
          <a:custGeom>
            <a:avLst/>
            <a:gdLst/>
            <a:ahLst/>
            <a:rect l="0" t="0" r="r" b="b"/>
            <a:pathLst>
              <a:path w="2092" h="28">
                <a:moveTo>
                  <a:pt x="0" y="0"/>
                </a:moveTo>
                <a:lnTo>
                  <a:pt x="2092" y="0"/>
                </a:lnTo>
                <a:lnTo>
                  <a:pt x="209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5438520" y="44956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5448240" y="4485960"/>
            <a:ext cx="914760" cy="10080"/>
          </a:xfrm>
          <a:custGeom>
            <a:avLst/>
            <a:gdLst/>
            <a:ahLst/>
            <a:rect l="0" t="0" r="r" b="b"/>
            <a:pathLst>
              <a:path w="2541" h="28">
                <a:moveTo>
                  <a:pt x="0" y="0"/>
                </a:moveTo>
                <a:lnTo>
                  <a:pt x="2541" y="0"/>
                </a:lnTo>
                <a:lnTo>
                  <a:pt x="25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6352920" y="44956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571320" y="4876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571320" y="4867200"/>
            <a:ext cx="609840" cy="9720"/>
          </a:xfrm>
          <a:custGeom>
            <a:avLst/>
            <a:gdLst/>
            <a:ahLst/>
            <a:rect l="0" t="0" r="r" b="b"/>
            <a:pathLst>
              <a:path w="1694" h="27">
                <a:moveTo>
                  <a:pt x="0" y="0"/>
                </a:moveTo>
                <a:lnTo>
                  <a:pt x="1694" y="0"/>
                </a:lnTo>
                <a:lnTo>
                  <a:pt x="16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1171440" y="4876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1180800" y="4867200"/>
            <a:ext cx="1048320" cy="9720"/>
          </a:xfrm>
          <a:custGeom>
            <a:avLst/>
            <a:gdLst/>
            <a:ahLst/>
            <a:rect l="0" t="0" r="r" b="b"/>
            <a:pathLst>
              <a:path w="2912" h="27">
                <a:moveTo>
                  <a:pt x="0" y="0"/>
                </a:moveTo>
                <a:lnTo>
                  <a:pt x="2912" y="0"/>
                </a:lnTo>
                <a:lnTo>
                  <a:pt x="29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2219040" y="4876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2228760" y="4867200"/>
            <a:ext cx="1400400" cy="9720"/>
          </a:xfrm>
          <a:custGeom>
            <a:avLst/>
            <a:gdLst/>
            <a:ahLst/>
            <a:rect l="0" t="0" r="r" b="b"/>
            <a:pathLst>
              <a:path w="3890" h="27">
                <a:moveTo>
                  <a:pt x="0" y="0"/>
                </a:moveTo>
                <a:lnTo>
                  <a:pt x="3890" y="0"/>
                </a:lnTo>
                <a:lnTo>
                  <a:pt x="38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3619440" y="4876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3628800" y="4867200"/>
            <a:ext cx="1067040" cy="9720"/>
          </a:xfrm>
          <a:custGeom>
            <a:avLst/>
            <a:gdLst/>
            <a:ahLst/>
            <a:rect l="0" t="0" r="r" b="b"/>
            <a:pathLst>
              <a:path w="2964" h="27">
                <a:moveTo>
                  <a:pt x="0" y="0"/>
                </a:moveTo>
                <a:lnTo>
                  <a:pt x="2964" y="0"/>
                </a:lnTo>
                <a:lnTo>
                  <a:pt x="29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4686120" y="4876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4695480" y="4867200"/>
            <a:ext cx="753120" cy="9720"/>
          </a:xfrm>
          <a:custGeom>
            <a:avLst/>
            <a:gdLst/>
            <a:ahLst/>
            <a:rect l="0" t="0" r="r" b="b"/>
            <a:pathLst>
              <a:path w="2092" h="27">
                <a:moveTo>
                  <a:pt x="0" y="0"/>
                </a:moveTo>
                <a:lnTo>
                  <a:pt x="2092" y="0"/>
                </a:lnTo>
                <a:lnTo>
                  <a:pt x="20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5438520" y="4876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5448240" y="4867200"/>
            <a:ext cx="914760" cy="9720"/>
          </a:xfrm>
          <a:custGeom>
            <a:avLst/>
            <a:gdLst/>
            <a:ahLst/>
            <a:rect l="0" t="0" r="r" b="b"/>
            <a:pathLst>
              <a:path w="2541" h="27">
                <a:moveTo>
                  <a:pt x="0" y="0"/>
                </a:moveTo>
                <a:lnTo>
                  <a:pt x="2541" y="0"/>
                </a:lnTo>
                <a:lnTo>
                  <a:pt x="25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6352920" y="4876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571320" y="524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571320" y="5238720"/>
            <a:ext cx="609840" cy="9720"/>
          </a:xfrm>
          <a:custGeom>
            <a:avLst/>
            <a:gdLst/>
            <a:ahLst/>
            <a:rect l="0" t="0" r="r" b="b"/>
            <a:pathLst>
              <a:path w="1694" h="27">
                <a:moveTo>
                  <a:pt x="0" y="0"/>
                </a:moveTo>
                <a:lnTo>
                  <a:pt x="1694" y="0"/>
                </a:lnTo>
                <a:lnTo>
                  <a:pt x="16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1171440" y="524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1180800" y="5238720"/>
            <a:ext cx="1048320" cy="9720"/>
          </a:xfrm>
          <a:custGeom>
            <a:avLst/>
            <a:gdLst/>
            <a:ahLst/>
            <a:rect l="0" t="0" r="r" b="b"/>
            <a:pathLst>
              <a:path w="2912" h="27">
                <a:moveTo>
                  <a:pt x="0" y="0"/>
                </a:moveTo>
                <a:lnTo>
                  <a:pt x="2912" y="0"/>
                </a:lnTo>
                <a:lnTo>
                  <a:pt x="29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2219040" y="5248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2228760" y="5238720"/>
            <a:ext cx="1400400" cy="9720"/>
          </a:xfrm>
          <a:custGeom>
            <a:avLst/>
            <a:gdLst/>
            <a:ahLst/>
            <a:rect l="0" t="0" r="r" b="b"/>
            <a:pathLst>
              <a:path w="3890" h="27">
                <a:moveTo>
                  <a:pt x="0" y="0"/>
                </a:moveTo>
                <a:lnTo>
                  <a:pt x="3890" y="0"/>
                </a:lnTo>
                <a:lnTo>
                  <a:pt x="38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3619440" y="524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3628800" y="5238720"/>
            <a:ext cx="1067040" cy="9720"/>
          </a:xfrm>
          <a:custGeom>
            <a:avLst/>
            <a:gdLst/>
            <a:ahLst/>
            <a:rect l="0" t="0" r="r" b="b"/>
            <a:pathLst>
              <a:path w="2964" h="27">
                <a:moveTo>
                  <a:pt x="0" y="0"/>
                </a:moveTo>
                <a:lnTo>
                  <a:pt x="2964" y="0"/>
                </a:lnTo>
                <a:lnTo>
                  <a:pt x="29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4686120" y="524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4695480" y="5238720"/>
            <a:ext cx="753120" cy="9720"/>
          </a:xfrm>
          <a:custGeom>
            <a:avLst/>
            <a:gdLst/>
            <a:ahLst/>
            <a:rect l="0" t="0" r="r" b="b"/>
            <a:pathLst>
              <a:path w="2092" h="27">
                <a:moveTo>
                  <a:pt x="0" y="0"/>
                </a:moveTo>
                <a:lnTo>
                  <a:pt x="2092" y="0"/>
                </a:lnTo>
                <a:lnTo>
                  <a:pt x="20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5438520" y="5248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5448240" y="5238720"/>
            <a:ext cx="914760" cy="9720"/>
          </a:xfrm>
          <a:custGeom>
            <a:avLst/>
            <a:gdLst/>
            <a:ahLst/>
            <a:rect l="0" t="0" r="r" b="b"/>
            <a:pathLst>
              <a:path w="2541" h="27">
                <a:moveTo>
                  <a:pt x="0" y="0"/>
                </a:moveTo>
                <a:lnTo>
                  <a:pt x="2541" y="0"/>
                </a:lnTo>
                <a:lnTo>
                  <a:pt x="25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6352920" y="5248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571320" y="5609880"/>
            <a:ext cx="609840" cy="10080"/>
          </a:xfrm>
          <a:custGeom>
            <a:avLst/>
            <a:gdLst/>
            <a:ahLst/>
            <a:rect l="0" t="0" r="r" b="b"/>
            <a:pathLst>
              <a:path w="1694" h="28">
                <a:moveTo>
                  <a:pt x="0" y="0"/>
                </a:moveTo>
                <a:lnTo>
                  <a:pt x="1694" y="0"/>
                </a:lnTo>
                <a:lnTo>
                  <a:pt x="16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1180800" y="5609880"/>
            <a:ext cx="1048320" cy="10080"/>
          </a:xfrm>
          <a:custGeom>
            <a:avLst/>
            <a:gdLst/>
            <a:ahLst/>
            <a:rect l="0" t="0" r="r" b="b"/>
            <a:pathLst>
              <a:path w="2912" h="28">
                <a:moveTo>
                  <a:pt x="0" y="0"/>
                </a:moveTo>
                <a:lnTo>
                  <a:pt x="2912" y="0"/>
                </a:lnTo>
                <a:lnTo>
                  <a:pt x="29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2228760" y="5609880"/>
            <a:ext cx="1400400" cy="10080"/>
          </a:xfrm>
          <a:custGeom>
            <a:avLst/>
            <a:gdLst/>
            <a:ahLst/>
            <a:rect l="0" t="0" r="r" b="b"/>
            <a:pathLst>
              <a:path w="3890" h="28">
                <a:moveTo>
                  <a:pt x="0" y="0"/>
                </a:moveTo>
                <a:lnTo>
                  <a:pt x="3890" y="0"/>
                </a:lnTo>
                <a:lnTo>
                  <a:pt x="389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3628800" y="5609880"/>
            <a:ext cx="1067040" cy="10080"/>
          </a:xfrm>
          <a:custGeom>
            <a:avLst/>
            <a:gdLst/>
            <a:ahLst/>
            <a:rect l="0" t="0" r="r" b="b"/>
            <a:pathLst>
              <a:path w="2964" h="28">
                <a:moveTo>
                  <a:pt x="0" y="0"/>
                </a:moveTo>
                <a:lnTo>
                  <a:pt x="2964" y="0"/>
                </a:lnTo>
                <a:lnTo>
                  <a:pt x="29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4695480" y="5609880"/>
            <a:ext cx="753120" cy="10080"/>
          </a:xfrm>
          <a:custGeom>
            <a:avLst/>
            <a:gdLst/>
            <a:ahLst/>
            <a:rect l="0" t="0" r="r" b="b"/>
            <a:pathLst>
              <a:path w="2092" h="28">
                <a:moveTo>
                  <a:pt x="0" y="0"/>
                </a:moveTo>
                <a:lnTo>
                  <a:pt x="2092" y="0"/>
                </a:lnTo>
                <a:lnTo>
                  <a:pt x="209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5448240" y="5609880"/>
            <a:ext cx="914760" cy="10080"/>
          </a:xfrm>
          <a:custGeom>
            <a:avLst/>
            <a:gdLst/>
            <a:ahLst/>
            <a:rect l="0" t="0" r="r" b="b"/>
            <a:pathLst>
              <a:path w="2541" h="28">
                <a:moveTo>
                  <a:pt x="0" y="0"/>
                </a:moveTo>
                <a:lnTo>
                  <a:pt x="2541" y="0"/>
                </a:lnTo>
                <a:lnTo>
                  <a:pt x="25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571320" y="925920"/>
            <a:ext cx="19638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BOQ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主项汇总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704880" y="15804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序号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1305000" y="15804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项⽬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2351520" y="15804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材料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3750120" y="15804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数量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4816800" y="1580400"/>
            <a:ext cx="549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单价 </a:t>
            </a:r>
            <a:r>
              <a:rPr lang="en-US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¥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5576760" y="1580400"/>
            <a:ext cx="549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⼩计 </a:t>
            </a:r>
            <a:r>
              <a:rPr lang="en-US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¥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704880" y="195192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1305000" y="195192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整墙书架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2351520" y="1951920"/>
            <a:ext cx="1024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⽩橡⽊多层板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3750120" y="1951920"/>
            <a:ext cx="806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5.0×2.8 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4816800" y="195192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5576760" y="1951920"/>
            <a:ext cx="558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22,000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704880" y="232344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1305000" y="2323440"/>
            <a:ext cx="882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⼯作桌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2351520" y="2323440"/>
            <a:ext cx="882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⽩橡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⿊钢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3750120" y="2323440"/>
            <a:ext cx="344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4816800" y="232344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5576760" y="2323440"/>
            <a:ext cx="455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6,500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704880" y="269496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1305000" y="269496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阅读沙发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2351520" y="269496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⽶⽩麻布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3750120" y="2694960"/>
            <a:ext cx="344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张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4816800" y="269496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5576760" y="2694960"/>
            <a:ext cx="455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5,800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704880" y="306612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1305000" y="306612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落地灯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2351520" y="3066120"/>
            <a:ext cx="882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⻩铜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亚麻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3750120" y="3066120"/>
            <a:ext cx="344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个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4816800" y="306612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5576760" y="3066120"/>
            <a:ext cx="455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2,400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704880" y="343764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1305000" y="343764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储物柜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2351520" y="343764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炭⿊哑光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3750120" y="3437640"/>
            <a:ext cx="344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个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4816800" y="343764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5576760" y="3437640"/>
            <a:ext cx="455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4,500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704880" y="380916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1305000" y="38091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墙漆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2351520" y="380916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奶⽩环保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3750120" y="3809160"/>
            <a:ext cx="378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4816800" y="380916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5576760" y="3809160"/>
            <a:ext cx="455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3,200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704880" y="418068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7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1305000" y="418068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⽊地板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2351520" y="418068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橡⽊多层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3750120" y="4180680"/>
            <a:ext cx="493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20 m²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4816800" y="4180680"/>
            <a:ext cx="307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600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5576760" y="4180680"/>
            <a:ext cx="523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12,000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704880" y="455220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1305000" y="45522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地毯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2351520" y="4552200"/>
            <a:ext cx="1184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⽺⽑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1.5×1.2 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3750120" y="4552200"/>
            <a:ext cx="344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4816800" y="455220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5576760" y="4552200"/>
            <a:ext cx="455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3,500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704880" y="493308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9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 txBox="1"/>
          <p:nvPr/>
        </p:nvSpPr>
        <p:spPr>
          <a:xfrm>
            <a:off x="1305000" y="4933080"/>
            <a:ext cx="882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⽔电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安装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2351520" y="493308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3750120" y="4933080"/>
            <a:ext cx="344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 txBox="1"/>
          <p:nvPr/>
        </p:nvSpPr>
        <p:spPr>
          <a:xfrm>
            <a:off x="4816800" y="493308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5576760" y="4933080"/>
            <a:ext cx="523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18,000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704880" y="530460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1305000" y="53046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合计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 txBox="1"/>
          <p:nvPr/>
        </p:nvSpPr>
        <p:spPr>
          <a:xfrm>
            <a:off x="5576760" y="5304600"/>
            <a:ext cx="654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¥78,000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285840" y="199440"/>
            <a:ext cx="2571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施⼯交付包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施⼯⽅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142920" y="121680"/>
            <a:ext cx="6190920" cy="4194360"/>
          </a:xfrm>
          <a:custGeom>
            <a:avLst/>
            <a:gdLst/>
            <a:ahLst/>
            <a:rect l="0" t="0" r="r" b="b"/>
            <a:pathLst>
              <a:path w="17197" h="11651">
                <a:moveTo>
                  <a:pt x="1190" y="1196"/>
                </a:moveTo>
                <a:lnTo>
                  <a:pt x="1190" y="10034"/>
                </a:lnTo>
                <a:cubicBezTo>
                  <a:pt x="1190" y="10062"/>
                  <a:pt x="1195" y="10089"/>
                  <a:pt x="1206" y="10115"/>
                </a:cubicBezTo>
                <a:cubicBezTo>
                  <a:pt x="1217" y="10141"/>
                  <a:pt x="1232" y="10164"/>
                  <a:pt x="1252" y="10184"/>
                </a:cubicBezTo>
                <a:cubicBezTo>
                  <a:pt x="1272" y="10204"/>
                  <a:pt x="1295" y="10219"/>
                  <a:pt x="1321" y="10230"/>
                </a:cubicBezTo>
                <a:cubicBezTo>
                  <a:pt x="1347" y="10240"/>
                  <a:pt x="1374" y="10246"/>
                  <a:pt x="1402" y="10246"/>
                </a:cubicBezTo>
                <a:lnTo>
                  <a:pt x="15796" y="10246"/>
                </a:lnTo>
                <a:cubicBezTo>
                  <a:pt x="15824" y="10246"/>
                  <a:pt x="15851" y="10240"/>
                  <a:pt x="15877" y="10230"/>
                </a:cubicBezTo>
                <a:cubicBezTo>
                  <a:pt x="15903" y="10219"/>
                  <a:pt x="15926" y="10204"/>
                  <a:pt x="15946" y="10184"/>
                </a:cubicBezTo>
                <a:cubicBezTo>
                  <a:pt x="15966" y="10164"/>
                  <a:pt x="15981" y="10141"/>
                  <a:pt x="15992" y="10115"/>
                </a:cubicBezTo>
                <a:cubicBezTo>
                  <a:pt x="16002" y="10089"/>
                  <a:pt x="16008" y="10062"/>
                  <a:pt x="16008" y="10034"/>
                </a:cubicBezTo>
                <a:lnTo>
                  <a:pt x="16008" y="1196"/>
                </a:lnTo>
                <a:cubicBezTo>
                  <a:pt x="16008" y="1168"/>
                  <a:pt x="16002" y="1141"/>
                  <a:pt x="15992" y="1115"/>
                </a:cubicBezTo>
                <a:cubicBezTo>
                  <a:pt x="15981" y="1089"/>
                  <a:pt x="15966" y="1066"/>
                  <a:pt x="15946" y="1046"/>
                </a:cubicBezTo>
                <a:cubicBezTo>
                  <a:pt x="15926" y="1027"/>
                  <a:pt x="15903" y="1011"/>
                  <a:pt x="15877" y="1001"/>
                </a:cubicBezTo>
                <a:cubicBezTo>
                  <a:pt x="15851" y="990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90"/>
                  <a:pt x="1321" y="1001"/>
                </a:cubicBezTo>
                <a:cubicBezTo>
                  <a:pt x="1295" y="1011"/>
                  <a:pt x="1272" y="1027"/>
                  <a:pt x="1252" y="1046"/>
                </a:cubicBezTo>
                <a:cubicBezTo>
                  <a:pt x="1232" y="1066"/>
                  <a:pt x="1217" y="1089"/>
                  <a:pt x="1206" y="1115"/>
                </a:cubicBezTo>
                <a:cubicBezTo>
                  <a:pt x="1195" y="1141"/>
                  <a:pt x="1190" y="1168"/>
                  <a:pt x="1190" y="1196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1"/>
                </a:lnTo>
                <a:lnTo>
                  <a:pt x="0" y="116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19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0" name=""/>
          <p:cNvSpPr/>
          <p:nvPr/>
        </p:nvSpPr>
        <p:spPr>
          <a:xfrm>
            <a:off x="628560" y="4638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6286320" y="1916280"/>
            <a:ext cx="29991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关键节点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1 ·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整墙书架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628560" y="50004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838080" y="4521240"/>
            <a:ext cx="45900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尺⼨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5.0 m × 2.8 m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（整⾯）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进深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350 mm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628560" y="536256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5"/>
                </a:moveTo>
                <a:cubicBezTo>
                  <a:pt x="212" y="119"/>
                  <a:pt x="210" y="133"/>
                  <a:pt x="204" y="146"/>
                </a:cubicBezTo>
                <a:cubicBezTo>
                  <a:pt x="199" y="159"/>
                  <a:pt x="191" y="170"/>
                  <a:pt x="181" y="180"/>
                </a:cubicBezTo>
                <a:cubicBezTo>
                  <a:pt x="171" y="190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0"/>
                  <a:pt x="31" y="180"/>
                </a:cubicBezTo>
                <a:cubicBezTo>
                  <a:pt x="21" y="170"/>
                  <a:pt x="13" y="159"/>
                  <a:pt x="8" y="146"/>
                </a:cubicBezTo>
                <a:cubicBezTo>
                  <a:pt x="2" y="133"/>
                  <a:pt x="0" y="119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0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838080" y="4883400"/>
            <a:ext cx="51526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结构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：⽩橡⽊多层板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25 mm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做搁板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+ 18 mm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做⽴板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628560" y="572436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2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838080" y="5245200"/>
            <a:ext cx="5154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搁板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层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底柜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层，层⾼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550 mm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（含板厚）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628560" y="60768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838080" y="5607000"/>
            <a:ext cx="52563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承重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：每层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50 kg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（按满书计），中段加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根⽴柱分担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628560" y="64386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838080" y="5959440"/>
            <a:ext cx="4819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底柜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0.7×0.5×1.0 m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炭⿊哑光⻔板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磁吸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push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628560" y="6800760"/>
            <a:ext cx="76320" cy="57240"/>
          </a:xfrm>
          <a:custGeom>
            <a:avLst/>
            <a:gdLst/>
            <a:ahLst/>
            <a:rect l="0" t="0" r="r" b="b"/>
            <a:pathLst>
              <a:path w="212" h="159">
                <a:moveTo>
                  <a:pt x="212" y="106"/>
                </a:moveTo>
                <a:cubicBezTo>
                  <a:pt x="212" y="120"/>
                  <a:pt x="210" y="133"/>
                  <a:pt x="204" y="146"/>
                </a:cubicBezTo>
                <a:cubicBezTo>
                  <a:pt x="203" y="151"/>
                  <a:pt x="201" y="156"/>
                  <a:pt x="198" y="159"/>
                </a:cubicBezTo>
                <a:lnTo>
                  <a:pt x="14" y="159"/>
                </a:lnTo>
                <a:cubicBezTo>
                  <a:pt x="12" y="156"/>
                  <a:pt x="10" y="151"/>
                  <a:pt x="8" y="146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 txBox="1"/>
          <p:nvPr/>
        </p:nvSpPr>
        <p:spPr>
          <a:xfrm>
            <a:off x="838080" y="6321600"/>
            <a:ext cx="35877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封边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PUR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热熔胶原⽊⾊封边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 mm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838080" y="6683400"/>
            <a:ext cx="36842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固定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L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⻆铁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膨胀螺栓 顶部抗倾倒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285840" y="199440"/>
            <a:ext cx="2571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施⼯交付包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施⼯⽅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142920" y="121680"/>
            <a:ext cx="6190920" cy="4194360"/>
          </a:xfrm>
          <a:custGeom>
            <a:avLst/>
            <a:gdLst/>
            <a:ahLst/>
            <a:rect l="0" t="0" r="r" b="b"/>
            <a:pathLst>
              <a:path w="17197" h="11651">
                <a:moveTo>
                  <a:pt x="1190" y="1196"/>
                </a:moveTo>
                <a:lnTo>
                  <a:pt x="1190" y="10034"/>
                </a:lnTo>
                <a:cubicBezTo>
                  <a:pt x="1190" y="10062"/>
                  <a:pt x="1195" y="10089"/>
                  <a:pt x="1206" y="10115"/>
                </a:cubicBezTo>
                <a:cubicBezTo>
                  <a:pt x="1217" y="10141"/>
                  <a:pt x="1232" y="10164"/>
                  <a:pt x="1252" y="10184"/>
                </a:cubicBezTo>
                <a:cubicBezTo>
                  <a:pt x="1272" y="10204"/>
                  <a:pt x="1295" y="10219"/>
                  <a:pt x="1321" y="10230"/>
                </a:cubicBezTo>
                <a:cubicBezTo>
                  <a:pt x="1347" y="10240"/>
                  <a:pt x="1374" y="10246"/>
                  <a:pt x="1402" y="10246"/>
                </a:cubicBezTo>
                <a:lnTo>
                  <a:pt x="15796" y="10246"/>
                </a:lnTo>
                <a:cubicBezTo>
                  <a:pt x="15824" y="10246"/>
                  <a:pt x="15851" y="10240"/>
                  <a:pt x="15877" y="10230"/>
                </a:cubicBezTo>
                <a:cubicBezTo>
                  <a:pt x="15903" y="10219"/>
                  <a:pt x="15926" y="10204"/>
                  <a:pt x="15946" y="10184"/>
                </a:cubicBezTo>
                <a:cubicBezTo>
                  <a:pt x="15966" y="10164"/>
                  <a:pt x="15981" y="10141"/>
                  <a:pt x="15992" y="10115"/>
                </a:cubicBezTo>
                <a:cubicBezTo>
                  <a:pt x="16002" y="10089"/>
                  <a:pt x="16008" y="10062"/>
                  <a:pt x="16008" y="10034"/>
                </a:cubicBezTo>
                <a:lnTo>
                  <a:pt x="16008" y="1196"/>
                </a:lnTo>
                <a:cubicBezTo>
                  <a:pt x="16008" y="1168"/>
                  <a:pt x="16002" y="1141"/>
                  <a:pt x="15992" y="1115"/>
                </a:cubicBezTo>
                <a:cubicBezTo>
                  <a:pt x="15981" y="1089"/>
                  <a:pt x="15966" y="1066"/>
                  <a:pt x="15946" y="1046"/>
                </a:cubicBezTo>
                <a:cubicBezTo>
                  <a:pt x="15926" y="1027"/>
                  <a:pt x="15903" y="1011"/>
                  <a:pt x="15877" y="1001"/>
                </a:cubicBezTo>
                <a:cubicBezTo>
                  <a:pt x="15851" y="990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90"/>
                  <a:pt x="1321" y="1001"/>
                </a:cubicBezTo>
                <a:cubicBezTo>
                  <a:pt x="1295" y="1011"/>
                  <a:pt x="1272" y="1027"/>
                  <a:pt x="1252" y="1046"/>
                </a:cubicBezTo>
                <a:cubicBezTo>
                  <a:pt x="1232" y="1066"/>
                  <a:pt x="1217" y="1089"/>
                  <a:pt x="1206" y="1115"/>
                </a:cubicBezTo>
                <a:cubicBezTo>
                  <a:pt x="1195" y="1141"/>
                  <a:pt x="1190" y="1168"/>
                  <a:pt x="1190" y="1196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1"/>
                </a:lnTo>
                <a:lnTo>
                  <a:pt x="0" y="116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42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3" name=""/>
          <p:cNvSpPr/>
          <p:nvPr/>
        </p:nvSpPr>
        <p:spPr>
          <a:xfrm>
            <a:off x="628560" y="4638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 txBox="1"/>
          <p:nvPr/>
        </p:nvSpPr>
        <p:spPr>
          <a:xfrm>
            <a:off x="6286320" y="1916280"/>
            <a:ext cx="27676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关键节点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2 ·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⼯作桌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628560" y="50004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 txBox="1"/>
          <p:nvPr/>
        </p:nvSpPr>
        <p:spPr>
          <a:xfrm>
            <a:off x="838080" y="4521240"/>
            <a:ext cx="51422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桌⾯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1400 × 700 × 25 mm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⽩橡⽊多层，原⽊⾊封边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 txBox="1"/>
          <p:nvPr/>
        </p:nvSpPr>
        <p:spPr>
          <a:xfrm>
            <a:off x="838080" y="4883400"/>
            <a:ext cx="15318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脚架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：炭⿊钢管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 txBox="1"/>
          <p:nvPr/>
        </p:nvSpPr>
        <p:spPr>
          <a:xfrm>
            <a:off x="2374920" y="4898880"/>
            <a:ext cx="20952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HiraginoSans-W3"/>
                <a:ea typeface="HiraginoSans-W3"/>
              </a:rPr>
              <a:t>▢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 txBox="1"/>
          <p:nvPr/>
        </p:nvSpPr>
        <p:spPr>
          <a:xfrm>
            <a:off x="2584440" y="4883400"/>
            <a:ext cx="33771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40×40 mm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，字⺟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T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形，哑光粉末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628560" y="56671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 txBox="1"/>
          <p:nvPr/>
        </p:nvSpPr>
        <p:spPr>
          <a:xfrm>
            <a:off x="838080" y="5187960"/>
            <a:ext cx="418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喷涂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628560" y="601956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838080" y="5550120"/>
            <a:ext cx="4318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⾼度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：桌⾯完成⾯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750 mm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（符合⼈体⼯学）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628560" y="638172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1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 txBox="1"/>
          <p:nvPr/>
        </p:nvSpPr>
        <p:spPr>
          <a:xfrm>
            <a:off x="838080" y="5902560"/>
            <a:ext cx="48600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⾛线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：桌⾯背沿开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80×20 mm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过线槽，下挂理线架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628560" y="67435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6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 txBox="1"/>
          <p:nvPr/>
        </p:nvSpPr>
        <p:spPr>
          <a:xfrm>
            <a:off x="838080" y="6264360"/>
            <a:ext cx="48236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强电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：桌侧预留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220V ×2 + USB Type-C PD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插座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838080" y="6626520"/>
            <a:ext cx="43851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椅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：炭⿊⽪⾰⼈体⼯学椅（采购品，⾮现场制）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285840" y="199440"/>
            <a:ext cx="2571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施⼯交付包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施⼯⽅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/>
          <p:nvPr/>
        </p:nvSpPr>
        <p:spPr>
          <a:xfrm>
            <a:off x="142920" y="121680"/>
            <a:ext cx="6190920" cy="4194360"/>
          </a:xfrm>
          <a:custGeom>
            <a:avLst/>
            <a:gdLst/>
            <a:ahLst/>
            <a:rect l="0" t="0" r="r" b="b"/>
            <a:pathLst>
              <a:path w="17197" h="11651">
                <a:moveTo>
                  <a:pt x="1190" y="1196"/>
                </a:moveTo>
                <a:lnTo>
                  <a:pt x="1190" y="10034"/>
                </a:lnTo>
                <a:cubicBezTo>
                  <a:pt x="1190" y="10062"/>
                  <a:pt x="1195" y="10089"/>
                  <a:pt x="1206" y="10115"/>
                </a:cubicBezTo>
                <a:cubicBezTo>
                  <a:pt x="1217" y="10141"/>
                  <a:pt x="1232" y="10164"/>
                  <a:pt x="1252" y="10184"/>
                </a:cubicBezTo>
                <a:cubicBezTo>
                  <a:pt x="1272" y="10204"/>
                  <a:pt x="1295" y="10219"/>
                  <a:pt x="1321" y="10230"/>
                </a:cubicBezTo>
                <a:cubicBezTo>
                  <a:pt x="1347" y="10240"/>
                  <a:pt x="1374" y="10246"/>
                  <a:pt x="1402" y="10246"/>
                </a:cubicBezTo>
                <a:lnTo>
                  <a:pt x="15796" y="10246"/>
                </a:lnTo>
                <a:cubicBezTo>
                  <a:pt x="15824" y="10246"/>
                  <a:pt x="15851" y="10240"/>
                  <a:pt x="15877" y="10230"/>
                </a:cubicBezTo>
                <a:cubicBezTo>
                  <a:pt x="15903" y="10219"/>
                  <a:pt x="15926" y="10204"/>
                  <a:pt x="15946" y="10184"/>
                </a:cubicBezTo>
                <a:cubicBezTo>
                  <a:pt x="15966" y="10164"/>
                  <a:pt x="15981" y="10141"/>
                  <a:pt x="15992" y="10115"/>
                </a:cubicBezTo>
                <a:cubicBezTo>
                  <a:pt x="16002" y="10089"/>
                  <a:pt x="16008" y="10062"/>
                  <a:pt x="16008" y="10034"/>
                </a:cubicBezTo>
                <a:lnTo>
                  <a:pt x="16008" y="1196"/>
                </a:lnTo>
                <a:cubicBezTo>
                  <a:pt x="16008" y="1168"/>
                  <a:pt x="16002" y="1141"/>
                  <a:pt x="15992" y="1115"/>
                </a:cubicBezTo>
                <a:cubicBezTo>
                  <a:pt x="15981" y="1089"/>
                  <a:pt x="15966" y="1066"/>
                  <a:pt x="15946" y="1046"/>
                </a:cubicBezTo>
                <a:cubicBezTo>
                  <a:pt x="15926" y="1027"/>
                  <a:pt x="15903" y="1011"/>
                  <a:pt x="15877" y="1001"/>
                </a:cubicBezTo>
                <a:cubicBezTo>
                  <a:pt x="15851" y="990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90"/>
                  <a:pt x="1321" y="1001"/>
                </a:cubicBezTo>
                <a:cubicBezTo>
                  <a:pt x="1295" y="1011"/>
                  <a:pt x="1272" y="1027"/>
                  <a:pt x="1252" y="1046"/>
                </a:cubicBezTo>
                <a:cubicBezTo>
                  <a:pt x="1232" y="1066"/>
                  <a:pt x="1217" y="1089"/>
                  <a:pt x="1206" y="1115"/>
                </a:cubicBezTo>
                <a:cubicBezTo>
                  <a:pt x="1195" y="1141"/>
                  <a:pt x="1190" y="1168"/>
                  <a:pt x="1190" y="1196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1"/>
                </a:lnTo>
                <a:lnTo>
                  <a:pt x="0" y="116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66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7" name=""/>
          <p:cNvSpPr/>
          <p:nvPr/>
        </p:nvSpPr>
        <p:spPr>
          <a:xfrm>
            <a:off x="628560" y="4638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 txBox="1"/>
          <p:nvPr/>
        </p:nvSpPr>
        <p:spPr>
          <a:xfrm>
            <a:off x="6286320" y="1916280"/>
            <a:ext cx="27676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关键节点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3 ·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阅读⻆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 txBox="1"/>
          <p:nvPr/>
        </p:nvSpPr>
        <p:spPr>
          <a:xfrm>
            <a:off x="838080" y="4521240"/>
            <a:ext cx="49748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沙发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：采购品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900 × 800 × 700 mm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，⽶⽩亚麻（现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/>
          <p:nvPr/>
        </p:nvSpPr>
        <p:spPr>
          <a:xfrm>
            <a:off x="628560" y="530532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3"/>
                  <a:pt x="204" y="147"/>
                </a:cubicBezTo>
                <a:cubicBezTo>
                  <a:pt x="199" y="160"/>
                  <a:pt x="191" y="172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 txBox="1"/>
          <p:nvPr/>
        </p:nvSpPr>
        <p:spPr>
          <a:xfrm>
            <a:off x="838080" y="4826160"/>
            <a:ext cx="1044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场不制作）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838080" y="5187960"/>
            <a:ext cx="49456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落地灯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：采购品，⻩铜杆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Ø24 × 1700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⾼，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LED 9W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/>
          <p:nvPr/>
        </p:nvSpPr>
        <p:spPr>
          <a:xfrm>
            <a:off x="628560" y="59623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2"/>
                </a:cubicBezTo>
                <a:cubicBezTo>
                  <a:pt x="41" y="22"/>
                  <a:pt x="53" y="15"/>
                  <a:pt x="66" y="9"/>
                </a:cubicBezTo>
                <a:cubicBezTo>
                  <a:pt x="79" y="4"/>
                  <a:pt x="93" y="0"/>
                  <a:pt x="107" y="0"/>
                </a:cubicBezTo>
                <a:cubicBezTo>
                  <a:pt x="121" y="0"/>
                  <a:pt x="134" y="4"/>
                  <a:pt x="147" y="9"/>
                </a:cubicBezTo>
                <a:cubicBezTo>
                  <a:pt x="160" y="15"/>
                  <a:pt x="171" y="22"/>
                  <a:pt x="181" y="32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 txBox="1"/>
          <p:nvPr/>
        </p:nvSpPr>
        <p:spPr>
          <a:xfrm>
            <a:off x="838080" y="5492880"/>
            <a:ext cx="13888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2700K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可调光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628560" y="632448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 txBox="1"/>
          <p:nvPr/>
        </p:nvSpPr>
        <p:spPr>
          <a:xfrm>
            <a:off x="838080" y="5845320"/>
            <a:ext cx="45122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地毯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1500 × 1200 mm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纯⽺⽑平织，现场铺设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 txBox="1"/>
          <p:nvPr/>
        </p:nvSpPr>
        <p:spPr>
          <a:xfrm>
            <a:off x="838080" y="6207120"/>
            <a:ext cx="209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插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 txBox="1"/>
          <p:nvPr/>
        </p:nvSpPr>
        <p:spPr>
          <a:xfrm>
            <a:off x="838080" y="6512040"/>
            <a:ext cx="51159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座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：沙发侧墙脚预留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220V ×1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（落地灯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未来边⼏）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285840" y="199440"/>
            <a:ext cx="2571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施⼯交付包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施⼯⽅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1182276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/>
          <p:nvPr/>
        </p:nvSpPr>
        <p:spPr>
          <a:xfrm>
            <a:off x="580680" y="244764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1523880" y="2447640"/>
            <a:ext cx="1933920" cy="371880"/>
          </a:xfrm>
          <a:custGeom>
            <a:avLst/>
            <a:gdLst/>
            <a:ahLst/>
            <a:rect l="0" t="0" r="r" b="b"/>
            <a:pathLst>
              <a:path w="5372" h="1033">
                <a:moveTo>
                  <a:pt x="0" y="0"/>
                </a:moveTo>
                <a:lnTo>
                  <a:pt x="5372" y="0"/>
                </a:lnTo>
                <a:lnTo>
                  <a:pt x="537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>
            <a:off x="3457440" y="2447640"/>
            <a:ext cx="1190880" cy="371880"/>
          </a:xfrm>
          <a:custGeom>
            <a:avLst/>
            <a:gdLst/>
            <a:ahLst/>
            <a:rect l="0" t="0" r="r" b="b"/>
            <a:pathLst>
              <a:path w="3308" h="1033">
                <a:moveTo>
                  <a:pt x="0" y="0"/>
                </a:moveTo>
                <a:lnTo>
                  <a:pt x="3308" y="0"/>
                </a:lnTo>
                <a:lnTo>
                  <a:pt x="330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4647960" y="2447640"/>
            <a:ext cx="790920" cy="371880"/>
          </a:xfrm>
          <a:custGeom>
            <a:avLst/>
            <a:gdLst/>
            <a:ahLst/>
            <a:rect l="0" t="0" r="r" b="b"/>
            <a:pathLst>
              <a:path w="2197" h="1033">
                <a:moveTo>
                  <a:pt x="0" y="0"/>
                </a:moveTo>
                <a:lnTo>
                  <a:pt x="2197" y="0"/>
                </a:lnTo>
                <a:lnTo>
                  <a:pt x="21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5438520" y="244764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/>
          <p:nvPr/>
        </p:nvSpPr>
        <p:spPr>
          <a:xfrm>
            <a:off x="580680" y="244764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/>
          <p:nvPr/>
        </p:nvSpPr>
        <p:spPr>
          <a:xfrm>
            <a:off x="1523880" y="2447640"/>
            <a:ext cx="1933920" cy="371880"/>
          </a:xfrm>
          <a:custGeom>
            <a:avLst/>
            <a:gdLst/>
            <a:ahLst/>
            <a:rect l="0" t="0" r="r" b="b"/>
            <a:pathLst>
              <a:path w="5372" h="1033">
                <a:moveTo>
                  <a:pt x="0" y="0"/>
                </a:moveTo>
                <a:lnTo>
                  <a:pt x="5372" y="0"/>
                </a:lnTo>
                <a:lnTo>
                  <a:pt x="537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/>
          <p:nvPr/>
        </p:nvSpPr>
        <p:spPr>
          <a:xfrm>
            <a:off x="3457440" y="2447640"/>
            <a:ext cx="1190880" cy="371880"/>
          </a:xfrm>
          <a:custGeom>
            <a:avLst/>
            <a:gdLst/>
            <a:ahLst/>
            <a:rect l="0" t="0" r="r" b="b"/>
            <a:pathLst>
              <a:path w="3308" h="1033">
                <a:moveTo>
                  <a:pt x="0" y="0"/>
                </a:moveTo>
                <a:lnTo>
                  <a:pt x="3308" y="0"/>
                </a:lnTo>
                <a:lnTo>
                  <a:pt x="330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/>
          <p:nvPr/>
        </p:nvSpPr>
        <p:spPr>
          <a:xfrm>
            <a:off x="4647960" y="2447640"/>
            <a:ext cx="790920" cy="371880"/>
          </a:xfrm>
          <a:custGeom>
            <a:avLst/>
            <a:gdLst/>
            <a:ahLst/>
            <a:rect l="0" t="0" r="r" b="b"/>
            <a:pathLst>
              <a:path w="2197" h="1033">
                <a:moveTo>
                  <a:pt x="0" y="0"/>
                </a:moveTo>
                <a:lnTo>
                  <a:pt x="2197" y="0"/>
                </a:lnTo>
                <a:lnTo>
                  <a:pt x="21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5438520" y="244764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/>
          <p:nvPr/>
        </p:nvSpPr>
        <p:spPr>
          <a:xfrm>
            <a:off x="580680" y="281916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1523880" y="2819160"/>
            <a:ext cx="1933920" cy="371880"/>
          </a:xfrm>
          <a:custGeom>
            <a:avLst/>
            <a:gdLst/>
            <a:ahLst/>
            <a:rect l="0" t="0" r="r" b="b"/>
            <a:pathLst>
              <a:path w="5372" h="1033">
                <a:moveTo>
                  <a:pt x="0" y="0"/>
                </a:moveTo>
                <a:lnTo>
                  <a:pt x="5372" y="0"/>
                </a:lnTo>
                <a:lnTo>
                  <a:pt x="537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3457440" y="2819160"/>
            <a:ext cx="1190880" cy="371880"/>
          </a:xfrm>
          <a:custGeom>
            <a:avLst/>
            <a:gdLst/>
            <a:ahLst/>
            <a:rect l="0" t="0" r="r" b="b"/>
            <a:pathLst>
              <a:path w="3308" h="1033">
                <a:moveTo>
                  <a:pt x="0" y="0"/>
                </a:moveTo>
                <a:lnTo>
                  <a:pt x="3308" y="0"/>
                </a:lnTo>
                <a:lnTo>
                  <a:pt x="330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4647960" y="2819160"/>
            <a:ext cx="790920" cy="371880"/>
          </a:xfrm>
          <a:custGeom>
            <a:avLst/>
            <a:gdLst/>
            <a:ahLst/>
            <a:rect l="0" t="0" r="r" b="b"/>
            <a:pathLst>
              <a:path w="2197" h="1033">
                <a:moveTo>
                  <a:pt x="0" y="0"/>
                </a:moveTo>
                <a:lnTo>
                  <a:pt x="2197" y="0"/>
                </a:lnTo>
                <a:lnTo>
                  <a:pt x="21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/>
          <p:nvPr/>
        </p:nvSpPr>
        <p:spPr>
          <a:xfrm>
            <a:off x="5438520" y="281916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/>
          <p:nvPr/>
        </p:nvSpPr>
        <p:spPr>
          <a:xfrm>
            <a:off x="580680" y="319068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/>
          <p:nvPr/>
        </p:nvSpPr>
        <p:spPr>
          <a:xfrm>
            <a:off x="1523880" y="3190680"/>
            <a:ext cx="1933920" cy="371880"/>
          </a:xfrm>
          <a:custGeom>
            <a:avLst/>
            <a:gdLst/>
            <a:ahLst/>
            <a:rect l="0" t="0" r="r" b="b"/>
            <a:pathLst>
              <a:path w="5372" h="1033">
                <a:moveTo>
                  <a:pt x="0" y="0"/>
                </a:moveTo>
                <a:lnTo>
                  <a:pt x="5372" y="0"/>
                </a:lnTo>
                <a:lnTo>
                  <a:pt x="537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/>
          <p:nvPr/>
        </p:nvSpPr>
        <p:spPr>
          <a:xfrm>
            <a:off x="3457440" y="3190680"/>
            <a:ext cx="1190880" cy="371880"/>
          </a:xfrm>
          <a:custGeom>
            <a:avLst/>
            <a:gdLst/>
            <a:ahLst/>
            <a:rect l="0" t="0" r="r" b="b"/>
            <a:pathLst>
              <a:path w="3308" h="1033">
                <a:moveTo>
                  <a:pt x="0" y="0"/>
                </a:moveTo>
                <a:lnTo>
                  <a:pt x="3308" y="0"/>
                </a:lnTo>
                <a:lnTo>
                  <a:pt x="330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/>
          <p:nvPr/>
        </p:nvSpPr>
        <p:spPr>
          <a:xfrm>
            <a:off x="4647960" y="3190680"/>
            <a:ext cx="790920" cy="371880"/>
          </a:xfrm>
          <a:custGeom>
            <a:avLst/>
            <a:gdLst/>
            <a:ahLst/>
            <a:rect l="0" t="0" r="r" b="b"/>
            <a:pathLst>
              <a:path w="2197" h="1033">
                <a:moveTo>
                  <a:pt x="0" y="0"/>
                </a:moveTo>
                <a:lnTo>
                  <a:pt x="2197" y="0"/>
                </a:lnTo>
                <a:lnTo>
                  <a:pt x="21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/>
          <p:nvPr/>
        </p:nvSpPr>
        <p:spPr>
          <a:xfrm>
            <a:off x="5438520" y="319068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/>
          <p:nvPr/>
        </p:nvSpPr>
        <p:spPr>
          <a:xfrm>
            <a:off x="580680" y="356220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/>
          <p:nvPr/>
        </p:nvSpPr>
        <p:spPr>
          <a:xfrm>
            <a:off x="1523880" y="3562200"/>
            <a:ext cx="1933920" cy="371880"/>
          </a:xfrm>
          <a:custGeom>
            <a:avLst/>
            <a:gdLst/>
            <a:ahLst/>
            <a:rect l="0" t="0" r="r" b="b"/>
            <a:pathLst>
              <a:path w="5372" h="1033">
                <a:moveTo>
                  <a:pt x="0" y="0"/>
                </a:moveTo>
                <a:lnTo>
                  <a:pt x="5372" y="0"/>
                </a:lnTo>
                <a:lnTo>
                  <a:pt x="537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3457440" y="3562200"/>
            <a:ext cx="1190880" cy="371880"/>
          </a:xfrm>
          <a:custGeom>
            <a:avLst/>
            <a:gdLst/>
            <a:ahLst/>
            <a:rect l="0" t="0" r="r" b="b"/>
            <a:pathLst>
              <a:path w="3308" h="1033">
                <a:moveTo>
                  <a:pt x="0" y="0"/>
                </a:moveTo>
                <a:lnTo>
                  <a:pt x="3308" y="0"/>
                </a:lnTo>
                <a:lnTo>
                  <a:pt x="330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/>
          <p:nvPr/>
        </p:nvSpPr>
        <p:spPr>
          <a:xfrm>
            <a:off x="4647960" y="3562200"/>
            <a:ext cx="790920" cy="371880"/>
          </a:xfrm>
          <a:custGeom>
            <a:avLst/>
            <a:gdLst/>
            <a:ahLst/>
            <a:rect l="0" t="0" r="r" b="b"/>
            <a:pathLst>
              <a:path w="2197" h="1033">
                <a:moveTo>
                  <a:pt x="0" y="0"/>
                </a:moveTo>
                <a:lnTo>
                  <a:pt x="2197" y="0"/>
                </a:lnTo>
                <a:lnTo>
                  <a:pt x="21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/>
          <p:nvPr/>
        </p:nvSpPr>
        <p:spPr>
          <a:xfrm>
            <a:off x="5438520" y="356220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/>
          <p:nvPr/>
        </p:nvSpPr>
        <p:spPr>
          <a:xfrm>
            <a:off x="580680" y="393372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/>
          <p:nvPr/>
        </p:nvSpPr>
        <p:spPr>
          <a:xfrm>
            <a:off x="1523880" y="3933720"/>
            <a:ext cx="1933920" cy="371880"/>
          </a:xfrm>
          <a:custGeom>
            <a:avLst/>
            <a:gdLst/>
            <a:ahLst/>
            <a:rect l="0" t="0" r="r" b="b"/>
            <a:pathLst>
              <a:path w="5372" h="1033">
                <a:moveTo>
                  <a:pt x="0" y="0"/>
                </a:moveTo>
                <a:lnTo>
                  <a:pt x="5372" y="0"/>
                </a:lnTo>
                <a:lnTo>
                  <a:pt x="537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/>
          <p:nvPr/>
        </p:nvSpPr>
        <p:spPr>
          <a:xfrm>
            <a:off x="3457440" y="3933720"/>
            <a:ext cx="1190880" cy="371880"/>
          </a:xfrm>
          <a:custGeom>
            <a:avLst/>
            <a:gdLst/>
            <a:ahLst/>
            <a:rect l="0" t="0" r="r" b="b"/>
            <a:pathLst>
              <a:path w="3308" h="1033">
                <a:moveTo>
                  <a:pt x="0" y="0"/>
                </a:moveTo>
                <a:lnTo>
                  <a:pt x="3308" y="0"/>
                </a:lnTo>
                <a:lnTo>
                  <a:pt x="330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/>
          <p:nvPr/>
        </p:nvSpPr>
        <p:spPr>
          <a:xfrm>
            <a:off x="4647960" y="3933720"/>
            <a:ext cx="790920" cy="371880"/>
          </a:xfrm>
          <a:custGeom>
            <a:avLst/>
            <a:gdLst/>
            <a:ahLst/>
            <a:rect l="0" t="0" r="r" b="b"/>
            <a:pathLst>
              <a:path w="2197" h="1033">
                <a:moveTo>
                  <a:pt x="0" y="0"/>
                </a:moveTo>
                <a:lnTo>
                  <a:pt x="2197" y="0"/>
                </a:lnTo>
                <a:lnTo>
                  <a:pt x="21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/>
          <p:nvPr/>
        </p:nvSpPr>
        <p:spPr>
          <a:xfrm>
            <a:off x="5438520" y="393372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/>
          <p:nvPr/>
        </p:nvSpPr>
        <p:spPr>
          <a:xfrm>
            <a:off x="580680" y="4305240"/>
            <a:ext cx="943560" cy="381240"/>
          </a:xfrm>
          <a:custGeom>
            <a:avLst/>
            <a:gdLst/>
            <a:ahLst/>
            <a:rect l="0" t="0" r="r" b="b"/>
            <a:pathLst>
              <a:path w="2621" h="1059">
                <a:moveTo>
                  <a:pt x="0" y="0"/>
                </a:moveTo>
                <a:lnTo>
                  <a:pt x="2621" y="0"/>
                </a:lnTo>
                <a:lnTo>
                  <a:pt x="262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/>
          <p:nvPr/>
        </p:nvSpPr>
        <p:spPr>
          <a:xfrm>
            <a:off x="1523880" y="4305240"/>
            <a:ext cx="1933920" cy="381240"/>
          </a:xfrm>
          <a:custGeom>
            <a:avLst/>
            <a:gdLst/>
            <a:ahLst/>
            <a:rect l="0" t="0" r="r" b="b"/>
            <a:pathLst>
              <a:path w="5372" h="1059">
                <a:moveTo>
                  <a:pt x="0" y="0"/>
                </a:moveTo>
                <a:lnTo>
                  <a:pt x="5372" y="0"/>
                </a:lnTo>
                <a:lnTo>
                  <a:pt x="5372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/>
          <p:nvPr/>
        </p:nvSpPr>
        <p:spPr>
          <a:xfrm>
            <a:off x="3457440" y="4305240"/>
            <a:ext cx="1190880" cy="381240"/>
          </a:xfrm>
          <a:custGeom>
            <a:avLst/>
            <a:gdLst/>
            <a:ahLst/>
            <a:rect l="0" t="0" r="r" b="b"/>
            <a:pathLst>
              <a:path w="3308" h="1059">
                <a:moveTo>
                  <a:pt x="0" y="0"/>
                </a:moveTo>
                <a:lnTo>
                  <a:pt x="3308" y="0"/>
                </a:lnTo>
                <a:lnTo>
                  <a:pt x="330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/>
          <p:nvPr/>
        </p:nvSpPr>
        <p:spPr>
          <a:xfrm>
            <a:off x="4647960" y="4305240"/>
            <a:ext cx="790920" cy="381240"/>
          </a:xfrm>
          <a:custGeom>
            <a:avLst/>
            <a:gdLst/>
            <a:ahLst/>
            <a:rect l="0" t="0" r="r" b="b"/>
            <a:pathLst>
              <a:path w="2197" h="1059">
                <a:moveTo>
                  <a:pt x="0" y="0"/>
                </a:moveTo>
                <a:lnTo>
                  <a:pt x="2197" y="0"/>
                </a:lnTo>
                <a:lnTo>
                  <a:pt x="219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5438520" y="4305240"/>
            <a:ext cx="600480" cy="381240"/>
          </a:xfrm>
          <a:custGeom>
            <a:avLst/>
            <a:gdLst/>
            <a:ahLst/>
            <a:rect l="0" t="0" r="r" b="b"/>
            <a:pathLst>
              <a:path w="1668" h="1059">
                <a:moveTo>
                  <a:pt x="0" y="0"/>
                </a:moveTo>
                <a:lnTo>
                  <a:pt x="1668" y="0"/>
                </a:lnTo>
                <a:lnTo>
                  <a:pt x="166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/>
          <p:nvPr/>
        </p:nvSpPr>
        <p:spPr>
          <a:xfrm>
            <a:off x="571320" y="2438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/>
          <p:nvPr/>
        </p:nvSpPr>
        <p:spPr>
          <a:xfrm>
            <a:off x="571320" y="2438280"/>
            <a:ext cx="952920" cy="9720"/>
          </a:xfrm>
          <a:custGeom>
            <a:avLst/>
            <a:gdLst/>
            <a:ahLst/>
            <a:rect l="0" t="0" r="r" b="b"/>
            <a:pathLst>
              <a:path w="2647" h="27">
                <a:moveTo>
                  <a:pt x="0" y="0"/>
                </a:moveTo>
                <a:lnTo>
                  <a:pt x="2647" y="0"/>
                </a:lnTo>
                <a:lnTo>
                  <a:pt x="2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/>
          <p:nvPr/>
        </p:nvSpPr>
        <p:spPr>
          <a:xfrm>
            <a:off x="1514160" y="243828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/>
          <p:nvPr/>
        </p:nvSpPr>
        <p:spPr>
          <a:xfrm>
            <a:off x="1523880" y="2438280"/>
            <a:ext cx="1933920" cy="9720"/>
          </a:xfrm>
          <a:custGeom>
            <a:avLst/>
            <a:gdLst/>
            <a:ahLst/>
            <a:rect l="0" t="0" r="r" b="b"/>
            <a:pathLst>
              <a:path w="5372" h="27">
                <a:moveTo>
                  <a:pt x="0" y="0"/>
                </a:moveTo>
                <a:lnTo>
                  <a:pt x="5372" y="0"/>
                </a:lnTo>
                <a:lnTo>
                  <a:pt x="537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/>
          <p:nvPr/>
        </p:nvSpPr>
        <p:spPr>
          <a:xfrm>
            <a:off x="3447720" y="243828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/>
          <p:nvPr/>
        </p:nvSpPr>
        <p:spPr>
          <a:xfrm>
            <a:off x="3457440" y="2438280"/>
            <a:ext cx="1190880" cy="9720"/>
          </a:xfrm>
          <a:custGeom>
            <a:avLst/>
            <a:gdLst/>
            <a:ah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/>
          <p:nvPr/>
        </p:nvSpPr>
        <p:spPr>
          <a:xfrm>
            <a:off x="4638600" y="2438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/>
          <p:nvPr/>
        </p:nvSpPr>
        <p:spPr>
          <a:xfrm>
            <a:off x="4647960" y="2438280"/>
            <a:ext cx="800640" cy="9720"/>
          </a:xfrm>
          <a:custGeom>
            <a:avLst/>
            <a:gdLst/>
            <a:ahLst/>
            <a:rect l="0" t="0" r="r" b="b"/>
            <a:pathLst>
              <a:path w="2224" h="27">
                <a:moveTo>
                  <a:pt x="0" y="0"/>
                </a:moveTo>
                <a:lnTo>
                  <a:pt x="2224" y="0"/>
                </a:lnTo>
                <a:lnTo>
                  <a:pt x="222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/>
          <p:nvPr/>
        </p:nvSpPr>
        <p:spPr>
          <a:xfrm>
            <a:off x="5438520" y="243828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/>
          <p:nvPr/>
        </p:nvSpPr>
        <p:spPr>
          <a:xfrm>
            <a:off x="5448240" y="243828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/>
          <p:nvPr/>
        </p:nvSpPr>
        <p:spPr>
          <a:xfrm>
            <a:off x="6038640" y="243828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/>
          <p:nvPr/>
        </p:nvSpPr>
        <p:spPr>
          <a:xfrm>
            <a:off x="571320" y="2819160"/>
            <a:ext cx="952920" cy="10080"/>
          </a:xfrm>
          <a:custGeom>
            <a:avLst/>
            <a:gdLst/>
            <a:ahLst/>
            <a:rect l="0" t="0" r="r" b="b"/>
            <a:pathLst>
              <a:path w="2647" h="28">
                <a:moveTo>
                  <a:pt x="0" y="0"/>
                </a:moveTo>
                <a:lnTo>
                  <a:pt x="2647" y="0"/>
                </a:lnTo>
                <a:lnTo>
                  <a:pt x="26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/>
          <p:nvPr/>
        </p:nvSpPr>
        <p:spPr>
          <a:xfrm>
            <a:off x="1523880" y="2819160"/>
            <a:ext cx="1933920" cy="10080"/>
          </a:xfrm>
          <a:custGeom>
            <a:avLst/>
            <a:gdLst/>
            <a:ahLst/>
            <a:rect l="0" t="0" r="r" b="b"/>
            <a:pathLst>
              <a:path w="5372" h="28">
                <a:moveTo>
                  <a:pt x="0" y="0"/>
                </a:moveTo>
                <a:lnTo>
                  <a:pt x="5372" y="0"/>
                </a:lnTo>
                <a:lnTo>
                  <a:pt x="537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/>
          <p:nvPr/>
        </p:nvSpPr>
        <p:spPr>
          <a:xfrm>
            <a:off x="3457440" y="2819160"/>
            <a:ext cx="1190880" cy="10080"/>
          </a:xfrm>
          <a:custGeom>
            <a:avLst/>
            <a:gdLst/>
            <a:ahLst/>
            <a:rect l="0" t="0" r="r" b="b"/>
            <a:pathLst>
              <a:path w="3308" h="28">
                <a:moveTo>
                  <a:pt x="0" y="0"/>
                </a:moveTo>
                <a:lnTo>
                  <a:pt x="3308" y="0"/>
                </a:lnTo>
                <a:lnTo>
                  <a:pt x="33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/>
          <p:nvPr/>
        </p:nvSpPr>
        <p:spPr>
          <a:xfrm>
            <a:off x="4647960" y="2819160"/>
            <a:ext cx="800640" cy="10080"/>
          </a:xfrm>
          <a:custGeom>
            <a:avLst/>
            <a:gdLst/>
            <a:ahLst/>
            <a:rect l="0" t="0" r="r" b="b"/>
            <a:pathLst>
              <a:path w="2224" h="28">
                <a:moveTo>
                  <a:pt x="0" y="0"/>
                </a:moveTo>
                <a:lnTo>
                  <a:pt x="2224" y="0"/>
                </a:lnTo>
                <a:lnTo>
                  <a:pt x="222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5448240" y="2819160"/>
            <a:ext cx="600480" cy="10080"/>
          </a:xfrm>
          <a:custGeom>
            <a:avLst/>
            <a:gdLst/>
            <a:ahLst/>
            <a:rect l="0" t="0" r="r" b="b"/>
            <a:pathLst>
              <a:path w="1668" h="28">
                <a:moveTo>
                  <a:pt x="0" y="0"/>
                </a:moveTo>
                <a:lnTo>
                  <a:pt x="1668" y="0"/>
                </a:lnTo>
                <a:lnTo>
                  <a:pt x="1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57132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/>
          <p:nvPr/>
        </p:nvSpPr>
        <p:spPr>
          <a:xfrm>
            <a:off x="1514160" y="28288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/>
          <p:nvPr/>
        </p:nvSpPr>
        <p:spPr>
          <a:xfrm>
            <a:off x="3447720" y="28288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/>
          <p:nvPr/>
        </p:nvSpPr>
        <p:spPr>
          <a:xfrm>
            <a:off x="463860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/>
          <p:nvPr/>
        </p:nvSpPr>
        <p:spPr>
          <a:xfrm>
            <a:off x="5438520" y="28288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/>
          <p:nvPr/>
        </p:nvSpPr>
        <p:spPr>
          <a:xfrm>
            <a:off x="6038640" y="28288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/>
          <p:nvPr/>
        </p:nvSpPr>
        <p:spPr>
          <a:xfrm>
            <a:off x="57132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/>
          <p:nvPr/>
        </p:nvSpPr>
        <p:spPr>
          <a:xfrm>
            <a:off x="571320" y="3190680"/>
            <a:ext cx="952920" cy="9720"/>
          </a:xfrm>
          <a:custGeom>
            <a:avLst/>
            <a:gdLst/>
            <a:ahLst/>
            <a:rect l="0" t="0" r="r" b="b"/>
            <a:pathLst>
              <a:path w="2647" h="27">
                <a:moveTo>
                  <a:pt x="0" y="0"/>
                </a:moveTo>
                <a:lnTo>
                  <a:pt x="2647" y="0"/>
                </a:lnTo>
                <a:lnTo>
                  <a:pt x="2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1514160" y="32000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/>
          <p:nvPr/>
        </p:nvSpPr>
        <p:spPr>
          <a:xfrm>
            <a:off x="1523880" y="3190680"/>
            <a:ext cx="1933920" cy="9720"/>
          </a:xfrm>
          <a:custGeom>
            <a:avLst/>
            <a:gdLst/>
            <a:ahLst/>
            <a:rect l="0" t="0" r="r" b="b"/>
            <a:pathLst>
              <a:path w="5372" h="27">
                <a:moveTo>
                  <a:pt x="0" y="0"/>
                </a:moveTo>
                <a:lnTo>
                  <a:pt x="5372" y="0"/>
                </a:lnTo>
                <a:lnTo>
                  <a:pt x="537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/>
          <p:nvPr/>
        </p:nvSpPr>
        <p:spPr>
          <a:xfrm>
            <a:off x="3447720" y="32000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>
            <a:off x="3457440" y="3190680"/>
            <a:ext cx="1190880" cy="9720"/>
          </a:xfrm>
          <a:custGeom>
            <a:avLst/>
            <a:gdLst/>
            <a:ah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/>
          <p:nvPr/>
        </p:nvSpPr>
        <p:spPr>
          <a:xfrm>
            <a:off x="463860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4647960" y="3190680"/>
            <a:ext cx="800640" cy="9720"/>
          </a:xfrm>
          <a:custGeom>
            <a:avLst/>
            <a:gdLst/>
            <a:ahLst/>
            <a:rect l="0" t="0" r="r" b="b"/>
            <a:pathLst>
              <a:path w="2224" h="27">
                <a:moveTo>
                  <a:pt x="0" y="0"/>
                </a:moveTo>
                <a:lnTo>
                  <a:pt x="2224" y="0"/>
                </a:lnTo>
                <a:lnTo>
                  <a:pt x="222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/>
          <p:nvPr/>
        </p:nvSpPr>
        <p:spPr>
          <a:xfrm>
            <a:off x="5438520" y="32000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5448240" y="319068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/>
          <p:nvPr/>
        </p:nvSpPr>
        <p:spPr>
          <a:xfrm>
            <a:off x="6038640" y="32000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/>
          <p:nvPr/>
        </p:nvSpPr>
        <p:spPr>
          <a:xfrm>
            <a:off x="57132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/>
          <p:nvPr/>
        </p:nvSpPr>
        <p:spPr>
          <a:xfrm>
            <a:off x="571320" y="3562200"/>
            <a:ext cx="952920" cy="9720"/>
          </a:xfrm>
          <a:custGeom>
            <a:avLst/>
            <a:gdLst/>
            <a:ahLst/>
            <a:rect l="0" t="0" r="r" b="b"/>
            <a:pathLst>
              <a:path w="2647" h="27">
                <a:moveTo>
                  <a:pt x="0" y="0"/>
                </a:moveTo>
                <a:lnTo>
                  <a:pt x="2647" y="0"/>
                </a:lnTo>
                <a:lnTo>
                  <a:pt x="2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/>
          <p:nvPr/>
        </p:nvSpPr>
        <p:spPr>
          <a:xfrm>
            <a:off x="1514160" y="3571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/>
          <p:nvPr/>
        </p:nvSpPr>
        <p:spPr>
          <a:xfrm>
            <a:off x="1523880" y="3562200"/>
            <a:ext cx="1933920" cy="9720"/>
          </a:xfrm>
          <a:custGeom>
            <a:avLst/>
            <a:gdLst/>
            <a:ahLst/>
            <a:rect l="0" t="0" r="r" b="b"/>
            <a:pathLst>
              <a:path w="5372" h="27">
                <a:moveTo>
                  <a:pt x="0" y="0"/>
                </a:moveTo>
                <a:lnTo>
                  <a:pt x="5372" y="0"/>
                </a:lnTo>
                <a:lnTo>
                  <a:pt x="537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/>
          <p:nvPr/>
        </p:nvSpPr>
        <p:spPr>
          <a:xfrm>
            <a:off x="3447720" y="3571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/>
          <p:nvPr/>
        </p:nvSpPr>
        <p:spPr>
          <a:xfrm>
            <a:off x="3457440" y="3562200"/>
            <a:ext cx="1190880" cy="9720"/>
          </a:xfrm>
          <a:custGeom>
            <a:avLst/>
            <a:gdLst/>
            <a:ah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/>
          <p:nvPr/>
        </p:nvSpPr>
        <p:spPr>
          <a:xfrm>
            <a:off x="463860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/>
          <p:nvPr/>
        </p:nvSpPr>
        <p:spPr>
          <a:xfrm>
            <a:off x="4647960" y="3562200"/>
            <a:ext cx="800640" cy="9720"/>
          </a:xfrm>
          <a:custGeom>
            <a:avLst/>
            <a:gdLst/>
            <a:ahLst/>
            <a:rect l="0" t="0" r="r" b="b"/>
            <a:pathLst>
              <a:path w="2224" h="27">
                <a:moveTo>
                  <a:pt x="0" y="0"/>
                </a:moveTo>
                <a:lnTo>
                  <a:pt x="2224" y="0"/>
                </a:lnTo>
                <a:lnTo>
                  <a:pt x="222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/>
          <p:nvPr/>
        </p:nvSpPr>
        <p:spPr>
          <a:xfrm>
            <a:off x="5438520" y="3571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/>
          <p:nvPr/>
        </p:nvSpPr>
        <p:spPr>
          <a:xfrm>
            <a:off x="5448240" y="356220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/>
          <p:nvPr/>
        </p:nvSpPr>
        <p:spPr>
          <a:xfrm>
            <a:off x="6038640" y="3571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/>
          <p:nvPr/>
        </p:nvSpPr>
        <p:spPr>
          <a:xfrm>
            <a:off x="57132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/>
          <p:nvPr/>
        </p:nvSpPr>
        <p:spPr>
          <a:xfrm>
            <a:off x="571320" y="3933720"/>
            <a:ext cx="952920" cy="9720"/>
          </a:xfrm>
          <a:custGeom>
            <a:avLst/>
            <a:gdLst/>
            <a:ahLst/>
            <a:rect l="0" t="0" r="r" b="b"/>
            <a:pathLst>
              <a:path w="2647" h="27">
                <a:moveTo>
                  <a:pt x="0" y="0"/>
                </a:moveTo>
                <a:lnTo>
                  <a:pt x="2647" y="0"/>
                </a:lnTo>
                <a:lnTo>
                  <a:pt x="2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/>
          <p:nvPr/>
        </p:nvSpPr>
        <p:spPr>
          <a:xfrm>
            <a:off x="1514160" y="3943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/>
          <p:nvPr/>
        </p:nvSpPr>
        <p:spPr>
          <a:xfrm>
            <a:off x="1523880" y="3933720"/>
            <a:ext cx="1933920" cy="9720"/>
          </a:xfrm>
          <a:custGeom>
            <a:avLst/>
            <a:gdLst/>
            <a:ahLst/>
            <a:rect l="0" t="0" r="r" b="b"/>
            <a:pathLst>
              <a:path w="5372" h="27">
                <a:moveTo>
                  <a:pt x="0" y="0"/>
                </a:moveTo>
                <a:lnTo>
                  <a:pt x="5372" y="0"/>
                </a:lnTo>
                <a:lnTo>
                  <a:pt x="537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/>
          <p:nvPr/>
        </p:nvSpPr>
        <p:spPr>
          <a:xfrm>
            <a:off x="3447720" y="3943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3457440" y="3933720"/>
            <a:ext cx="1190880" cy="9720"/>
          </a:xfrm>
          <a:custGeom>
            <a:avLst/>
            <a:gdLst/>
            <a:ah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>
            <a:off x="463860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/>
          <p:nvPr/>
        </p:nvSpPr>
        <p:spPr>
          <a:xfrm>
            <a:off x="4647960" y="3933720"/>
            <a:ext cx="800640" cy="9720"/>
          </a:xfrm>
          <a:custGeom>
            <a:avLst/>
            <a:gdLst/>
            <a:ahLst/>
            <a:rect l="0" t="0" r="r" b="b"/>
            <a:pathLst>
              <a:path w="2224" h="27">
                <a:moveTo>
                  <a:pt x="0" y="0"/>
                </a:moveTo>
                <a:lnTo>
                  <a:pt x="2224" y="0"/>
                </a:lnTo>
                <a:lnTo>
                  <a:pt x="222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/>
          <p:nvPr/>
        </p:nvSpPr>
        <p:spPr>
          <a:xfrm>
            <a:off x="5438520" y="3943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/>
          <p:nvPr/>
        </p:nvSpPr>
        <p:spPr>
          <a:xfrm>
            <a:off x="5448240" y="393372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/>
          <p:nvPr/>
        </p:nvSpPr>
        <p:spPr>
          <a:xfrm>
            <a:off x="6038640" y="3943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/>
          <p:nvPr/>
        </p:nvSpPr>
        <p:spPr>
          <a:xfrm>
            <a:off x="57132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/>
          <p:nvPr/>
        </p:nvSpPr>
        <p:spPr>
          <a:xfrm>
            <a:off x="571320" y="4305240"/>
            <a:ext cx="952920" cy="9720"/>
          </a:xfrm>
          <a:custGeom>
            <a:avLst/>
            <a:gdLst/>
            <a:ahLst/>
            <a:rect l="0" t="0" r="r" b="b"/>
            <a:pathLst>
              <a:path w="2647" h="27">
                <a:moveTo>
                  <a:pt x="0" y="0"/>
                </a:moveTo>
                <a:lnTo>
                  <a:pt x="2647" y="0"/>
                </a:lnTo>
                <a:lnTo>
                  <a:pt x="2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/>
          <p:nvPr/>
        </p:nvSpPr>
        <p:spPr>
          <a:xfrm>
            <a:off x="1514160" y="4314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/>
          <p:nvPr/>
        </p:nvSpPr>
        <p:spPr>
          <a:xfrm>
            <a:off x="1523880" y="4305240"/>
            <a:ext cx="1933920" cy="9720"/>
          </a:xfrm>
          <a:custGeom>
            <a:avLst/>
            <a:gdLst/>
            <a:ahLst/>
            <a:rect l="0" t="0" r="r" b="b"/>
            <a:pathLst>
              <a:path w="5372" h="27">
                <a:moveTo>
                  <a:pt x="0" y="0"/>
                </a:moveTo>
                <a:lnTo>
                  <a:pt x="5372" y="0"/>
                </a:lnTo>
                <a:lnTo>
                  <a:pt x="537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/>
          <p:nvPr/>
        </p:nvSpPr>
        <p:spPr>
          <a:xfrm>
            <a:off x="3447720" y="4314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/>
          <p:nvPr/>
        </p:nvSpPr>
        <p:spPr>
          <a:xfrm>
            <a:off x="3457440" y="4305240"/>
            <a:ext cx="1190880" cy="9720"/>
          </a:xfrm>
          <a:custGeom>
            <a:avLst/>
            <a:gdLst/>
            <a:ah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/>
          <p:nvPr/>
        </p:nvSpPr>
        <p:spPr>
          <a:xfrm>
            <a:off x="463860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/>
          <p:nvPr/>
        </p:nvSpPr>
        <p:spPr>
          <a:xfrm>
            <a:off x="4647960" y="4305240"/>
            <a:ext cx="800640" cy="9720"/>
          </a:xfrm>
          <a:custGeom>
            <a:avLst/>
            <a:gdLst/>
            <a:ahLst/>
            <a:rect l="0" t="0" r="r" b="b"/>
            <a:pathLst>
              <a:path w="2224" h="27">
                <a:moveTo>
                  <a:pt x="0" y="0"/>
                </a:moveTo>
                <a:lnTo>
                  <a:pt x="2224" y="0"/>
                </a:lnTo>
                <a:lnTo>
                  <a:pt x="222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/>
          <p:nvPr/>
        </p:nvSpPr>
        <p:spPr>
          <a:xfrm>
            <a:off x="5438520" y="4314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/>
          <p:nvPr/>
        </p:nvSpPr>
        <p:spPr>
          <a:xfrm>
            <a:off x="5448240" y="430524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/>
          <p:nvPr/>
        </p:nvSpPr>
        <p:spPr>
          <a:xfrm>
            <a:off x="6038640" y="4314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/>
          <p:nvPr/>
        </p:nvSpPr>
        <p:spPr>
          <a:xfrm>
            <a:off x="571320" y="4676760"/>
            <a:ext cx="952920" cy="9720"/>
          </a:xfrm>
          <a:custGeom>
            <a:avLst/>
            <a:gdLst/>
            <a:ahLst/>
            <a:rect l="0" t="0" r="r" b="b"/>
            <a:pathLst>
              <a:path w="2647" h="27">
                <a:moveTo>
                  <a:pt x="0" y="0"/>
                </a:moveTo>
                <a:lnTo>
                  <a:pt x="2647" y="0"/>
                </a:lnTo>
                <a:lnTo>
                  <a:pt x="2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/>
          <p:nvPr/>
        </p:nvSpPr>
        <p:spPr>
          <a:xfrm>
            <a:off x="1523880" y="4676760"/>
            <a:ext cx="1933920" cy="9720"/>
          </a:xfrm>
          <a:custGeom>
            <a:avLst/>
            <a:gdLst/>
            <a:ahLst/>
            <a:rect l="0" t="0" r="r" b="b"/>
            <a:pathLst>
              <a:path w="5372" h="27">
                <a:moveTo>
                  <a:pt x="0" y="0"/>
                </a:moveTo>
                <a:lnTo>
                  <a:pt x="5372" y="0"/>
                </a:lnTo>
                <a:lnTo>
                  <a:pt x="537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/>
          <p:nvPr/>
        </p:nvSpPr>
        <p:spPr>
          <a:xfrm>
            <a:off x="3457440" y="4676760"/>
            <a:ext cx="1190880" cy="9720"/>
          </a:xfrm>
          <a:custGeom>
            <a:avLst/>
            <a:gdLst/>
            <a:ahLst/>
            <a:rect l="0" t="0" r="r" b="b"/>
            <a:pathLst>
              <a:path w="3308" h="27">
                <a:moveTo>
                  <a:pt x="0" y="0"/>
                </a:moveTo>
                <a:lnTo>
                  <a:pt x="3308" y="0"/>
                </a:lnTo>
                <a:lnTo>
                  <a:pt x="33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/>
          <p:nvPr/>
        </p:nvSpPr>
        <p:spPr>
          <a:xfrm>
            <a:off x="4647960" y="4676760"/>
            <a:ext cx="800640" cy="9720"/>
          </a:xfrm>
          <a:custGeom>
            <a:avLst/>
            <a:gdLst/>
            <a:ahLst/>
            <a:rect l="0" t="0" r="r" b="b"/>
            <a:pathLst>
              <a:path w="2224" h="27">
                <a:moveTo>
                  <a:pt x="0" y="0"/>
                </a:moveTo>
                <a:lnTo>
                  <a:pt x="2224" y="0"/>
                </a:lnTo>
                <a:lnTo>
                  <a:pt x="222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/>
          <p:nvPr/>
        </p:nvSpPr>
        <p:spPr>
          <a:xfrm>
            <a:off x="5448240" y="467676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 txBox="1"/>
          <p:nvPr/>
        </p:nvSpPr>
        <p:spPr>
          <a:xfrm>
            <a:off x="571320" y="1859400"/>
            <a:ext cx="1146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照明清单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 txBox="1"/>
          <p:nvPr/>
        </p:nvSpPr>
        <p:spPr>
          <a:xfrm>
            <a:off x="704880" y="25041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位置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 txBox="1"/>
          <p:nvPr/>
        </p:nvSpPr>
        <p:spPr>
          <a:xfrm>
            <a:off x="1647720" y="25041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灯具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 txBox="1"/>
          <p:nvPr/>
        </p:nvSpPr>
        <p:spPr>
          <a:xfrm>
            <a:off x="3585600" y="25041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⾊温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 txBox="1"/>
          <p:nvPr/>
        </p:nvSpPr>
        <p:spPr>
          <a:xfrm>
            <a:off x="4772520" y="25041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功率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 txBox="1"/>
          <p:nvPr/>
        </p:nvSpPr>
        <p:spPr>
          <a:xfrm>
            <a:off x="5567400" y="25041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数量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 txBox="1"/>
          <p:nvPr/>
        </p:nvSpPr>
        <p:spPr>
          <a:xfrm>
            <a:off x="704880" y="288540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顶棚主光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 txBox="1"/>
          <p:nvPr/>
        </p:nvSpPr>
        <p:spPr>
          <a:xfrm>
            <a:off x="1647720" y="2885400"/>
            <a:ext cx="1769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LED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⾯板灯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600×600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3585600" y="2885400"/>
            <a:ext cx="974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3000K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可调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4772520" y="2885400"/>
            <a:ext cx="364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36W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5567400" y="288540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 txBox="1"/>
          <p:nvPr/>
        </p:nvSpPr>
        <p:spPr>
          <a:xfrm>
            <a:off x="704880" y="325692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书墙洗墙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 txBox="1"/>
          <p:nvPr/>
        </p:nvSpPr>
        <p:spPr>
          <a:xfrm>
            <a:off x="1647720" y="3256920"/>
            <a:ext cx="1563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线性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LED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射灯轨道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 txBox="1"/>
          <p:nvPr/>
        </p:nvSpPr>
        <p:spPr>
          <a:xfrm>
            <a:off x="3585600" y="3256920"/>
            <a:ext cx="528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3500K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 txBox="1"/>
          <p:nvPr/>
        </p:nvSpPr>
        <p:spPr>
          <a:xfrm>
            <a:off x="4772520" y="3256920"/>
            <a:ext cx="536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10W×6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 txBox="1"/>
          <p:nvPr/>
        </p:nvSpPr>
        <p:spPr>
          <a:xfrm>
            <a:off x="5567400" y="3256920"/>
            <a:ext cx="344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 txBox="1"/>
          <p:nvPr/>
        </p:nvSpPr>
        <p:spPr>
          <a:xfrm>
            <a:off x="704880" y="362844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⼯作桌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 txBox="1"/>
          <p:nvPr/>
        </p:nvSpPr>
        <p:spPr>
          <a:xfrm>
            <a:off x="1647720" y="3628440"/>
            <a:ext cx="1222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夹式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LED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台灯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 txBox="1"/>
          <p:nvPr/>
        </p:nvSpPr>
        <p:spPr>
          <a:xfrm>
            <a:off x="3585600" y="3628440"/>
            <a:ext cx="528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4000K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 txBox="1"/>
          <p:nvPr/>
        </p:nvSpPr>
        <p:spPr>
          <a:xfrm>
            <a:off x="4772520" y="3628440"/>
            <a:ext cx="330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12W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 txBox="1"/>
          <p:nvPr/>
        </p:nvSpPr>
        <p:spPr>
          <a:xfrm>
            <a:off x="5567400" y="362844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 txBox="1"/>
          <p:nvPr/>
        </p:nvSpPr>
        <p:spPr>
          <a:xfrm>
            <a:off x="704880" y="399960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阅读⻆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1647720" y="3999600"/>
            <a:ext cx="1366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落地灯（采购品）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 txBox="1"/>
          <p:nvPr/>
        </p:nvSpPr>
        <p:spPr>
          <a:xfrm>
            <a:off x="3585600" y="3999600"/>
            <a:ext cx="519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2700K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 txBox="1"/>
          <p:nvPr/>
        </p:nvSpPr>
        <p:spPr>
          <a:xfrm>
            <a:off x="4772520" y="3999600"/>
            <a:ext cx="261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9W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 txBox="1"/>
          <p:nvPr/>
        </p:nvSpPr>
        <p:spPr>
          <a:xfrm>
            <a:off x="5567400" y="399960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 txBox="1"/>
          <p:nvPr/>
        </p:nvSpPr>
        <p:spPr>
          <a:xfrm>
            <a:off x="704880" y="437112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储物柜内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1647720" y="4371120"/>
            <a:ext cx="946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LED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感应条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3585600" y="4371120"/>
            <a:ext cx="528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4000K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 txBox="1"/>
          <p:nvPr/>
        </p:nvSpPr>
        <p:spPr>
          <a:xfrm>
            <a:off x="4772520" y="4371120"/>
            <a:ext cx="261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5W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 txBox="1"/>
          <p:nvPr/>
        </p:nvSpPr>
        <p:spPr>
          <a:xfrm>
            <a:off x="5567400" y="437112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 txBox="1"/>
          <p:nvPr/>
        </p:nvSpPr>
        <p:spPr>
          <a:xfrm>
            <a:off x="285840" y="199440"/>
            <a:ext cx="2571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施⼯交付包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施⼯⽅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/>
          <p:nvPr/>
        </p:nvSpPr>
        <p:spPr>
          <a:xfrm>
            <a:off x="576000" y="2566800"/>
            <a:ext cx="11039760" cy="1543320"/>
          </a:xfrm>
          <a:custGeom>
            <a:avLst/>
            <a:gdLst/>
            <a:ahLst/>
            <a:rect l="0" t="0" r="r" b="b"/>
            <a:pathLst>
              <a:path w="30666" h="4287">
                <a:moveTo>
                  <a:pt x="0" y="4142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0521" y="0"/>
                </a:lnTo>
                <a:cubicBezTo>
                  <a:pt x="30530" y="0"/>
                  <a:pt x="30540" y="1"/>
                  <a:pt x="30549" y="3"/>
                </a:cubicBezTo>
                <a:cubicBezTo>
                  <a:pt x="30559" y="5"/>
                  <a:pt x="30568" y="7"/>
                  <a:pt x="30577" y="11"/>
                </a:cubicBezTo>
                <a:cubicBezTo>
                  <a:pt x="30585" y="15"/>
                  <a:pt x="30594" y="19"/>
                  <a:pt x="30602" y="25"/>
                </a:cubicBezTo>
                <a:cubicBezTo>
                  <a:pt x="30610" y="30"/>
                  <a:pt x="30617" y="36"/>
                  <a:pt x="30624" y="43"/>
                </a:cubicBezTo>
                <a:cubicBezTo>
                  <a:pt x="30631" y="49"/>
                  <a:pt x="30637" y="57"/>
                  <a:pt x="30642" y="65"/>
                </a:cubicBezTo>
                <a:cubicBezTo>
                  <a:pt x="30647" y="73"/>
                  <a:pt x="30652" y="81"/>
                  <a:pt x="30655" y="90"/>
                </a:cubicBezTo>
                <a:cubicBezTo>
                  <a:pt x="30659" y="99"/>
                  <a:pt x="30662" y="108"/>
                  <a:pt x="30664" y="117"/>
                </a:cubicBezTo>
                <a:cubicBezTo>
                  <a:pt x="30665" y="127"/>
                  <a:pt x="30666" y="136"/>
                  <a:pt x="30666" y="146"/>
                </a:cubicBezTo>
                <a:lnTo>
                  <a:pt x="30666" y="4142"/>
                </a:lnTo>
                <a:cubicBezTo>
                  <a:pt x="30666" y="4151"/>
                  <a:pt x="30665" y="4161"/>
                  <a:pt x="30664" y="4170"/>
                </a:cubicBezTo>
                <a:cubicBezTo>
                  <a:pt x="30662" y="4180"/>
                  <a:pt x="30659" y="4189"/>
                  <a:pt x="30655" y="4197"/>
                </a:cubicBezTo>
                <a:cubicBezTo>
                  <a:pt x="30652" y="4206"/>
                  <a:pt x="30647" y="4215"/>
                  <a:pt x="30642" y="4223"/>
                </a:cubicBezTo>
                <a:cubicBezTo>
                  <a:pt x="30637" y="4231"/>
                  <a:pt x="30631" y="4238"/>
                  <a:pt x="30624" y="4245"/>
                </a:cubicBezTo>
                <a:cubicBezTo>
                  <a:pt x="30617" y="4251"/>
                  <a:pt x="30610" y="4257"/>
                  <a:pt x="30602" y="4263"/>
                </a:cubicBezTo>
                <a:cubicBezTo>
                  <a:pt x="30594" y="4268"/>
                  <a:pt x="30585" y="4273"/>
                  <a:pt x="30577" y="4276"/>
                </a:cubicBezTo>
                <a:cubicBezTo>
                  <a:pt x="30568" y="4280"/>
                  <a:pt x="30559" y="4283"/>
                  <a:pt x="30549" y="4284"/>
                </a:cubicBezTo>
                <a:cubicBezTo>
                  <a:pt x="30540" y="4286"/>
                  <a:pt x="30530" y="4287"/>
                  <a:pt x="30521" y="4287"/>
                </a:cubicBezTo>
                <a:lnTo>
                  <a:pt x="146" y="4287"/>
                </a:lnTo>
                <a:cubicBezTo>
                  <a:pt x="136" y="4287"/>
                  <a:pt x="127" y="4286"/>
                  <a:pt x="117" y="4284"/>
                </a:cubicBezTo>
                <a:cubicBezTo>
                  <a:pt x="108" y="4283"/>
                  <a:pt x="99" y="4280"/>
                  <a:pt x="90" y="4276"/>
                </a:cubicBezTo>
                <a:cubicBezTo>
                  <a:pt x="81" y="4273"/>
                  <a:pt x="73" y="4268"/>
                  <a:pt x="65" y="4263"/>
                </a:cubicBezTo>
                <a:cubicBezTo>
                  <a:pt x="57" y="4257"/>
                  <a:pt x="50" y="4251"/>
                  <a:pt x="43" y="4245"/>
                </a:cubicBezTo>
                <a:cubicBezTo>
                  <a:pt x="36" y="4238"/>
                  <a:pt x="30" y="4231"/>
                  <a:pt x="25" y="4223"/>
                </a:cubicBezTo>
                <a:cubicBezTo>
                  <a:pt x="19" y="4215"/>
                  <a:pt x="15" y="4206"/>
                  <a:pt x="11" y="4197"/>
                </a:cubicBezTo>
                <a:cubicBezTo>
                  <a:pt x="8" y="4189"/>
                  <a:pt x="5" y="4180"/>
                  <a:pt x="3" y="4170"/>
                </a:cubicBezTo>
                <a:cubicBezTo>
                  <a:pt x="1" y="4161"/>
                  <a:pt x="0" y="4151"/>
                  <a:pt x="0" y="4142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/>
          <p:nvPr/>
        </p:nvSpPr>
        <p:spPr>
          <a:xfrm>
            <a:off x="576000" y="2566800"/>
            <a:ext cx="11039760" cy="1543320"/>
          </a:xfrm>
          <a:custGeom>
            <a:avLst/>
            <a:gdLst/>
            <a:ahLst/>
            <a:rect l="0" t="0" r="r" b="b"/>
            <a:pathLst>
              <a:path w="30666" h="4287">
                <a:moveTo>
                  <a:pt x="0" y="4142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0521" y="0"/>
                </a:lnTo>
                <a:cubicBezTo>
                  <a:pt x="30530" y="0"/>
                  <a:pt x="30540" y="1"/>
                  <a:pt x="30549" y="3"/>
                </a:cubicBezTo>
                <a:cubicBezTo>
                  <a:pt x="30559" y="5"/>
                  <a:pt x="30568" y="7"/>
                  <a:pt x="30577" y="11"/>
                </a:cubicBezTo>
                <a:cubicBezTo>
                  <a:pt x="30585" y="15"/>
                  <a:pt x="30594" y="19"/>
                  <a:pt x="30602" y="25"/>
                </a:cubicBezTo>
                <a:cubicBezTo>
                  <a:pt x="30610" y="30"/>
                  <a:pt x="30617" y="36"/>
                  <a:pt x="30624" y="43"/>
                </a:cubicBezTo>
                <a:cubicBezTo>
                  <a:pt x="30631" y="49"/>
                  <a:pt x="30637" y="57"/>
                  <a:pt x="30642" y="65"/>
                </a:cubicBezTo>
                <a:cubicBezTo>
                  <a:pt x="30647" y="73"/>
                  <a:pt x="30652" y="81"/>
                  <a:pt x="30655" y="90"/>
                </a:cubicBezTo>
                <a:cubicBezTo>
                  <a:pt x="30659" y="99"/>
                  <a:pt x="30662" y="108"/>
                  <a:pt x="30664" y="117"/>
                </a:cubicBezTo>
                <a:cubicBezTo>
                  <a:pt x="30665" y="127"/>
                  <a:pt x="30666" y="136"/>
                  <a:pt x="30666" y="146"/>
                </a:cubicBezTo>
                <a:lnTo>
                  <a:pt x="30666" y="4142"/>
                </a:lnTo>
                <a:cubicBezTo>
                  <a:pt x="30666" y="4151"/>
                  <a:pt x="30665" y="4161"/>
                  <a:pt x="30664" y="4170"/>
                </a:cubicBezTo>
                <a:cubicBezTo>
                  <a:pt x="30662" y="4180"/>
                  <a:pt x="30659" y="4189"/>
                  <a:pt x="30655" y="4197"/>
                </a:cubicBezTo>
                <a:cubicBezTo>
                  <a:pt x="30652" y="4206"/>
                  <a:pt x="30647" y="4215"/>
                  <a:pt x="30642" y="4223"/>
                </a:cubicBezTo>
                <a:cubicBezTo>
                  <a:pt x="30637" y="4231"/>
                  <a:pt x="30631" y="4238"/>
                  <a:pt x="30624" y="4245"/>
                </a:cubicBezTo>
                <a:cubicBezTo>
                  <a:pt x="30617" y="4251"/>
                  <a:pt x="30610" y="4257"/>
                  <a:pt x="30602" y="4263"/>
                </a:cubicBezTo>
                <a:cubicBezTo>
                  <a:pt x="30594" y="4268"/>
                  <a:pt x="30585" y="4273"/>
                  <a:pt x="30577" y="4276"/>
                </a:cubicBezTo>
                <a:cubicBezTo>
                  <a:pt x="30568" y="4280"/>
                  <a:pt x="30559" y="4283"/>
                  <a:pt x="30549" y="4284"/>
                </a:cubicBezTo>
                <a:cubicBezTo>
                  <a:pt x="30540" y="4286"/>
                  <a:pt x="30530" y="4287"/>
                  <a:pt x="30521" y="4287"/>
                </a:cubicBezTo>
                <a:lnTo>
                  <a:pt x="146" y="4287"/>
                </a:lnTo>
                <a:cubicBezTo>
                  <a:pt x="136" y="4287"/>
                  <a:pt x="127" y="4286"/>
                  <a:pt x="117" y="4284"/>
                </a:cubicBezTo>
                <a:cubicBezTo>
                  <a:pt x="108" y="4283"/>
                  <a:pt x="99" y="4280"/>
                  <a:pt x="90" y="4276"/>
                </a:cubicBezTo>
                <a:cubicBezTo>
                  <a:pt x="81" y="4273"/>
                  <a:pt x="73" y="4268"/>
                  <a:pt x="65" y="4263"/>
                </a:cubicBezTo>
                <a:cubicBezTo>
                  <a:pt x="57" y="4257"/>
                  <a:pt x="50" y="4251"/>
                  <a:pt x="43" y="4245"/>
                </a:cubicBezTo>
                <a:cubicBezTo>
                  <a:pt x="36" y="4238"/>
                  <a:pt x="30" y="4231"/>
                  <a:pt x="25" y="4223"/>
                </a:cubicBezTo>
                <a:cubicBezTo>
                  <a:pt x="19" y="4215"/>
                  <a:pt x="15" y="4206"/>
                  <a:pt x="11" y="4197"/>
                </a:cubicBezTo>
                <a:cubicBezTo>
                  <a:pt x="8" y="4189"/>
                  <a:pt x="5" y="4180"/>
                  <a:pt x="3" y="4170"/>
                </a:cubicBezTo>
                <a:cubicBezTo>
                  <a:pt x="1" y="4161"/>
                  <a:pt x="0" y="4151"/>
                  <a:pt x="0" y="414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 txBox="1"/>
          <p:nvPr/>
        </p:nvSpPr>
        <p:spPr>
          <a:xfrm>
            <a:off x="571320" y="1973520"/>
            <a:ext cx="21376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6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周⼯期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Gantt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 txBox="1"/>
          <p:nvPr/>
        </p:nvSpPr>
        <p:spPr>
          <a:xfrm>
            <a:off x="733320" y="2720880"/>
            <a:ext cx="43020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W1 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1162440" y="2697120"/>
            <a:ext cx="7138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现场交底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 txBox="1"/>
          <p:nvPr/>
        </p:nvSpPr>
        <p:spPr>
          <a:xfrm>
            <a:off x="1874880" y="2720880"/>
            <a:ext cx="3229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+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 txBox="1"/>
          <p:nvPr/>
        </p:nvSpPr>
        <p:spPr>
          <a:xfrm>
            <a:off x="2196720" y="2697120"/>
            <a:ext cx="3574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拆旧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 txBox="1"/>
          <p:nvPr/>
        </p:nvSpPr>
        <p:spPr>
          <a:xfrm>
            <a:off x="2552760" y="2720880"/>
            <a:ext cx="3229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+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 txBox="1"/>
          <p:nvPr/>
        </p:nvSpPr>
        <p:spPr>
          <a:xfrm>
            <a:off x="2874600" y="2697120"/>
            <a:ext cx="7138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⽔电放线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 txBox="1"/>
          <p:nvPr/>
        </p:nvSpPr>
        <p:spPr>
          <a:xfrm>
            <a:off x="733320" y="2930400"/>
            <a:ext cx="43020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W2 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 txBox="1"/>
          <p:nvPr/>
        </p:nvSpPr>
        <p:spPr>
          <a:xfrm>
            <a:off x="1162440" y="2907000"/>
            <a:ext cx="7138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⽔电管线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 txBox="1"/>
          <p:nvPr/>
        </p:nvSpPr>
        <p:spPr>
          <a:xfrm>
            <a:off x="1874880" y="2930400"/>
            <a:ext cx="3229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+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 txBox="1"/>
          <p:nvPr/>
        </p:nvSpPr>
        <p:spPr>
          <a:xfrm>
            <a:off x="2196720" y="2907000"/>
            <a:ext cx="8924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⽊地板基层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"/>
          <p:cNvSpPr txBox="1"/>
          <p:nvPr/>
        </p:nvSpPr>
        <p:spPr>
          <a:xfrm>
            <a:off x="3087000" y="2930400"/>
            <a:ext cx="3229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+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"/>
          <p:cNvSpPr txBox="1"/>
          <p:nvPr/>
        </p:nvSpPr>
        <p:spPr>
          <a:xfrm>
            <a:off x="3408840" y="2907000"/>
            <a:ext cx="10706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墙⾯腻⼦找平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 txBox="1"/>
          <p:nvPr/>
        </p:nvSpPr>
        <p:spPr>
          <a:xfrm>
            <a:off x="733320" y="3130200"/>
            <a:ext cx="43020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W3 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 txBox="1"/>
          <p:nvPr/>
        </p:nvSpPr>
        <p:spPr>
          <a:xfrm>
            <a:off x="1162440" y="3106800"/>
            <a:ext cx="3574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墙漆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"/>
          <p:cNvSpPr txBox="1"/>
          <p:nvPr/>
        </p:nvSpPr>
        <p:spPr>
          <a:xfrm>
            <a:off x="1518480" y="3130200"/>
            <a:ext cx="3229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+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"/>
          <p:cNvSpPr txBox="1"/>
          <p:nvPr/>
        </p:nvSpPr>
        <p:spPr>
          <a:xfrm>
            <a:off x="1840320" y="3106800"/>
            <a:ext cx="7138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地板铺装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 txBox="1"/>
          <p:nvPr/>
        </p:nvSpPr>
        <p:spPr>
          <a:xfrm>
            <a:off x="2552760" y="3130200"/>
            <a:ext cx="3229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+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 txBox="1"/>
          <p:nvPr/>
        </p:nvSpPr>
        <p:spPr>
          <a:xfrm>
            <a:off x="2874600" y="3106800"/>
            <a:ext cx="10706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书架⽴板固定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 txBox="1"/>
          <p:nvPr/>
        </p:nvSpPr>
        <p:spPr>
          <a:xfrm>
            <a:off x="733320" y="3340080"/>
            <a:ext cx="43020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W4 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 txBox="1"/>
          <p:nvPr/>
        </p:nvSpPr>
        <p:spPr>
          <a:xfrm>
            <a:off x="1162440" y="3316320"/>
            <a:ext cx="7138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书架搁板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"/>
          <p:cNvSpPr txBox="1"/>
          <p:nvPr/>
        </p:nvSpPr>
        <p:spPr>
          <a:xfrm>
            <a:off x="1874880" y="3340080"/>
            <a:ext cx="3229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+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 txBox="1"/>
          <p:nvPr/>
        </p:nvSpPr>
        <p:spPr>
          <a:xfrm>
            <a:off x="2196720" y="3316320"/>
            <a:ext cx="7138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底柜安装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 txBox="1"/>
          <p:nvPr/>
        </p:nvSpPr>
        <p:spPr>
          <a:xfrm>
            <a:off x="2909160" y="3340080"/>
            <a:ext cx="3229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+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 txBox="1"/>
          <p:nvPr/>
        </p:nvSpPr>
        <p:spPr>
          <a:xfrm>
            <a:off x="3230640" y="3316320"/>
            <a:ext cx="8924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储物柜进场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"/>
          <p:cNvSpPr txBox="1"/>
          <p:nvPr/>
        </p:nvSpPr>
        <p:spPr>
          <a:xfrm>
            <a:off x="733320" y="3539880"/>
            <a:ext cx="43020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W5 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 txBox="1"/>
          <p:nvPr/>
        </p:nvSpPr>
        <p:spPr>
          <a:xfrm>
            <a:off x="1162440" y="3516480"/>
            <a:ext cx="7138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灯具安装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 txBox="1"/>
          <p:nvPr/>
        </p:nvSpPr>
        <p:spPr>
          <a:xfrm>
            <a:off x="1874880" y="3539880"/>
            <a:ext cx="3229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+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 txBox="1"/>
          <p:nvPr/>
        </p:nvSpPr>
        <p:spPr>
          <a:xfrm>
            <a:off x="2196720" y="3516480"/>
            <a:ext cx="10706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⼯作桌椅进场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 txBox="1"/>
          <p:nvPr/>
        </p:nvSpPr>
        <p:spPr>
          <a:xfrm>
            <a:off x="3265200" y="3539880"/>
            <a:ext cx="3229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+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 txBox="1"/>
          <p:nvPr/>
        </p:nvSpPr>
        <p:spPr>
          <a:xfrm>
            <a:off x="3587040" y="3516480"/>
            <a:ext cx="7138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软装铺设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 txBox="1"/>
          <p:nvPr/>
        </p:nvSpPr>
        <p:spPr>
          <a:xfrm>
            <a:off x="733320" y="3749400"/>
            <a:ext cx="43020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W6 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"/>
          <p:cNvSpPr txBox="1"/>
          <p:nvPr/>
        </p:nvSpPr>
        <p:spPr>
          <a:xfrm>
            <a:off x="1162440" y="3726000"/>
            <a:ext cx="7138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末端清洁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"/>
          <p:cNvSpPr txBox="1"/>
          <p:nvPr/>
        </p:nvSpPr>
        <p:spPr>
          <a:xfrm>
            <a:off x="1874880" y="3749400"/>
            <a:ext cx="3229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+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"/>
          <p:cNvSpPr txBox="1"/>
          <p:nvPr/>
        </p:nvSpPr>
        <p:spPr>
          <a:xfrm>
            <a:off x="2196720" y="3726000"/>
            <a:ext cx="3574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调试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"/>
          <p:cNvSpPr txBox="1"/>
          <p:nvPr/>
        </p:nvSpPr>
        <p:spPr>
          <a:xfrm>
            <a:off x="2552760" y="3749400"/>
            <a:ext cx="3229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+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"/>
          <p:cNvSpPr txBox="1"/>
          <p:nvPr/>
        </p:nvSpPr>
        <p:spPr>
          <a:xfrm>
            <a:off x="2874600" y="3726000"/>
            <a:ext cx="3574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验收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"/>
          <p:cNvSpPr txBox="1"/>
          <p:nvPr/>
        </p:nvSpPr>
        <p:spPr>
          <a:xfrm>
            <a:off x="3230640" y="3749400"/>
            <a:ext cx="3229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+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 txBox="1"/>
          <p:nvPr/>
        </p:nvSpPr>
        <p:spPr>
          <a:xfrm>
            <a:off x="3552480" y="3726000"/>
            <a:ext cx="3574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⼊住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"/>
          <p:cNvSpPr txBox="1"/>
          <p:nvPr/>
        </p:nvSpPr>
        <p:spPr>
          <a:xfrm>
            <a:off x="571320" y="4264200"/>
            <a:ext cx="59716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⾥程碑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W2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末⽔电验收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W4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末书架验收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W6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末整体验收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"/>
          <p:cNvSpPr txBox="1"/>
          <p:nvPr/>
        </p:nvSpPr>
        <p:spPr>
          <a:xfrm>
            <a:off x="285840" y="199440"/>
            <a:ext cx="2571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施⼯交付包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施⼯⽅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"/>
          <p:cNvSpPr/>
          <p:nvPr/>
        </p:nvSpPr>
        <p:spPr>
          <a:xfrm>
            <a:off x="580680" y="1885680"/>
            <a:ext cx="1114920" cy="371880"/>
          </a:xfrm>
          <a:custGeom>
            <a:avLst/>
            <a:gdLst/>
            <a:ahLst/>
            <a:rect l="0" t="0" r="r" b="b"/>
            <a:pathLst>
              <a:path w="3097" h="1033">
                <a:moveTo>
                  <a:pt x="0" y="0"/>
                </a:moveTo>
                <a:lnTo>
                  <a:pt x="3097" y="0"/>
                </a:lnTo>
                <a:lnTo>
                  <a:pt x="30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"/>
          <p:cNvSpPr/>
          <p:nvPr/>
        </p:nvSpPr>
        <p:spPr>
          <a:xfrm>
            <a:off x="1695240" y="1885680"/>
            <a:ext cx="1715040" cy="371880"/>
          </a:xfrm>
          <a:custGeom>
            <a:avLst/>
            <a:gdLst/>
            <a:ahLst/>
            <a:rect l="0" t="0" r="r" b="b"/>
            <a:pathLst>
              <a:path w="4764" h="1033">
                <a:moveTo>
                  <a:pt x="0" y="0"/>
                </a:moveTo>
                <a:lnTo>
                  <a:pt x="4764" y="0"/>
                </a:lnTo>
                <a:lnTo>
                  <a:pt x="476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/>
          <p:nvPr/>
        </p:nvSpPr>
        <p:spPr>
          <a:xfrm>
            <a:off x="3409920" y="1885680"/>
            <a:ext cx="1524240" cy="371880"/>
          </a:xfrm>
          <a:custGeom>
            <a:avLst/>
            <a:gdLst/>
            <a:ahLst/>
            <a:rect l="0" t="0" r="r" b="b"/>
            <a:pathLst>
              <a:path w="4234" h="1033">
                <a:moveTo>
                  <a:pt x="0" y="0"/>
                </a:moveTo>
                <a:lnTo>
                  <a:pt x="4234" y="0"/>
                </a:lnTo>
                <a:lnTo>
                  <a:pt x="423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/>
          <p:nvPr/>
        </p:nvSpPr>
        <p:spPr>
          <a:xfrm>
            <a:off x="580680" y="1885680"/>
            <a:ext cx="1114920" cy="371880"/>
          </a:xfrm>
          <a:custGeom>
            <a:avLst/>
            <a:gdLst/>
            <a:ahLst/>
            <a:rect l="0" t="0" r="r" b="b"/>
            <a:pathLst>
              <a:path w="3097" h="1033">
                <a:moveTo>
                  <a:pt x="0" y="0"/>
                </a:moveTo>
                <a:lnTo>
                  <a:pt x="3097" y="0"/>
                </a:lnTo>
                <a:lnTo>
                  <a:pt x="30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/>
          <p:nvPr/>
        </p:nvSpPr>
        <p:spPr>
          <a:xfrm>
            <a:off x="1695240" y="1885680"/>
            <a:ext cx="1715040" cy="371880"/>
          </a:xfrm>
          <a:custGeom>
            <a:avLst/>
            <a:gdLst/>
            <a:ahLst/>
            <a:rect l="0" t="0" r="r" b="b"/>
            <a:pathLst>
              <a:path w="4764" h="1033">
                <a:moveTo>
                  <a:pt x="0" y="0"/>
                </a:moveTo>
                <a:lnTo>
                  <a:pt x="4764" y="0"/>
                </a:lnTo>
                <a:lnTo>
                  <a:pt x="476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"/>
          <p:cNvSpPr/>
          <p:nvPr/>
        </p:nvSpPr>
        <p:spPr>
          <a:xfrm>
            <a:off x="3409920" y="1885680"/>
            <a:ext cx="1524240" cy="371880"/>
          </a:xfrm>
          <a:custGeom>
            <a:avLst/>
            <a:gdLst/>
            <a:ahLst/>
            <a:rect l="0" t="0" r="r" b="b"/>
            <a:pathLst>
              <a:path w="4234" h="1033">
                <a:moveTo>
                  <a:pt x="0" y="0"/>
                </a:moveTo>
                <a:lnTo>
                  <a:pt x="4234" y="0"/>
                </a:lnTo>
                <a:lnTo>
                  <a:pt x="423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/>
          <p:nvPr/>
        </p:nvSpPr>
        <p:spPr>
          <a:xfrm>
            <a:off x="580680" y="2257200"/>
            <a:ext cx="1114920" cy="381240"/>
          </a:xfrm>
          <a:custGeom>
            <a:avLst/>
            <a:gdLst/>
            <a:ahLst/>
            <a:rect l="0" t="0" r="r" b="b"/>
            <a:pathLst>
              <a:path w="3097" h="1059">
                <a:moveTo>
                  <a:pt x="0" y="0"/>
                </a:moveTo>
                <a:lnTo>
                  <a:pt x="3097" y="0"/>
                </a:lnTo>
                <a:lnTo>
                  <a:pt x="309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"/>
          <p:cNvSpPr/>
          <p:nvPr/>
        </p:nvSpPr>
        <p:spPr>
          <a:xfrm>
            <a:off x="1695240" y="2257200"/>
            <a:ext cx="1715040" cy="381240"/>
          </a:xfrm>
          <a:custGeom>
            <a:avLst/>
            <a:gdLst/>
            <a:ahLst/>
            <a:rect l="0" t="0" r="r" b="b"/>
            <a:pathLst>
              <a:path w="4764" h="1059">
                <a:moveTo>
                  <a:pt x="0" y="0"/>
                </a:moveTo>
                <a:lnTo>
                  <a:pt x="4764" y="0"/>
                </a:lnTo>
                <a:lnTo>
                  <a:pt x="476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"/>
          <p:cNvSpPr/>
          <p:nvPr/>
        </p:nvSpPr>
        <p:spPr>
          <a:xfrm>
            <a:off x="3409920" y="2257200"/>
            <a:ext cx="1524240" cy="381240"/>
          </a:xfrm>
          <a:custGeom>
            <a:avLst/>
            <a:gdLst/>
            <a:ahLst/>
            <a:rect l="0" t="0" r="r" b="b"/>
            <a:pathLst>
              <a:path w="4234" h="1059">
                <a:moveTo>
                  <a:pt x="0" y="0"/>
                </a:moveTo>
                <a:lnTo>
                  <a:pt x="4234" y="0"/>
                </a:lnTo>
                <a:lnTo>
                  <a:pt x="423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"/>
          <p:cNvSpPr/>
          <p:nvPr/>
        </p:nvSpPr>
        <p:spPr>
          <a:xfrm>
            <a:off x="580680" y="2638080"/>
            <a:ext cx="1114920" cy="371880"/>
          </a:xfrm>
          <a:custGeom>
            <a:avLst/>
            <a:gdLst/>
            <a:ahLst/>
            <a:rect l="0" t="0" r="r" b="b"/>
            <a:pathLst>
              <a:path w="3097" h="1033">
                <a:moveTo>
                  <a:pt x="0" y="0"/>
                </a:moveTo>
                <a:lnTo>
                  <a:pt x="3097" y="0"/>
                </a:lnTo>
                <a:lnTo>
                  <a:pt x="30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"/>
          <p:cNvSpPr/>
          <p:nvPr/>
        </p:nvSpPr>
        <p:spPr>
          <a:xfrm>
            <a:off x="1695240" y="2638080"/>
            <a:ext cx="1715040" cy="371880"/>
          </a:xfrm>
          <a:custGeom>
            <a:avLst/>
            <a:gdLst/>
            <a:ahLst/>
            <a:rect l="0" t="0" r="r" b="b"/>
            <a:pathLst>
              <a:path w="4764" h="1033">
                <a:moveTo>
                  <a:pt x="0" y="0"/>
                </a:moveTo>
                <a:lnTo>
                  <a:pt x="4764" y="0"/>
                </a:lnTo>
                <a:lnTo>
                  <a:pt x="476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"/>
          <p:cNvSpPr/>
          <p:nvPr/>
        </p:nvSpPr>
        <p:spPr>
          <a:xfrm>
            <a:off x="3409920" y="2638080"/>
            <a:ext cx="1524240" cy="371880"/>
          </a:xfrm>
          <a:custGeom>
            <a:avLst/>
            <a:gdLst/>
            <a:ahLst/>
            <a:rect l="0" t="0" r="r" b="b"/>
            <a:pathLst>
              <a:path w="4234" h="1033">
                <a:moveTo>
                  <a:pt x="0" y="0"/>
                </a:moveTo>
                <a:lnTo>
                  <a:pt x="4234" y="0"/>
                </a:lnTo>
                <a:lnTo>
                  <a:pt x="423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"/>
          <p:cNvSpPr/>
          <p:nvPr/>
        </p:nvSpPr>
        <p:spPr>
          <a:xfrm>
            <a:off x="580680" y="3009600"/>
            <a:ext cx="1114920" cy="371880"/>
          </a:xfrm>
          <a:custGeom>
            <a:avLst/>
            <a:gdLst/>
            <a:ahLst/>
            <a:rect l="0" t="0" r="r" b="b"/>
            <a:pathLst>
              <a:path w="3097" h="1033">
                <a:moveTo>
                  <a:pt x="0" y="0"/>
                </a:moveTo>
                <a:lnTo>
                  <a:pt x="3097" y="0"/>
                </a:lnTo>
                <a:lnTo>
                  <a:pt x="30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"/>
          <p:cNvSpPr/>
          <p:nvPr/>
        </p:nvSpPr>
        <p:spPr>
          <a:xfrm>
            <a:off x="1695240" y="3009600"/>
            <a:ext cx="1715040" cy="371880"/>
          </a:xfrm>
          <a:custGeom>
            <a:avLst/>
            <a:gdLst/>
            <a:ahLst/>
            <a:rect l="0" t="0" r="r" b="b"/>
            <a:pathLst>
              <a:path w="4764" h="1033">
                <a:moveTo>
                  <a:pt x="0" y="0"/>
                </a:moveTo>
                <a:lnTo>
                  <a:pt x="4764" y="0"/>
                </a:lnTo>
                <a:lnTo>
                  <a:pt x="476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"/>
          <p:cNvSpPr/>
          <p:nvPr/>
        </p:nvSpPr>
        <p:spPr>
          <a:xfrm>
            <a:off x="3409920" y="3009600"/>
            <a:ext cx="1524240" cy="371880"/>
          </a:xfrm>
          <a:custGeom>
            <a:avLst/>
            <a:gdLst/>
            <a:ahLst/>
            <a:rect l="0" t="0" r="r" b="b"/>
            <a:pathLst>
              <a:path w="4234" h="1033">
                <a:moveTo>
                  <a:pt x="0" y="0"/>
                </a:moveTo>
                <a:lnTo>
                  <a:pt x="4234" y="0"/>
                </a:lnTo>
                <a:lnTo>
                  <a:pt x="423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"/>
          <p:cNvSpPr/>
          <p:nvPr/>
        </p:nvSpPr>
        <p:spPr>
          <a:xfrm>
            <a:off x="580680" y="3381120"/>
            <a:ext cx="1114920" cy="371880"/>
          </a:xfrm>
          <a:custGeom>
            <a:avLst/>
            <a:gdLst/>
            <a:ahLst/>
            <a:rect l="0" t="0" r="r" b="b"/>
            <a:pathLst>
              <a:path w="3097" h="1033">
                <a:moveTo>
                  <a:pt x="0" y="0"/>
                </a:moveTo>
                <a:lnTo>
                  <a:pt x="3097" y="0"/>
                </a:lnTo>
                <a:lnTo>
                  <a:pt x="30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"/>
          <p:cNvSpPr/>
          <p:nvPr/>
        </p:nvSpPr>
        <p:spPr>
          <a:xfrm>
            <a:off x="1695240" y="3381120"/>
            <a:ext cx="1715040" cy="371880"/>
          </a:xfrm>
          <a:custGeom>
            <a:avLst/>
            <a:gdLst/>
            <a:ahLst/>
            <a:rect l="0" t="0" r="r" b="b"/>
            <a:pathLst>
              <a:path w="4764" h="1033">
                <a:moveTo>
                  <a:pt x="0" y="0"/>
                </a:moveTo>
                <a:lnTo>
                  <a:pt x="4764" y="0"/>
                </a:lnTo>
                <a:lnTo>
                  <a:pt x="476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"/>
          <p:cNvSpPr/>
          <p:nvPr/>
        </p:nvSpPr>
        <p:spPr>
          <a:xfrm>
            <a:off x="3409920" y="3381120"/>
            <a:ext cx="1524240" cy="371880"/>
          </a:xfrm>
          <a:custGeom>
            <a:avLst/>
            <a:gdLst/>
            <a:ahLst/>
            <a:rect l="0" t="0" r="r" b="b"/>
            <a:pathLst>
              <a:path w="4234" h="1033">
                <a:moveTo>
                  <a:pt x="0" y="0"/>
                </a:moveTo>
                <a:lnTo>
                  <a:pt x="4234" y="0"/>
                </a:lnTo>
                <a:lnTo>
                  <a:pt x="423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"/>
          <p:cNvSpPr/>
          <p:nvPr/>
        </p:nvSpPr>
        <p:spPr>
          <a:xfrm>
            <a:off x="580680" y="3752640"/>
            <a:ext cx="1114920" cy="371880"/>
          </a:xfrm>
          <a:custGeom>
            <a:avLst/>
            <a:gdLst/>
            <a:ahLst/>
            <a:rect l="0" t="0" r="r" b="b"/>
            <a:pathLst>
              <a:path w="3097" h="1033">
                <a:moveTo>
                  <a:pt x="0" y="0"/>
                </a:moveTo>
                <a:lnTo>
                  <a:pt x="3097" y="0"/>
                </a:lnTo>
                <a:lnTo>
                  <a:pt x="30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"/>
          <p:cNvSpPr/>
          <p:nvPr/>
        </p:nvSpPr>
        <p:spPr>
          <a:xfrm>
            <a:off x="1695240" y="3752640"/>
            <a:ext cx="1715040" cy="371880"/>
          </a:xfrm>
          <a:custGeom>
            <a:avLst/>
            <a:gdLst/>
            <a:ahLst/>
            <a:rect l="0" t="0" r="r" b="b"/>
            <a:pathLst>
              <a:path w="4764" h="1033">
                <a:moveTo>
                  <a:pt x="0" y="0"/>
                </a:moveTo>
                <a:lnTo>
                  <a:pt x="4764" y="0"/>
                </a:lnTo>
                <a:lnTo>
                  <a:pt x="476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"/>
          <p:cNvSpPr/>
          <p:nvPr/>
        </p:nvSpPr>
        <p:spPr>
          <a:xfrm>
            <a:off x="3409920" y="3752640"/>
            <a:ext cx="1524240" cy="371880"/>
          </a:xfrm>
          <a:custGeom>
            <a:avLst/>
            <a:gdLst/>
            <a:ahLst/>
            <a:rect l="0" t="0" r="r" b="b"/>
            <a:pathLst>
              <a:path w="4234" h="1033">
                <a:moveTo>
                  <a:pt x="0" y="0"/>
                </a:moveTo>
                <a:lnTo>
                  <a:pt x="4234" y="0"/>
                </a:lnTo>
                <a:lnTo>
                  <a:pt x="423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"/>
          <p:cNvSpPr/>
          <p:nvPr/>
        </p:nvSpPr>
        <p:spPr>
          <a:xfrm>
            <a:off x="580680" y="4124160"/>
            <a:ext cx="1114920" cy="371880"/>
          </a:xfrm>
          <a:custGeom>
            <a:avLst/>
            <a:gdLst/>
            <a:ahLst/>
            <a:rect l="0" t="0" r="r" b="b"/>
            <a:pathLst>
              <a:path w="3097" h="1033">
                <a:moveTo>
                  <a:pt x="0" y="0"/>
                </a:moveTo>
                <a:lnTo>
                  <a:pt x="3097" y="0"/>
                </a:lnTo>
                <a:lnTo>
                  <a:pt x="30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"/>
          <p:cNvSpPr/>
          <p:nvPr/>
        </p:nvSpPr>
        <p:spPr>
          <a:xfrm>
            <a:off x="1695240" y="4124160"/>
            <a:ext cx="1715040" cy="371880"/>
          </a:xfrm>
          <a:custGeom>
            <a:avLst/>
            <a:gdLst/>
            <a:ahLst/>
            <a:rect l="0" t="0" r="r" b="b"/>
            <a:pathLst>
              <a:path w="4764" h="1033">
                <a:moveTo>
                  <a:pt x="0" y="0"/>
                </a:moveTo>
                <a:lnTo>
                  <a:pt x="4764" y="0"/>
                </a:lnTo>
                <a:lnTo>
                  <a:pt x="476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"/>
          <p:cNvSpPr/>
          <p:nvPr/>
        </p:nvSpPr>
        <p:spPr>
          <a:xfrm>
            <a:off x="3409920" y="4124160"/>
            <a:ext cx="1524240" cy="371880"/>
          </a:xfrm>
          <a:custGeom>
            <a:avLst/>
            <a:gdLst/>
            <a:ahLst/>
            <a:rect l="0" t="0" r="r" b="b"/>
            <a:pathLst>
              <a:path w="4234" h="1033">
                <a:moveTo>
                  <a:pt x="0" y="0"/>
                </a:moveTo>
                <a:lnTo>
                  <a:pt x="4234" y="0"/>
                </a:lnTo>
                <a:lnTo>
                  <a:pt x="423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"/>
          <p:cNvSpPr/>
          <p:nvPr/>
        </p:nvSpPr>
        <p:spPr>
          <a:xfrm>
            <a:off x="580680" y="4495680"/>
            <a:ext cx="1114920" cy="371880"/>
          </a:xfrm>
          <a:custGeom>
            <a:avLst/>
            <a:gdLst/>
            <a:ahLst/>
            <a:rect l="0" t="0" r="r" b="b"/>
            <a:pathLst>
              <a:path w="3097" h="1033">
                <a:moveTo>
                  <a:pt x="0" y="0"/>
                </a:moveTo>
                <a:lnTo>
                  <a:pt x="3097" y="0"/>
                </a:lnTo>
                <a:lnTo>
                  <a:pt x="30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"/>
          <p:cNvSpPr/>
          <p:nvPr/>
        </p:nvSpPr>
        <p:spPr>
          <a:xfrm>
            <a:off x="1695240" y="4495680"/>
            <a:ext cx="1715040" cy="371880"/>
          </a:xfrm>
          <a:custGeom>
            <a:avLst/>
            <a:gdLst/>
            <a:ahLst/>
            <a:rect l="0" t="0" r="r" b="b"/>
            <a:pathLst>
              <a:path w="4764" h="1033">
                <a:moveTo>
                  <a:pt x="0" y="0"/>
                </a:moveTo>
                <a:lnTo>
                  <a:pt x="4764" y="0"/>
                </a:lnTo>
                <a:lnTo>
                  <a:pt x="476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"/>
          <p:cNvSpPr/>
          <p:nvPr/>
        </p:nvSpPr>
        <p:spPr>
          <a:xfrm>
            <a:off x="3409920" y="4495680"/>
            <a:ext cx="1524240" cy="371880"/>
          </a:xfrm>
          <a:custGeom>
            <a:avLst/>
            <a:gdLst/>
            <a:ahLst/>
            <a:rect l="0" t="0" r="r" b="b"/>
            <a:pathLst>
              <a:path w="4234" h="1033">
                <a:moveTo>
                  <a:pt x="0" y="0"/>
                </a:moveTo>
                <a:lnTo>
                  <a:pt x="4234" y="0"/>
                </a:lnTo>
                <a:lnTo>
                  <a:pt x="423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"/>
          <p:cNvSpPr/>
          <p:nvPr/>
        </p:nvSpPr>
        <p:spPr>
          <a:xfrm>
            <a:off x="580680" y="4867200"/>
            <a:ext cx="1114920" cy="371880"/>
          </a:xfrm>
          <a:custGeom>
            <a:avLst/>
            <a:gdLst/>
            <a:ahLst/>
            <a:rect l="0" t="0" r="r" b="b"/>
            <a:pathLst>
              <a:path w="3097" h="1033">
                <a:moveTo>
                  <a:pt x="0" y="0"/>
                </a:moveTo>
                <a:lnTo>
                  <a:pt x="3097" y="0"/>
                </a:lnTo>
                <a:lnTo>
                  <a:pt x="30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"/>
          <p:cNvSpPr/>
          <p:nvPr/>
        </p:nvSpPr>
        <p:spPr>
          <a:xfrm>
            <a:off x="1695240" y="4867200"/>
            <a:ext cx="1715040" cy="371880"/>
          </a:xfrm>
          <a:custGeom>
            <a:avLst/>
            <a:gdLst/>
            <a:ahLst/>
            <a:rect l="0" t="0" r="r" b="b"/>
            <a:pathLst>
              <a:path w="4764" h="1033">
                <a:moveTo>
                  <a:pt x="0" y="0"/>
                </a:moveTo>
                <a:lnTo>
                  <a:pt x="4764" y="0"/>
                </a:lnTo>
                <a:lnTo>
                  <a:pt x="476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"/>
          <p:cNvSpPr/>
          <p:nvPr/>
        </p:nvSpPr>
        <p:spPr>
          <a:xfrm>
            <a:off x="3409920" y="4867200"/>
            <a:ext cx="1524240" cy="371880"/>
          </a:xfrm>
          <a:custGeom>
            <a:avLst/>
            <a:gdLst/>
            <a:ahLst/>
            <a:rect l="0" t="0" r="r" b="b"/>
            <a:pathLst>
              <a:path w="4234" h="1033">
                <a:moveTo>
                  <a:pt x="0" y="0"/>
                </a:moveTo>
                <a:lnTo>
                  <a:pt x="4234" y="0"/>
                </a:lnTo>
                <a:lnTo>
                  <a:pt x="423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"/>
          <p:cNvSpPr/>
          <p:nvPr/>
        </p:nvSpPr>
        <p:spPr>
          <a:xfrm>
            <a:off x="571320" y="188568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"/>
          <p:cNvSpPr/>
          <p:nvPr/>
        </p:nvSpPr>
        <p:spPr>
          <a:xfrm>
            <a:off x="571320" y="1885680"/>
            <a:ext cx="1124280" cy="10440"/>
          </a:xfrm>
          <a:custGeom>
            <a:avLst/>
            <a:gdLst/>
            <a:ahLst/>
            <a:rect l="0" t="0" r="r" b="b"/>
            <a:pathLst>
              <a:path w="3123" h="29">
                <a:moveTo>
                  <a:pt x="0" y="0"/>
                </a:moveTo>
                <a:lnTo>
                  <a:pt x="3123" y="0"/>
                </a:lnTo>
                <a:lnTo>
                  <a:pt x="3123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"/>
          <p:cNvSpPr/>
          <p:nvPr/>
        </p:nvSpPr>
        <p:spPr>
          <a:xfrm>
            <a:off x="1685880" y="188568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"/>
          <p:cNvSpPr/>
          <p:nvPr/>
        </p:nvSpPr>
        <p:spPr>
          <a:xfrm>
            <a:off x="1695240" y="1885680"/>
            <a:ext cx="1724400" cy="10440"/>
          </a:xfrm>
          <a:custGeom>
            <a:avLst/>
            <a:gdLst/>
            <a:ahLst/>
            <a:rect l="0" t="0" r="r" b="b"/>
            <a:pathLst>
              <a:path w="4790" h="29">
                <a:moveTo>
                  <a:pt x="0" y="0"/>
                </a:moveTo>
                <a:lnTo>
                  <a:pt x="4790" y="0"/>
                </a:lnTo>
                <a:lnTo>
                  <a:pt x="4790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"/>
          <p:cNvSpPr/>
          <p:nvPr/>
        </p:nvSpPr>
        <p:spPr>
          <a:xfrm>
            <a:off x="3409920" y="188568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"/>
          <p:cNvSpPr/>
          <p:nvPr/>
        </p:nvSpPr>
        <p:spPr>
          <a:xfrm>
            <a:off x="3419280" y="1885680"/>
            <a:ext cx="1524240" cy="10440"/>
          </a:xfrm>
          <a:custGeom>
            <a:avLst/>
            <a:gdLst/>
            <a:ahLst/>
            <a:rect l="0" t="0" r="r" b="b"/>
            <a:pathLst>
              <a:path w="4234" h="29">
                <a:moveTo>
                  <a:pt x="0" y="0"/>
                </a:moveTo>
                <a:lnTo>
                  <a:pt x="4234" y="0"/>
                </a:lnTo>
                <a:lnTo>
                  <a:pt x="4234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"/>
          <p:cNvSpPr/>
          <p:nvPr/>
        </p:nvSpPr>
        <p:spPr>
          <a:xfrm>
            <a:off x="4933800" y="188568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"/>
          <p:cNvSpPr/>
          <p:nvPr/>
        </p:nvSpPr>
        <p:spPr>
          <a:xfrm>
            <a:off x="571320" y="2257200"/>
            <a:ext cx="1124280" cy="10080"/>
          </a:xfrm>
          <a:custGeom>
            <a:avLst/>
            <a:gdLst/>
            <a:ahLst/>
            <a:rect l="0" t="0" r="r" b="b"/>
            <a:pathLst>
              <a:path w="3123" h="28">
                <a:moveTo>
                  <a:pt x="0" y="0"/>
                </a:moveTo>
                <a:lnTo>
                  <a:pt x="3123" y="0"/>
                </a:lnTo>
                <a:lnTo>
                  <a:pt x="31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"/>
          <p:cNvSpPr/>
          <p:nvPr/>
        </p:nvSpPr>
        <p:spPr>
          <a:xfrm>
            <a:off x="1695240" y="2257200"/>
            <a:ext cx="1724400" cy="10080"/>
          </a:xfrm>
          <a:custGeom>
            <a:avLst/>
            <a:gdLst/>
            <a:ahLst/>
            <a:rect l="0" t="0" r="r" b="b"/>
            <a:pathLst>
              <a:path w="4790" h="28">
                <a:moveTo>
                  <a:pt x="0" y="0"/>
                </a:moveTo>
                <a:lnTo>
                  <a:pt x="4790" y="0"/>
                </a:lnTo>
                <a:lnTo>
                  <a:pt x="479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"/>
          <p:cNvSpPr/>
          <p:nvPr/>
        </p:nvSpPr>
        <p:spPr>
          <a:xfrm>
            <a:off x="3419280" y="2257200"/>
            <a:ext cx="1524240" cy="10080"/>
          </a:xfrm>
          <a:custGeom>
            <a:avLst/>
            <a:gdLst/>
            <a:ahLst/>
            <a:rect l="0" t="0" r="r" b="b"/>
            <a:pathLst>
              <a:path w="4234" h="28">
                <a:moveTo>
                  <a:pt x="0" y="0"/>
                </a:moveTo>
                <a:lnTo>
                  <a:pt x="4234" y="0"/>
                </a:lnTo>
                <a:lnTo>
                  <a:pt x="423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"/>
          <p:cNvSpPr/>
          <p:nvPr/>
        </p:nvSpPr>
        <p:spPr>
          <a:xfrm>
            <a:off x="571320" y="226692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"/>
          <p:cNvSpPr/>
          <p:nvPr/>
        </p:nvSpPr>
        <p:spPr>
          <a:xfrm>
            <a:off x="1685880" y="226692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"/>
          <p:cNvSpPr/>
          <p:nvPr/>
        </p:nvSpPr>
        <p:spPr>
          <a:xfrm>
            <a:off x="3409920" y="226692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"/>
          <p:cNvSpPr/>
          <p:nvPr/>
        </p:nvSpPr>
        <p:spPr>
          <a:xfrm>
            <a:off x="4933800" y="226692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"/>
          <p:cNvSpPr/>
          <p:nvPr/>
        </p:nvSpPr>
        <p:spPr>
          <a:xfrm>
            <a:off x="57132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"/>
          <p:cNvSpPr/>
          <p:nvPr/>
        </p:nvSpPr>
        <p:spPr>
          <a:xfrm>
            <a:off x="571320" y="2628720"/>
            <a:ext cx="1124280" cy="9720"/>
          </a:xfrm>
          <a:custGeom>
            <a:avLst/>
            <a:gdLst/>
            <a:ahLst/>
            <a:rect l="0" t="0" r="r" b="b"/>
            <a:pathLst>
              <a:path w="3123" h="27">
                <a:moveTo>
                  <a:pt x="0" y="0"/>
                </a:moveTo>
                <a:lnTo>
                  <a:pt x="3123" y="0"/>
                </a:lnTo>
                <a:lnTo>
                  <a:pt x="31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"/>
          <p:cNvSpPr/>
          <p:nvPr/>
        </p:nvSpPr>
        <p:spPr>
          <a:xfrm>
            <a:off x="168588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"/>
          <p:cNvSpPr/>
          <p:nvPr/>
        </p:nvSpPr>
        <p:spPr>
          <a:xfrm>
            <a:off x="1695240" y="2628720"/>
            <a:ext cx="1724400" cy="9720"/>
          </a:xfrm>
          <a:custGeom>
            <a:avLst/>
            <a:gdLst/>
            <a:ahLst/>
            <a:rect l="0" t="0" r="r" b="b"/>
            <a:pathLst>
              <a:path w="4790" h="27">
                <a:moveTo>
                  <a:pt x="0" y="0"/>
                </a:moveTo>
                <a:lnTo>
                  <a:pt x="4790" y="0"/>
                </a:lnTo>
                <a:lnTo>
                  <a:pt x="47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"/>
          <p:cNvSpPr/>
          <p:nvPr/>
        </p:nvSpPr>
        <p:spPr>
          <a:xfrm>
            <a:off x="340992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"/>
          <p:cNvSpPr/>
          <p:nvPr/>
        </p:nvSpPr>
        <p:spPr>
          <a:xfrm>
            <a:off x="3419280" y="2628720"/>
            <a:ext cx="1524240" cy="9720"/>
          </a:xfrm>
          <a:custGeom>
            <a:avLst/>
            <a:gdLst/>
            <a:ahLst/>
            <a:rect l="0" t="0" r="r" b="b"/>
            <a:pathLst>
              <a:path w="4234" h="27">
                <a:moveTo>
                  <a:pt x="0" y="0"/>
                </a:moveTo>
                <a:lnTo>
                  <a:pt x="4234" y="0"/>
                </a:lnTo>
                <a:lnTo>
                  <a:pt x="42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/>
          <p:nvPr/>
        </p:nvSpPr>
        <p:spPr>
          <a:xfrm>
            <a:off x="493380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/>
          <p:nvPr/>
        </p:nvSpPr>
        <p:spPr>
          <a:xfrm>
            <a:off x="5713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/>
          <p:nvPr/>
        </p:nvSpPr>
        <p:spPr>
          <a:xfrm>
            <a:off x="571320" y="3000240"/>
            <a:ext cx="1124280" cy="9720"/>
          </a:xfrm>
          <a:custGeom>
            <a:avLst/>
            <a:gdLst/>
            <a:ahLst/>
            <a:rect l="0" t="0" r="r" b="b"/>
            <a:pathLst>
              <a:path w="3123" h="27">
                <a:moveTo>
                  <a:pt x="0" y="0"/>
                </a:moveTo>
                <a:lnTo>
                  <a:pt x="3123" y="0"/>
                </a:lnTo>
                <a:lnTo>
                  <a:pt x="31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"/>
          <p:cNvSpPr/>
          <p:nvPr/>
        </p:nvSpPr>
        <p:spPr>
          <a:xfrm>
            <a:off x="168588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"/>
          <p:cNvSpPr/>
          <p:nvPr/>
        </p:nvSpPr>
        <p:spPr>
          <a:xfrm>
            <a:off x="1695240" y="3000240"/>
            <a:ext cx="1724400" cy="9720"/>
          </a:xfrm>
          <a:custGeom>
            <a:avLst/>
            <a:gdLst/>
            <a:ahLst/>
            <a:rect l="0" t="0" r="r" b="b"/>
            <a:pathLst>
              <a:path w="4790" h="27">
                <a:moveTo>
                  <a:pt x="0" y="0"/>
                </a:moveTo>
                <a:lnTo>
                  <a:pt x="4790" y="0"/>
                </a:lnTo>
                <a:lnTo>
                  <a:pt x="47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"/>
          <p:cNvSpPr/>
          <p:nvPr/>
        </p:nvSpPr>
        <p:spPr>
          <a:xfrm>
            <a:off x="34099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"/>
          <p:cNvSpPr/>
          <p:nvPr/>
        </p:nvSpPr>
        <p:spPr>
          <a:xfrm>
            <a:off x="3419280" y="3000240"/>
            <a:ext cx="1524240" cy="9720"/>
          </a:xfrm>
          <a:custGeom>
            <a:avLst/>
            <a:gdLst/>
            <a:ahLst/>
            <a:rect l="0" t="0" r="r" b="b"/>
            <a:pathLst>
              <a:path w="4234" h="27">
                <a:moveTo>
                  <a:pt x="0" y="0"/>
                </a:moveTo>
                <a:lnTo>
                  <a:pt x="4234" y="0"/>
                </a:lnTo>
                <a:lnTo>
                  <a:pt x="42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"/>
          <p:cNvSpPr/>
          <p:nvPr/>
        </p:nvSpPr>
        <p:spPr>
          <a:xfrm>
            <a:off x="493380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"/>
          <p:cNvSpPr/>
          <p:nvPr/>
        </p:nvSpPr>
        <p:spPr>
          <a:xfrm>
            <a:off x="5713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"/>
          <p:cNvSpPr/>
          <p:nvPr/>
        </p:nvSpPr>
        <p:spPr>
          <a:xfrm>
            <a:off x="571320" y="3371760"/>
            <a:ext cx="1124280" cy="9720"/>
          </a:xfrm>
          <a:custGeom>
            <a:avLst/>
            <a:gdLst/>
            <a:ahLst/>
            <a:rect l="0" t="0" r="r" b="b"/>
            <a:pathLst>
              <a:path w="3123" h="27">
                <a:moveTo>
                  <a:pt x="0" y="0"/>
                </a:moveTo>
                <a:lnTo>
                  <a:pt x="3123" y="0"/>
                </a:lnTo>
                <a:lnTo>
                  <a:pt x="31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"/>
          <p:cNvSpPr/>
          <p:nvPr/>
        </p:nvSpPr>
        <p:spPr>
          <a:xfrm>
            <a:off x="168588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"/>
          <p:cNvSpPr/>
          <p:nvPr/>
        </p:nvSpPr>
        <p:spPr>
          <a:xfrm>
            <a:off x="1695240" y="3371760"/>
            <a:ext cx="1724400" cy="9720"/>
          </a:xfrm>
          <a:custGeom>
            <a:avLst/>
            <a:gdLst/>
            <a:ahLst/>
            <a:rect l="0" t="0" r="r" b="b"/>
            <a:pathLst>
              <a:path w="4790" h="27">
                <a:moveTo>
                  <a:pt x="0" y="0"/>
                </a:moveTo>
                <a:lnTo>
                  <a:pt x="4790" y="0"/>
                </a:lnTo>
                <a:lnTo>
                  <a:pt x="47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"/>
          <p:cNvSpPr/>
          <p:nvPr/>
        </p:nvSpPr>
        <p:spPr>
          <a:xfrm>
            <a:off x="34099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"/>
          <p:cNvSpPr/>
          <p:nvPr/>
        </p:nvSpPr>
        <p:spPr>
          <a:xfrm>
            <a:off x="3419280" y="3371760"/>
            <a:ext cx="1524240" cy="9720"/>
          </a:xfrm>
          <a:custGeom>
            <a:avLst/>
            <a:gdLst/>
            <a:ahLst/>
            <a:rect l="0" t="0" r="r" b="b"/>
            <a:pathLst>
              <a:path w="4234" h="27">
                <a:moveTo>
                  <a:pt x="0" y="0"/>
                </a:moveTo>
                <a:lnTo>
                  <a:pt x="4234" y="0"/>
                </a:lnTo>
                <a:lnTo>
                  <a:pt x="42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"/>
          <p:cNvSpPr/>
          <p:nvPr/>
        </p:nvSpPr>
        <p:spPr>
          <a:xfrm>
            <a:off x="493380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"/>
          <p:cNvSpPr/>
          <p:nvPr/>
        </p:nvSpPr>
        <p:spPr>
          <a:xfrm>
            <a:off x="5713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"/>
          <p:cNvSpPr/>
          <p:nvPr/>
        </p:nvSpPr>
        <p:spPr>
          <a:xfrm>
            <a:off x="571320" y="3743280"/>
            <a:ext cx="1124280" cy="9720"/>
          </a:xfrm>
          <a:custGeom>
            <a:avLst/>
            <a:gdLst/>
            <a:ahLst/>
            <a:rect l="0" t="0" r="r" b="b"/>
            <a:pathLst>
              <a:path w="3123" h="27">
                <a:moveTo>
                  <a:pt x="0" y="0"/>
                </a:moveTo>
                <a:lnTo>
                  <a:pt x="3123" y="0"/>
                </a:lnTo>
                <a:lnTo>
                  <a:pt x="31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"/>
          <p:cNvSpPr/>
          <p:nvPr/>
        </p:nvSpPr>
        <p:spPr>
          <a:xfrm>
            <a:off x="168588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4" name=""/>
          <p:cNvSpPr/>
          <p:nvPr/>
        </p:nvSpPr>
        <p:spPr>
          <a:xfrm>
            <a:off x="1695240" y="3743280"/>
            <a:ext cx="1724400" cy="9720"/>
          </a:xfrm>
          <a:custGeom>
            <a:avLst/>
            <a:gdLst/>
            <a:ahLst/>
            <a:rect l="0" t="0" r="r" b="b"/>
            <a:pathLst>
              <a:path w="4790" h="27">
                <a:moveTo>
                  <a:pt x="0" y="0"/>
                </a:moveTo>
                <a:lnTo>
                  <a:pt x="4790" y="0"/>
                </a:lnTo>
                <a:lnTo>
                  <a:pt x="47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"/>
          <p:cNvSpPr/>
          <p:nvPr/>
        </p:nvSpPr>
        <p:spPr>
          <a:xfrm>
            <a:off x="34099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"/>
          <p:cNvSpPr/>
          <p:nvPr/>
        </p:nvSpPr>
        <p:spPr>
          <a:xfrm>
            <a:off x="3419280" y="3743280"/>
            <a:ext cx="1524240" cy="9720"/>
          </a:xfrm>
          <a:custGeom>
            <a:avLst/>
            <a:gdLst/>
            <a:ahLst/>
            <a:rect l="0" t="0" r="r" b="b"/>
            <a:pathLst>
              <a:path w="4234" h="27">
                <a:moveTo>
                  <a:pt x="0" y="0"/>
                </a:moveTo>
                <a:lnTo>
                  <a:pt x="4234" y="0"/>
                </a:lnTo>
                <a:lnTo>
                  <a:pt x="42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"/>
          <p:cNvSpPr/>
          <p:nvPr/>
        </p:nvSpPr>
        <p:spPr>
          <a:xfrm>
            <a:off x="493380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"/>
          <p:cNvSpPr/>
          <p:nvPr/>
        </p:nvSpPr>
        <p:spPr>
          <a:xfrm>
            <a:off x="57132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"/>
          <p:cNvSpPr/>
          <p:nvPr/>
        </p:nvSpPr>
        <p:spPr>
          <a:xfrm>
            <a:off x="571320" y="4114440"/>
            <a:ext cx="1124280" cy="10080"/>
          </a:xfrm>
          <a:custGeom>
            <a:avLst/>
            <a:gdLst/>
            <a:ahLst/>
            <a:rect l="0" t="0" r="r" b="b"/>
            <a:pathLst>
              <a:path w="3123" h="28">
                <a:moveTo>
                  <a:pt x="0" y="0"/>
                </a:moveTo>
                <a:lnTo>
                  <a:pt x="3123" y="0"/>
                </a:lnTo>
                <a:lnTo>
                  <a:pt x="31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"/>
          <p:cNvSpPr/>
          <p:nvPr/>
        </p:nvSpPr>
        <p:spPr>
          <a:xfrm>
            <a:off x="168588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"/>
          <p:cNvSpPr/>
          <p:nvPr/>
        </p:nvSpPr>
        <p:spPr>
          <a:xfrm>
            <a:off x="1695240" y="4114440"/>
            <a:ext cx="1724400" cy="10080"/>
          </a:xfrm>
          <a:custGeom>
            <a:avLst/>
            <a:gdLst/>
            <a:ahLst/>
            <a:rect l="0" t="0" r="r" b="b"/>
            <a:pathLst>
              <a:path w="4790" h="28">
                <a:moveTo>
                  <a:pt x="0" y="0"/>
                </a:moveTo>
                <a:lnTo>
                  <a:pt x="4790" y="0"/>
                </a:lnTo>
                <a:lnTo>
                  <a:pt x="479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"/>
          <p:cNvSpPr/>
          <p:nvPr/>
        </p:nvSpPr>
        <p:spPr>
          <a:xfrm>
            <a:off x="340992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"/>
          <p:cNvSpPr/>
          <p:nvPr/>
        </p:nvSpPr>
        <p:spPr>
          <a:xfrm>
            <a:off x="3419280" y="4114440"/>
            <a:ext cx="1524240" cy="10080"/>
          </a:xfrm>
          <a:custGeom>
            <a:avLst/>
            <a:gdLst/>
            <a:ahLst/>
            <a:rect l="0" t="0" r="r" b="b"/>
            <a:pathLst>
              <a:path w="4234" h="28">
                <a:moveTo>
                  <a:pt x="0" y="0"/>
                </a:moveTo>
                <a:lnTo>
                  <a:pt x="4234" y="0"/>
                </a:lnTo>
                <a:lnTo>
                  <a:pt x="423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"/>
          <p:cNvSpPr/>
          <p:nvPr/>
        </p:nvSpPr>
        <p:spPr>
          <a:xfrm>
            <a:off x="493380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"/>
          <p:cNvSpPr/>
          <p:nvPr/>
        </p:nvSpPr>
        <p:spPr>
          <a:xfrm>
            <a:off x="57132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"/>
          <p:cNvSpPr/>
          <p:nvPr/>
        </p:nvSpPr>
        <p:spPr>
          <a:xfrm>
            <a:off x="571320" y="4485960"/>
            <a:ext cx="1124280" cy="10080"/>
          </a:xfrm>
          <a:custGeom>
            <a:avLst/>
            <a:gdLst/>
            <a:ahLst/>
            <a:rect l="0" t="0" r="r" b="b"/>
            <a:pathLst>
              <a:path w="3123" h="28">
                <a:moveTo>
                  <a:pt x="0" y="0"/>
                </a:moveTo>
                <a:lnTo>
                  <a:pt x="3123" y="0"/>
                </a:lnTo>
                <a:lnTo>
                  <a:pt x="31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7" name=""/>
          <p:cNvSpPr/>
          <p:nvPr/>
        </p:nvSpPr>
        <p:spPr>
          <a:xfrm>
            <a:off x="168588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"/>
          <p:cNvSpPr/>
          <p:nvPr/>
        </p:nvSpPr>
        <p:spPr>
          <a:xfrm>
            <a:off x="1695240" y="4485960"/>
            <a:ext cx="1724400" cy="10080"/>
          </a:xfrm>
          <a:custGeom>
            <a:avLst/>
            <a:gdLst/>
            <a:ahLst/>
            <a:rect l="0" t="0" r="r" b="b"/>
            <a:pathLst>
              <a:path w="4790" h="28">
                <a:moveTo>
                  <a:pt x="0" y="0"/>
                </a:moveTo>
                <a:lnTo>
                  <a:pt x="4790" y="0"/>
                </a:lnTo>
                <a:lnTo>
                  <a:pt x="479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"/>
          <p:cNvSpPr/>
          <p:nvPr/>
        </p:nvSpPr>
        <p:spPr>
          <a:xfrm>
            <a:off x="340992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0" name=""/>
          <p:cNvSpPr/>
          <p:nvPr/>
        </p:nvSpPr>
        <p:spPr>
          <a:xfrm>
            <a:off x="3419280" y="4485960"/>
            <a:ext cx="1524240" cy="10080"/>
          </a:xfrm>
          <a:custGeom>
            <a:avLst/>
            <a:gdLst/>
            <a:ahLst/>
            <a:rect l="0" t="0" r="r" b="b"/>
            <a:pathLst>
              <a:path w="4234" h="28">
                <a:moveTo>
                  <a:pt x="0" y="0"/>
                </a:moveTo>
                <a:lnTo>
                  <a:pt x="4234" y="0"/>
                </a:lnTo>
                <a:lnTo>
                  <a:pt x="423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1" name=""/>
          <p:cNvSpPr/>
          <p:nvPr/>
        </p:nvSpPr>
        <p:spPr>
          <a:xfrm>
            <a:off x="493380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2" name=""/>
          <p:cNvSpPr/>
          <p:nvPr/>
        </p:nvSpPr>
        <p:spPr>
          <a:xfrm>
            <a:off x="571320" y="4876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"/>
          <p:cNvSpPr/>
          <p:nvPr/>
        </p:nvSpPr>
        <p:spPr>
          <a:xfrm>
            <a:off x="571320" y="4867200"/>
            <a:ext cx="1124280" cy="9720"/>
          </a:xfrm>
          <a:custGeom>
            <a:avLst/>
            <a:gdLst/>
            <a:ahLst/>
            <a:rect l="0" t="0" r="r" b="b"/>
            <a:pathLst>
              <a:path w="3123" h="27">
                <a:moveTo>
                  <a:pt x="0" y="0"/>
                </a:moveTo>
                <a:lnTo>
                  <a:pt x="3123" y="0"/>
                </a:lnTo>
                <a:lnTo>
                  <a:pt x="31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"/>
          <p:cNvSpPr/>
          <p:nvPr/>
        </p:nvSpPr>
        <p:spPr>
          <a:xfrm>
            <a:off x="1685880" y="4876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"/>
          <p:cNvSpPr/>
          <p:nvPr/>
        </p:nvSpPr>
        <p:spPr>
          <a:xfrm>
            <a:off x="1695240" y="4867200"/>
            <a:ext cx="1724400" cy="9720"/>
          </a:xfrm>
          <a:custGeom>
            <a:avLst/>
            <a:gdLst/>
            <a:ahLst/>
            <a:rect l="0" t="0" r="r" b="b"/>
            <a:pathLst>
              <a:path w="4790" h="27">
                <a:moveTo>
                  <a:pt x="0" y="0"/>
                </a:moveTo>
                <a:lnTo>
                  <a:pt x="4790" y="0"/>
                </a:lnTo>
                <a:lnTo>
                  <a:pt x="47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"/>
          <p:cNvSpPr/>
          <p:nvPr/>
        </p:nvSpPr>
        <p:spPr>
          <a:xfrm>
            <a:off x="3409920" y="4876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"/>
          <p:cNvSpPr/>
          <p:nvPr/>
        </p:nvSpPr>
        <p:spPr>
          <a:xfrm>
            <a:off x="3419280" y="4867200"/>
            <a:ext cx="1524240" cy="9720"/>
          </a:xfrm>
          <a:custGeom>
            <a:avLst/>
            <a:gdLst/>
            <a:ahLst/>
            <a:rect l="0" t="0" r="r" b="b"/>
            <a:pathLst>
              <a:path w="4234" h="27">
                <a:moveTo>
                  <a:pt x="0" y="0"/>
                </a:moveTo>
                <a:lnTo>
                  <a:pt x="4234" y="0"/>
                </a:lnTo>
                <a:lnTo>
                  <a:pt x="42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"/>
          <p:cNvSpPr/>
          <p:nvPr/>
        </p:nvSpPr>
        <p:spPr>
          <a:xfrm>
            <a:off x="4933800" y="4876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"/>
          <p:cNvSpPr/>
          <p:nvPr/>
        </p:nvSpPr>
        <p:spPr>
          <a:xfrm>
            <a:off x="571320" y="5238720"/>
            <a:ext cx="1124280" cy="9720"/>
          </a:xfrm>
          <a:custGeom>
            <a:avLst/>
            <a:gdLst/>
            <a:ahLst/>
            <a:rect l="0" t="0" r="r" b="b"/>
            <a:pathLst>
              <a:path w="3123" h="27">
                <a:moveTo>
                  <a:pt x="0" y="0"/>
                </a:moveTo>
                <a:lnTo>
                  <a:pt x="3123" y="0"/>
                </a:lnTo>
                <a:lnTo>
                  <a:pt x="31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0" name=""/>
          <p:cNvSpPr/>
          <p:nvPr/>
        </p:nvSpPr>
        <p:spPr>
          <a:xfrm>
            <a:off x="1695240" y="5238720"/>
            <a:ext cx="1724400" cy="9720"/>
          </a:xfrm>
          <a:custGeom>
            <a:avLst/>
            <a:gdLst/>
            <a:ahLst/>
            <a:rect l="0" t="0" r="r" b="b"/>
            <a:pathLst>
              <a:path w="4790" h="27">
                <a:moveTo>
                  <a:pt x="0" y="0"/>
                </a:moveTo>
                <a:lnTo>
                  <a:pt x="4790" y="0"/>
                </a:lnTo>
                <a:lnTo>
                  <a:pt x="47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"/>
          <p:cNvSpPr/>
          <p:nvPr/>
        </p:nvSpPr>
        <p:spPr>
          <a:xfrm>
            <a:off x="3419280" y="5238720"/>
            <a:ext cx="1524240" cy="9720"/>
          </a:xfrm>
          <a:custGeom>
            <a:avLst/>
            <a:gdLst/>
            <a:ahLst/>
            <a:rect l="0" t="0" r="r" b="b"/>
            <a:pathLst>
              <a:path w="4234" h="27">
                <a:moveTo>
                  <a:pt x="0" y="0"/>
                </a:moveTo>
                <a:lnTo>
                  <a:pt x="4234" y="0"/>
                </a:lnTo>
                <a:lnTo>
                  <a:pt x="42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"/>
          <p:cNvSpPr txBox="1"/>
          <p:nvPr/>
        </p:nvSpPr>
        <p:spPr>
          <a:xfrm>
            <a:off x="571320" y="1297440"/>
            <a:ext cx="1146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验收标准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"/>
          <p:cNvSpPr txBox="1"/>
          <p:nvPr/>
        </p:nvSpPr>
        <p:spPr>
          <a:xfrm>
            <a:off x="704880" y="195192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"/>
          <p:cNvSpPr txBox="1"/>
          <p:nvPr/>
        </p:nvSpPr>
        <p:spPr>
          <a:xfrm>
            <a:off x="1819440" y="195192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标准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"/>
          <p:cNvSpPr txBox="1"/>
          <p:nvPr/>
        </p:nvSpPr>
        <p:spPr>
          <a:xfrm>
            <a:off x="3539880" y="195192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⼯具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6" name=""/>
          <p:cNvSpPr txBox="1"/>
          <p:nvPr/>
        </p:nvSpPr>
        <p:spPr>
          <a:xfrm>
            <a:off x="704880" y="232344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墙⾯平整度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"/>
          <p:cNvSpPr txBox="1"/>
          <p:nvPr/>
        </p:nvSpPr>
        <p:spPr>
          <a:xfrm>
            <a:off x="1819440" y="2323440"/>
            <a:ext cx="1505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±2 mm / 2 m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靠尺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"/>
          <p:cNvSpPr txBox="1"/>
          <p:nvPr/>
        </p:nvSpPr>
        <p:spPr>
          <a:xfrm>
            <a:off x="3539880" y="2323440"/>
            <a:ext cx="1406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 m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靠尺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塞尺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9" name=""/>
          <p:cNvSpPr txBox="1"/>
          <p:nvPr/>
        </p:nvSpPr>
        <p:spPr>
          <a:xfrm>
            <a:off x="704880" y="269496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地板缝隙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0" name=""/>
          <p:cNvSpPr txBox="1"/>
          <p:nvPr/>
        </p:nvSpPr>
        <p:spPr>
          <a:xfrm>
            <a:off x="1819440" y="2694960"/>
            <a:ext cx="790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≤ 0.3 mm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1" name=""/>
          <p:cNvSpPr txBox="1"/>
          <p:nvPr/>
        </p:nvSpPr>
        <p:spPr>
          <a:xfrm>
            <a:off x="3539880" y="26949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塞尺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2" name=""/>
          <p:cNvSpPr txBox="1"/>
          <p:nvPr/>
        </p:nvSpPr>
        <p:spPr>
          <a:xfrm>
            <a:off x="704880" y="306612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书架垂直度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3" name=""/>
          <p:cNvSpPr txBox="1"/>
          <p:nvPr/>
        </p:nvSpPr>
        <p:spPr>
          <a:xfrm>
            <a:off x="1819440" y="3066120"/>
            <a:ext cx="114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±2 mm /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全⾼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4" name=""/>
          <p:cNvSpPr txBox="1"/>
          <p:nvPr/>
        </p:nvSpPr>
        <p:spPr>
          <a:xfrm>
            <a:off x="3539880" y="306612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激光⽔平仪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5" name=""/>
          <p:cNvSpPr txBox="1"/>
          <p:nvPr/>
        </p:nvSpPr>
        <p:spPr>
          <a:xfrm>
            <a:off x="704880" y="343764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搁板⽔平度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"/>
          <p:cNvSpPr txBox="1"/>
          <p:nvPr/>
        </p:nvSpPr>
        <p:spPr>
          <a:xfrm>
            <a:off x="1819440" y="3437640"/>
            <a:ext cx="1109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±1 mm /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板⻓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7" name=""/>
          <p:cNvSpPr txBox="1"/>
          <p:nvPr/>
        </p:nvSpPr>
        <p:spPr>
          <a:xfrm>
            <a:off x="3539880" y="343764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⽔平仪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8" name=""/>
          <p:cNvSpPr txBox="1"/>
          <p:nvPr/>
        </p:nvSpPr>
        <p:spPr>
          <a:xfrm>
            <a:off x="704880" y="380916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墙漆⾊差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"/>
          <p:cNvSpPr txBox="1"/>
          <p:nvPr/>
        </p:nvSpPr>
        <p:spPr>
          <a:xfrm>
            <a:off x="1819440" y="3809160"/>
            <a:ext cx="1024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⽬测⽆明显差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"/>
          <p:cNvSpPr txBox="1"/>
          <p:nvPr/>
        </p:nvSpPr>
        <p:spPr>
          <a:xfrm>
            <a:off x="3539880" y="3809160"/>
            <a:ext cx="1024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标准⾊卡对⽐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"/>
          <p:cNvSpPr txBox="1"/>
          <p:nvPr/>
        </p:nvSpPr>
        <p:spPr>
          <a:xfrm>
            <a:off x="704880" y="418068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照明照度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"/>
          <p:cNvSpPr txBox="1"/>
          <p:nvPr/>
        </p:nvSpPr>
        <p:spPr>
          <a:xfrm>
            <a:off x="1819440" y="4180680"/>
            <a:ext cx="1395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⼯作⾯ ≥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500 lux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"/>
          <p:cNvSpPr txBox="1"/>
          <p:nvPr/>
        </p:nvSpPr>
        <p:spPr>
          <a:xfrm>
            <a:off x="3539880" y="418068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照度计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" name=""/>
          <p:cNvSpPr txBox="1"/>
          <p:nvPr/>
        </p:nvSpPr>
        <p:spPr>
          <a:xfrm>
            <a:off x="704880" y="455220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插座通电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5" name=""/>
          <p:cNvSpPr txBox="1"/>
          <p:nvPr/>
        </p:nvSpPr>
        <p:spPr>
          <a:xfrm>
            <a:off x="1819440" y="4552200"/>
            <a:ext cx="1024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所有位全导通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6" name=""/>
          <p:cNvSpPr txBox="1"/>
          <p:nvPr/>
        </p:nvSpPr>
        <p:spPr>
          <a:xfrm>
            <a:off x="3539880" y="455220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相序表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"/>
          <p:cNvSpPr txBox="1"/>
          <p:nvPr/>
        </p:nvSpPr>
        <p:spPr>
          <a:xfrm>
            <a:off x="704880" y="493308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柜⻔开合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"/>
          <p:cNvSpPr txBox="1"/>
          <p:nvPr/>
        </p:nvSpPr>
        <p:spPr>
          <a:xfrm>
            <a:off x="1819440" y="4933080"/>
            <a:ext cx="1440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磁吸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push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⽆异响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9" name=""/>
          <p:cNvSpPr txBox="1"/>
          <p:nvPr/>
        </p:nvSpPr>
        <p:spPr>
          <a:xfrm>
            <a:off x="3539880" y="493308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⼿感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0" name=""/>
          <p:cNvSpPr txBox="1"/>
          <p:nvPr/>
        </p:nvSpPr>
        <p:spPr>
          <a:xfrm>
            <a:off x="285840" y="199440"/>
            <a:ext cx="2571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施⼯交付包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施⼯⽅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" name=""/>
          <p:cNvSpPr txBox="1"/>
          <p:nvPr/>
        </p:nvSpPr>
        <p:spPr>
          <a:xfrm>
            <a:off x="11753640" y="6439320"/>
            <a:ext cx="15336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5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2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5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6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7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8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9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0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1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2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3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4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5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6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7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9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0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1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2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3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4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5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6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7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8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9" name=""/>
          <p:cNvSpPr/>
          <p:nvPr/>
        </p:nvSpPr>
        <p:spPr>
          <a:xfrm>
            <a:off x="571320" y="2133360"/>
            <a:ext cx="11049480" cy="57600"/>
          </a:xfrm>
          <a:custGeom>
            <a:avLst/>
            <a:gdLst/>
            <a:ahLst/>
            <a:rect l="0" t="0" r="r" b="b"/>
            <a:pathLst>
              <a:path w="30693" h="160">
                <a:moveTo>
                  <a:pt x="0" y="0"/>
                </a:moveTo>
                <a:lnTo>
                  <a:pt x="30693" y="0"/>
                </a:lnTo>
                <a:lnTo>
                  <a:pt x="30693" y="160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0" name=""/>
          <p:cNvSpPr/>
          <p:nvPr/>
        </p:nvSpPr>
        <p:spPr>
          <a:xfrm>
            <a:off x="571320" y="2419200"/>
            <a:ext cx="11049480" cy="305280"/>
          </a:xfrm>
          <a:custGeom>
            <a:avLst/>
            <a:gdLst/>
            <a:ahLst/>
            <a:rect l="0" t="0" r="r" b="b"/>
            <a:pathLst>
              <a:path w="30693" h="848">
                <a:moveTo>
                  <a:pt x="0" y="0"/>
                </a:moveTo>
                <a:lnTo>
                  <a:pt x="30693" y="0"/>
                </a:lnTo>
                <a:lnTo>
                  <a:pt x="30693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C97D5C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1" name=""/>
          <p:cNvSpPr/>
          <p:nvPr/>
        </p:nvSpPr>
        <p:spPr>
          <a:xfrm>
            <a:off x="571320" y="2419200"/>
            <a:ext cx="38520" cy="305280"/>
          </a:xfrm>
          <a:custGeom>
            <a:avLst/>
            <a:gdLst/>
            <a:ahLst/>
            <a:rect l="0" t="0" r="r" b="b"/>
            <a:pathLst>
              <a:path w="107" h="848">
                <a:moveTo>
                  <a:pt x="0" y="0"/>
                </a:moveTo>
                <a:lnTo>
                  <a:pt x="107" y="0"/>
                </a:lnTo>
                <a:lnTo>
                  <a:pt x="10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C97D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2" name=""/>
          <p:cNvSpPr/>
          <p:nvPr/>
        </p:nvSpPr>
        <p:spPr>
          <a:xfrm>
            <a:off x="804240" y="2521440"/>
            <a:ext cx="82080" cy="141840"/>
          </a:xfrm>
          <a:custGeom>
            <a:avLst/>
            <a:gdLst/>
            <a:ahLst/>
            <a:rect l="0" t="0" r="r" b="b"/>
            <a:pathLst>
              <a:path w="228" h="394">
                <a:moveTo>
                  <a:pt x="0" y="0"/>
                </a:moveTo>
                <a:lnTo>
                  <a:pt x="0" y="200"/>
                </a:lnTo>
                <a:cubicBezTo>
                  <a:pt x="0" y="233"/>
                  <a:pt x="17" y="240"/>
                  <a:pt x="17" y="240"/>
                </a:cubicBezTo>
                <a:lnTo>
                  <a:pt x="206" y="388"/>
                </a:lnTo>
                <a:cubicBezTo>
                  <a:pt x="235" y="411"/>
                  <a:pt x="227" y="362"/>
                  <a:pt x="227" y="362"/>
                </a:cubicBezTo>
                <a:lnTo>
                  <a:pt x="227" y="177"/>
                </a:lnTo>
                <a:lnTo>
                  <a:pt x="0" y="0"/>
                </a:lnTo>
                <a:close/>
              </a:path>
            </a:pathLst>
          </a:custGeom>
          <a:solidFill>
            <a:srgbClr val="66211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3" name=""/>
          <p:cNvSpPr/>
          <p:nvPr/>
        </p:nvSpPr>
        <p:spPr>
          <a:xfrm>
            <a:off x="885240" y="2521440"/>
            <a:ext cx="82080" cy="141840"/>
          </a:xfrm>
          <a:custGeom>
            <a:avLst/>
            <a:gdLst/>
            <a:ahLst/>
            <a:rect l="0" t="0" r="r" b="b"/>
            <a:pathLst>
              <a:path w="228" h="394">
                <a:moveTo>
                  <a:pt x="228" y="0"/>
                </a:moveTo>
                <a:lnTo>
                  <a:pt x="228" y="200"/>
                </a:lnTo>
                <a:cubicBezTo>
                  <a:pt x="228" y="233"/>
                  <a:pt x="211" y="240"/>
                  <a:pt x="211" y="240"/>
                </a:cubicBezTo>
                <a:cubicBezTo>
                  <a:pt x="211" y="240"/>
                  <a:pt x="52" y="365"/>
                  <a:pt x="23" y="388"/>
                </a:cubicBezTo>
                <a:cubicBezTo>
                  <a:pt x="-7" y="411"/>
                  <a:pt x="1" y="362"/>
                  <a:pt x="1" y="362"/>
                </a:cubicBezTo>
                <a:lnTo>
                  <a:pt x="1" y="177"/>
                </a:lnTo>
                <a:lnTo>
                  <a:pt x="228" y="0"/>
                </a:lnTo>
                <a:close/>
              </a:path>
            </a:pathLst>
          </a:custGeom>
          <a:solidFill>
            <a:srgbClr val="C1694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4" name=""/>
          <p:cNvSpPr/>
          <p:nvPr/>
        </p:nvSpPr>
        <p:spPr>
          <a:xfrm>
            <a:off x="804240" y="2457360"/>
            <a:ext cx="163440" cy="130320"/>
          </a:xfrm>
          <a:custGeom>
            <a:avLst/>
            <a:gdLst/>
            <a:ahLst/>
            <a:rect l="0" t="0" r="r" b="b"/>
            <a:pathLst>
              <a:path w="454" h="362">
                <a:moveTo>
                  <a:pt x="247" y="8"/>
                </a:moveTo>
                <a:cubicBezTo>
                  <a:pt x="235" y="-2"/>
                  <a:pt x="215" y="-2"/>
                  <a:pt x="203" y="8"/>
                </a:cubicBezTo>
                <a:lnTo>
                  <a:pt x="9" y="162"/>
                </a:lnTo>
                <a:cubicBezTo>
                  <a:pt x="-3" y="172"/>
                  <a:pt x="-3" y="188"/>
                  <a:pt x="9" y="199"/>
                </a:cubicBezTo>
                <a:lnTo>
                  <a:pt x="203" y="355"/>
                </a:lnTo>
                <a:cubicBezTo>
                  <a:pt x="215" y="365"/>
                  <a:pt x="235" y="365"/>
                  <a:pt x="248" y="355"/>
                </a:cubicBezTo>
                <a:lnTo>
                  <a:pt x="444" y="197"/>
                </a:lnTo>
                <a:cubicBezTo>
                  <a:pt x="457" y="187"/>
                  <a:pt x="457" y="170"/>
                  <a:pt x="444" y="161"/>
                </a:cubicBezTo>
                <a:lnTo>
                  <a:pt x="247" y="8"/>
                </a:lnTo>
                <a:close/>
              </a:path>
            </a:pathLst>
          </a:custGeom>
          <a:solidFill>
            <a:srgbClr val="D99E8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5" name=""/>
          <p:cNvSpPr/>
          <p:nvPr/>
        </p:nvSpPr>
        <p:spPr>
          <a:xfrm>
            <a:off x="879840" y="2577600"/>
            <a:ext cx="11880" cy="88200"/>
          </a:xfrm>
          <a:custGeom>
            <a:avLst/>
            <a:gdLst/>
            <a:ahLst/>
            <a:rect l="0" t="0" r="r" b="b"/>
            <a:pathLst>
              <a:path w="33" h="245">
                <a:moveTo>
                  <a:pt x="17" y="245"/>
                </a:moveTo>
                <a:cubicBezTo>
                  <a:pt x="8" y="245"/>
                  <a:pt x="0" y="237"/>
                  <a:pt x="0" y="227"/>
                </a:cubicBezTo>
                <a:lnTo>
                  <a:pt x="0" y="18"/>
                </a:lnTo>
                <a:cubicBezTo>
                  <a:pt x="0" y="8"/>
                  <a:pt x="8" y="0"/>
                  <a:pt x="17" y="0"/>
                </a:cubicBezTo>
                <a:cubicBezTo>
                  <a:pt x="26" y="0"/>
                  <a:pt x="33" y="8"/>
                  <a:pt x="33" y="18"/>
                </a:cubicBezTo>
                <a:lnTo>
                  <a:pt x="33" y="227"/>
                </a:lnTo>
                <a:cubicBezTo>
                  <a:pt x="33" y="237"/>
                  <a:pt x="26" y="245"/>
                  <a:pt x="17" y="245"/>
                </a:cubicBezTo>
                <a:close/>
              </a:path>
            </a:pathLst>
          </a:custGeom>
          <a:solidFill>
            <a:srgbClr val="D99E8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6" name=""/>
          <p:cNvSpPr/>
          <p:nvPr/>
        </p:nvSpPr>
        <p:spPr>
          <a:xfrm>
            <a:off x="829080" y="2476800"/>
            <a:ext cx="115200" cy="117720"/>
          </a:xfrm>
          <a:custGeom>
            <a:avLst/>
            <a:gdLst/>
            <a:ahLst/>
            <a:rect l="0" t="0" r="r" b="b"/>
            <a:pathLst>
              <a:path w="320" h="327">
                <a:moveTo>
                  <a:pt x="320" y="251"/>
                </a:moveTo>
                <a:cubicBezTo>
                  <a:pt x="320" y="269"/>
                  <a:pt x="321" y="278"/>
                  <a:pt x="304" y="291"/>
                </a:cubicBezTo>
                <a:lnTo>
                  <a:pt x="264" y="321"/>
                </a:lnTo>
                <a:cubicBezTo>
                  <a:pt x="246" y="334"/>
                  <a:pt x="239" y="323"/>
                  <a:pt x="239" y="305"/>
                </a:cubicBezTo>
                <a:lnTo>
                  <a:pt x="239" y="257"/>
                </a:lnTo>
                <a:cubicBezTo>
                  <a:pt x="239" y="254"/>
                  <a:pt x="239" y="251"/>
                  <a:pt x="234" y="247"/>
                </a:cubicBezTo>
                <a:cubicBezTo>
                  <a:pt x="193" y="213"/>
                  <a:pt x="30" y="83"/>
                  <a:pt x="0" y="60"/>
                </a:cubicBezTo>
                <a:lnTo>
                  <a:pt x="75" y="0"/>
                </a:lnTo>
                <a:cubicBezTo>
                  <a:pt x="97" y="15"/>
                  <a:pt x="250" y="135"/>
                  <a:pt x="314" y="185"/>
                </a:cubicBezTo>
                <a:cubicBezTo>
                  <a:pt x="317" y="188"/>
                  <a:pt x="320" y="191"/>
                  <a:pt x="320" y="194"/>
                </a:cubicBezTo>
                <a:lnTo>
                  <a:pt x="320" y="251"/>
                </a:ln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7" name=""/>
          <p:cNvSpPr/>
          <p:nvPr/>
        </p:nvSpPr>
        <p:spPr>
          <a:xfrm>
            <a:off x="829080" y="2476800"/>
            <a:ext cx="114480" cy="91080"/>
          </a:xfrm>
          <a:custGeom>
            <a:avLst/>
            <a:gdLst/>
            <a:ahLst/>
            <a:rect l="0" t="0" r="r" b="b"/>
            <a:pathLst>
              <a:path w="318" h="253">
                <a:moveTo>
                  <a:pt x="314" y="185"/>
                </a:moveTo>
                <a:cubicBezTo>
                  <a:pt x="250" y="135"/>
                  <a:pt x="97" y="15"/>
                  <a:pt x="76" y="0"/>
                </a:cubicBezTo>
                <a:lnTo>
                  <a:pt x="47" y="22"/>
                </a:lnTo>
                <a:lnTo>
                  <a:pt x="0" y="61"/>
                </a:lnTo>
                <a:cubicBezTo>
                  <a:pt x="30" y="84"/>
                  <a:pt x="193" y="213"/>
                  <a:pt x="234" y="247"/>
                </a:cubicBezTo>
                <a:cubicBezTo>
                  <a:pt x="237" y="249"/>
                  <a:pt x="238" y="251"/>
                  <a:pt x="238" y="253"/>
                </a:cubicBezTo>
                <a:lnTo>
                  <a:pt x="318" y="189"/>
                </a:lnTo>
                <a:cubicBezTo>
                  <a:pt x="317" y="188"/>
                  <a:pt x="316" y="187"/>
                  <a:pt x="314" y="185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8" name=""/>
          <p:cNvSpPr/>
          <p:nvPr/>
        </p:nvSpPr>
        <p:spPr>
          <a:xfrm>
            <a:off x="844200" y="2476800"/>
            <a:ext cx="100080" cy="109080"/>
          </a:xfrm>
          <a:custGeom>
            <a:avLst/>
            <a:gdLst/>
            <a:ahLst/>
            <a:rect l="0" t="0" r="r" b="b"/>
            <a:pathLst>
              <a:path w="278" h="303">
                <a:moveTo>
                  <a:pt x="278" y="251"/>
                </a:moveTo>
                <a:lnTo>
                  <a:pt x="278" y="193"/>
                </a:lnTo>
                <a:cubicBezTo>
                  <a:pt x="278" y="190"/>
                  <a:pt x="275" y="187"/>
                  <a:pt x="272" y="184"/>
                </a:cubicBezTo>
                <a:cubicBezTo>
                  <a:pt x="208" y="134"/>
                  <a:pt x="55" y="15"/>
                  <a:pt x="34" y="0"/>
                </a:cubicBezTo>
                <a:lnTo>
                  <a:pt x="0" y="27"/>
                </a:lnTo>
                <a:cubicBezTo>
                  <a:pt x="56" y="70"/>
                  <a:pt x="203" y="183"/>
                  <a:pt x="241" y="215"/>
                </a:cubicBezTo>
                <a:cubicBezTo>
                  <a:pt x="245" y="218"/>
                  <a:pt x="245" y="222"/>
                  <a:pt x="245" y="225"/>
                </a:cubicBezTo>
                <a:lnTo>
                  <a:pt x="245" y="303"/>
                </a:lnTo>
                <a:lnTo>
                  <a:pt x="262" y="291"/>
                </a:lnTo>
                <a:cubicBezTo>
                  <a:pt x="279" y="278"/>
                  <a:pt x="278" y="269"/>
                  <a:pt x="278" y="251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9" name=""/>
          <p:cNvSpPr/>
          <p:nvPr/>
        </p:nvSpPr>
        <p:spPr>
          <a:xfrm>
            <a:off x="844200" y="2476800"/>
            <a:ext cx="99360" cy="77760"/>
          </a:xfrm>
          <a:custGeom>
            <a:avLst/>
            <a:gdLst/>
            <a:ahLst/>
            <a:rect l="0" t="0" r="r" b="b"/>
            <a:pathLst>
              <a:path w="276" h="216">
                <a:moveTo>
                  <a:pt x="272" y="185"/>
                </a:moveTo>
                <a:cubicBezTo>
                  <a:pt x="207" y="135"/>
                  <a:pt x="54" y="15"/>
                  <a:pt x="33" y="0"/>
                </a:cubicBezTo>
                <a:lnTo>
                  <a:pt x="0" y="27"/>
                </a:lnTo>
                <a:cubicBezTo>
                  <a:pt x="55" y="70"/>
                  <a:pt x="202" y="184"/>
                  <a:pt x="240" y="215"/>
                </a:cubicBezTo>
                <a:cubicBezTo>
                  <a:pt x="241" y="216"/>
                  <a:pt x="241" y="216"/>
                  <a:pt x="241" y="216"/>
                </a:cubicBezTo>
                <a:lnTo>
                  <a:pt x="276" y="189"/>
                </a:lnTo>
                <a:cubicBezTo>
                  <a:pt x="275" y="188"/>
                  <a:pt x="274" y="187"/>
                  <a:pt x="272" y="185"/>
                </a:cubicBezTo>
                <a:close/>
              </a:path>
            </a:pathLst>
          </a:custGeom>
          <a:solidFill>
            <a:srgbClr val="E1E8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0" name=""/>
          <p:cNvSpPr txBox="1"/>
          <p:nvPr/>
        </p:nvSpPr>
        <p:spPr>
          <a:xfrm>
            <a:off x="571320" y="1173240"/>
            <a:ext cx="653940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拿到的⽂件 </a:t>
            </a:r>
            <a:r>
              <a:rPr lang="en-US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联系窗⼝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1" name=""/>
          <p:cNvSpPr/>
          <p:nvPr/>
        </p:nvSpPr>
        <p:spPr>
          <a:xfrm>
            <a:off x="628560" y="29905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2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2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2" name=""/>
          <p:cNvSpPr txBox="1"/>
          <p:nvPr/>
        </p:nvSpPr>
        <p:spPr>
          <a:xfrm>
            <a:off x="1058400" y="2416320"/>
            <a:ext cx="11548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0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 交付包清单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3" name=""/>
          <p:cNvSpPr/>
          <p:nvPr/>
        </p:nvSpPr>
        <p:spPr>
          <a:xfrm>
            <a:off x="628560" y="335268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4" name=""/>
          <p:cNvSpPr/>
          <p:nvPr/>
        </p:nvSpPr>
        <p:spPr>
          <a:xfrm>
            <a:off x="838080" y="3247920"/>
            <a:ext cx="1752840" cy="276480"/>
          </a:xfrm>
          <a:custGeom>
            <a:avLst/>
            <a:gdLst/>
            <a:ahLst/>
            <a:rect l="0" t="0" r="r" b="b"/>
            <a:pathLst>
              <a:path w="4869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4790" y="0"/>
                </a:lnTo>
                <a:cubicBezTo>
                  <a:pt x="4800" y="0"/>
                  <a:pt x="4810" y="2"/>
                  <a:pt x="4820" y="6"/>
                </a:cubicBezTo>
                <a:cubicBezTo>
                  <a:pt x="4830" y="10"/>
                  <a:pt x="4838" y="16"/>
                  <a:pt x="4846" y="23"/>
                </a:cubicBezTo>
                <a:cubicBezTo>
                  <a:pt x="4853" y="30"/>
                  <a:pt x="4859" y="39"/>
                  <a:pt x="4863" y="49"/>
                </a:cubicBezTo>
                <a:cubicBezTo>
                  <a:pt x="4867" y="59"/>
                  <a:pt x="4869" y="69"/>
                  <a:pt x="4869" y="79"/>
                </a:cubicBezTo>
                <a:lnTo>
                  <a:pt x="4869" y="689"/>
                </a:lnTo>
                <a:cubicBezTo>
                  <a:pt x="4869" y="699"/>
                  <a:pt x="4867" y="709"/>
                  <a:pt x="4863" y="719"/>
                </a:cubicBezTo>
                <a:cubicBezTo>
                  <a:pt x="4859" y="729"/>
                  <a:pt x="4853" y="737"/>
                  <a:pt x="4846" y="745"/>
                </a:cubicBezTo>
                <a:cubicBezTo>
                  <a:pt x="4838" y="752"/>
                  <a:pt x="4830" y="758"/>
                  <a:pt x="4820" y="762"/>
                </a:cubicBezTo>
                <a:cubicBezTo>
                  <a:pt x="4810" y="766"/>
                  <a:pt x="4800" y="768"/>
                  <a:pt x="4790" y="768"/>
                </a:cubicBezTo>
                <a:lnTo>
                  <a:pt x="79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39" y="758"/>
                  <a:pt x="31" y="752"/>
                  <a:pt x="23" y="745"/>
                </a:cubicBezTo>
                <a:cubicBezTo>
                  <a:pt x="16" y="737"/>
                  <a:pt x="10" y="729"/>
                  <a:pt x="6" y="719"/>
                </a:cubicBezTo>
                <a:cubicBezTo>
                  <a:pt x="2" y="709"/>
                  <a:pt x="0" y="699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5" name=""/>
          <p:cNvSpPr txBox="1"/>
          <p:nvPr/>
        </p:nvSpPr>
        <p:spPr>
          <a:xfrm>
            <a:off x="838080" y="2873520"/>
            <a:ext cx="2416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本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PPT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（施⼯交底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v1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6" name=""/>
          <p:cNvSpPr txBox="1"/>
          <p:nvPr/>
        </p:nvSpPr>
        <p:spPr>
          <a:xfrm>
            <a:off x="895320" y="3263040"/>
            <a:ext cx="16347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floorplan.svg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7" name=""/>
          <p:cNvSpPr/>
          <p:nvPr/>
        </p:nvSpPr>
        <p:spPr>
          <a:xfrm>
            <a:off x="2838240" y="3247920"/>
            <a:ext cx="1752840" cy="276480"/>
          </a:xfrm>
          <a:custGeom>
            <a:avLst/>
            <a:gdLst/>
            <a:ahLst/>
            <a:rect l="0" t="0" r="r" b="b"/>
            <a:pathLst>
              <a:path w="4869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4790" y="0"/>
                </a:lnTo>
                <a:cubicBezTo>
                  <a:pt x="4801" y="0"/>
                  <a:pt x="4811" y="2"/>
                  <a:pt x="4820" y="6"/>
                </a:cubicBezTo>
                <a:cubicBezTo>
                  <a:pt x="4830" y="10"/>
                  <a:pt x="4839" y="16"/>
                  <a:pt x="4846" y="23"/>
                </a:cubicBezTo>
                <a:cubicBezTo>
                  <a:pt x="4854" y="30"/>
                  <a:pt x="4859" y="39"/>
                  <a:pt x="4863" y="49"/>
                </a:cubicBezTo>
                <a:cubicBezTo>
                  <a:pt x="4867" y="59"/>
                  <a:pt x="4869" y="69"/>
                  <a:pt x="4869" y="79"/>
                </a:cubicBezTo>
                <a:lnTo>
                  <a:pt x="4869" y="689"/>
                </a:lnTo>
                <a:cubicBezTo>
                  <a:pt x="4869" y="699"/>
                  <a:pt x="4867" y="709"/>
                  <a:pt x="4863" y="719"/>
                </a:cubicBezTo>
                <a:cubicBezTo>
                  <a:pt x="4859" y="729"/>
                  <a:pt x="4854" y="737"/>
                  <a:pt x="4846" y="745"/>
                </a:cubicBezTo>
                <a:cubicBezTo>
                  <a:pt x="4839" y="752"/>
                  <a:pt x="4830" y="758"/>
                  <a:pt x="4820" y="762"/>
                </a:cubicBezTo>
                <a:cubicBezTo>
                  <a:pt x="4811" y="766"/>
                  <a:pt x="4801" y="768"/>
                  <a:pt x="4790" y="768"/>
                </a:cubicBezTo>
                <a:lnTo>
                  <a:pt x="79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39" y="758"/>
                  <a:pt x="31" y="752"/>
                  <a:pt x="23" y="745"/>
                </a:cubicBezTo>
                <a:cubicBezTo>
                  <a:pt x="16" y="737"/>
                  <a:pt x="10" y="729"/>
                  <a:pt x="6" y="719"/>
                </a:cubicBezTo>
                <a:cubicBezTo>
                  <a:pt x="2" y="709"/>
                  <a:pt x="0" y="699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8" name=""/>
          <p:cNvSpPr txBox="1"/>
          <p:nvPr/>
        </p:nvSpPr>
        <p:spPr>
          <a:xfrm>
            <a:off x="2592720" y="3235320"/>
            <a:ext cx="2440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/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9" name=""/>
          <p:cNvSpPr txBox="1"/>
          <p:nvPr/>
        </p:nvSpPr>
        <p:spPr>
          <a:xfrm>
            <a:off x="2894040" y="3263040"/>
            <a:ext cx="16347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floorplan.png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0" name=""/>
          <p:cNvSpPr/>
          <p:nvPr/>
        </p:nvSpPr>
        <p:spPr>
          <a:xfrm>
            <a:off x="628560" y="371448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1" name=""/>
          <p:cNvSpPr/>
          <p:nvPr/>
        </p:nvSpPr>
        <p:spPr>
          <a:xfrm>
            <a:off x="838080" y="3609720"/>
            <a:ext cx="1752840" cy="276480"/>
          </a:xfrm>
          <a:custGeom>
            <a:avLst/>
            <a:gdLst/>
            <a:ahLst/>
            <a:rect l="0" t="0" r="r" b="b"/>
            <a:pathLst>
              <a:path w="4869" h="768">
                <a:moveTo>
                  <a:pt x="0" y="689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4790" y="0"/>
                </a:lnTo>
                <a:cubicBezTo>
                  <a:pt x="4800" y="0"/>
                  <a:pt x="4810" y="2"/>
                  <a:pt x="4820" y="6"/>
                </a:cubicBezTo>
                <a:cubicBezTo>
                  <a:pt x="4830" y="10"/>
                  <a:pt x="4838" y="16"/>
                  <a:pt x="4846" y="23"/>
                </a:cubicBezTo>
                <a:cubicBezTo>
                  <a:pt x="4853" y="31"/>
                  <a:pt x="4859" y="39"/>
                  <a:pt x="4863" y="49"/>
                </a:cubicBezTo>
                <a:cubicBezTo>
                  <a:pt x="4867" y="59"/>
                  <a:pt x="4869" y="69"/>
                  <a:pt x="4869" y="80"/>
                </a:cubicBezTo>
                <a:lnTo>
                  <a:pt x="4869" y="689"/>
                </a:lnTo>
                <a:cubicBezTo>
                  <a:pt x="4869" y="700"/>
                  <a:pt x="4867" y="710"/>
                  <a:pt x="4863" y="719"/>
                </a:cubicBezTo>
                <a:cubicBezTo>
                  <a:pt x="4859" y="729"/>
                  <a:pt x="4853" y="738"/>
                  <a:pt x="4846" y="745"/>
                </a:cubicBezTo>
                <a:cubicBezTo>
                  <a:pt x="4838" y="753"/>
                  <a:pt x="4830" y="758"/>
                  <a:pt x="4820" y="762"/>
                </a:cubicBezTo>
                <a:cubicBezTo>
                  <a:pt x="4810" y="766"/>
                  <a:pt x="4800" y="768"/>
                  <a:pt x="4790" y="768"/>
                </a:cubicBezTo>
                <a:lnTo>
                  <a:pt x="79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39" y="758"/>
                  <a:pt x="31" y="753"/>
                  <a:pt x="23" y="745"/>
                </a:cubicBezTo>
                <a:cubicBezTo>
                  <a:pt x="16" y="738"/>
                  <a:pt x="10" y="729"/>
                  <a:pt x="6" y="719"/>
                </a:cubicBezTo>
                <a:cubicBezTo>
                  <a:pt x="2" y="710"/>
                  <a:pt x="0" y="700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2" name=""/>
          <p:cNvSpPr txBox="1"/>
          <p:nvPr/>
        </p:nvSpPr>
        <p:spPr>
          <a:xfrm>
            <a:off x="4591440" y="3235320"/>
            <a:ext cx="15033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（平⾯图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2D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3" name=""/>
          <p:cNvSpPr txBox="1"/>
          <p:nvPr/>
        </p:nvSpPr>
        <p:spPr>
          <a:xfrm>
            <a:off x="895320" y="3625200"/>
            <a:ext cx="16347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renders/*.png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4" name=""/>
          <p:cNvSpPr/>
          <p:nvPr/>
        </p:nvSpPr>
        <p:spPr>
          <a:xfrm>
            <a:off x="628560" y="407664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5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0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0"/>
                  <a:pt x="13" y="159"/>
                  <a:pt x="8" y="146"/>
                </a:cubicBezTo>
                <a:cubicBezTo>
                  <a:pt x="2" y="133"/>
                  <a:pt x="0" y="120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5" name=""/>
          <p:cNvSpPr/>
          <p:nvPr/>
        </p:nvSpPr>
        <p:spPr>
          <a:xfrm>
            <a:off x="838080" y="3971880"/>
            <a:ext cx="1000440" cy="276480"/>
          </a:xfrm>
          <a:custGeom>
            <a:avLst/>
            <a:gdLst/>
            <a:ahLst/>
            <a:rect l="0" t="0" r="r" b="b"/>
            <a:pathLst>
              <a:path w="2779" h="768">
                <a:moveTo>
                  <a:pt x="0" y="689"/>
                </a:moveTo>
                <a:lnTo>
                  <a:pt x="0" y="79"/>
                </a:ln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2700" y="0"/>
                </a:lnTo>
                <a:cubicBezTo>
                  <a:pt x="2710" y="0"/>
                  <a:pt x="2720" y="2"/>
                  <a:pt x="2730" y="6"/>
                </a:cubicBezTo>
                <a:cubicBezTo>
                  <a:pt x="2740" y="10"/>
                  <a:pt x="2748" y="15"/>
                  <a:pt x="2756" y="23"/>
                </a:cubicBezTo>
                <a:cubicBezTo>
                  <a:pt x="2763" y="30"/>
                  <a:pt x="2769" y="39"/>
                  <a:pt x="2773" y="49"/>
                </a:cubicBezTo>
                <a:cubicBezTo>
                  <a:pt x="2777" y="58"/>
                  <a:pt x="2779" y="68"/>
                  <a:pt x="2779" y="79"/>
                </a:cubicBezTo>
                <a:lnTo>
                  <a:pt x="2779" y="689"/>
                </a:lnTo>
                <a:cubicBezTo>
                  <a:pt x="2779" y="699"/>
                  <a:pt x="2777" y="709"/>
                  <a:pt x="2773" y="719"/>
                </a:cubicBezTo>
                <a:cubicBezTo>
                  <a:pt x="2769" y="729"/>
                  <a:pt x="2763" y="737"/>
                  <a:pt x="2756" y="745"/>
                </a:cubicBezTo>
                <a:cubicBezTo>
                  <a:pt x="2748" y="752"/>
                  <a:pt x="2740" y="758"/>
                  <a:pt x="2730" y="762"/>
                </a:cubicBezTo>
                <a:cubicBezTo>
                  <a:pt x="2720" y="766"/>
                  <a:pt x="2710" y="768"/>
                  <a:pt x="2700" y="768"/>
                </a:cubicBezTo>
                <a:lnTo>
                  <a:pt x="79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39" y="758"/>
                  <a:pt x="31" y="752"/>
                  <a:pt x="23" y="745"/>
                </a:cubicBezTo>
                <a:cubicBezTo>
                  <a:pt x="16" y="737"/>
                  <a:pt x="10" y="729"/>
                  <a:pt x="6" y="719"/>
                </a:cubicBezTo>
                <a:cubicBezTo>
                  <a:pt x="2" y="709"/>
                  <a:pt x="0" y="699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6" name=""/>
          <p:cNvSpPr txBox="1"/>
          <p:nvPr/>
        </p:nvSpPr>
        <p:spPr>
          <a:xfrm>
            <a:off x="2592720" y="3597480"/>
            <a:ext cx="18846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张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3D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参考）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7" name=""/>
          <p:cNvSpPr txBox="1"/>
          <p:nvPr/>
        </p:nvSpPr>
        <p:spPr>
          <a:xfrm>
            <a:off x="895320" y="3987000"/>
            <a:ext cx="8805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boq.ods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8" name=""/>
          <p:cNvSpPr/>
          <p:nvPr/>
        </p:nvSpPr>
        <p:spPr>
          <a:xfrm>
            <a:off x="628560" y="44384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1" y="22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2"/>
                  <a:pt x="181" y="32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9" name=""/>
          <p:cNvSpPr/>
          <p:nvPr/>
        </p:nvSpPr>
        <p:spPr>
          <a:xfrm>
            <a:off x="838080" y="4333680"/>
            <a:ext cx="1248120" cy="276480"/>
          </a:xfrm>
          <a:custGeom>
            <a:avLst/>
            <a:gdLst/>
            <a:ahLst/>
            <a:rect l="0" t="0" r="r" b="b"/>
            <a:pathLst>
              <a:path w="3467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3387" y="0"/>
                </a:lnTo>
                <a:cubicBezTo>
                  <a:pt x="3398" y="0"/>
                  <a:pt x="3408" y="2"/>
                  <a:pt x="3418" y="6"/>
                </a:cubicBezTo>
                <a:cubicBezTo>
                  <a:pt x="3428" y="10"/>
                  <a:pt x="3436" y="16"/>
                  <a:pt x="3444" y="23"/>
                </a:cubicBezTo>
                <a:cubicBezTo>
                  <a:pt x="3451" y="31"/>
                  <a:pt x="3457" y="39"/>
                  <a:pt x="3461" y="49"/>
                </a:cubicBezTo>
                <a:cubicBezTo>
                  <a:pt x="3465" y="59"/>
                  <a:pt x="3467" y="69"/>
                  <a:pt x="3467" y="79"/>
                </a:cubicBezTo>
                <a:lnTo>
                  <a:pt x="3467" y="689"/>
                </a:lnTo>
                <a:cubicBezTo>
                  <a:pt x="3467" y="699"/>
                  <a:pt x="3465" y="710"/>
                  <a:pt x="3461" y="719"/>
                </a:cubicBezTo>
                <a:cubicBezTo>
                  <a:pt x="3457" y="729"/>
                  <a:pt x="3451" y="738"/>
                  <a:pt x="3444" y="745"/>
                </a:cubicBezTo>
                <a:cubicBezTo>
                  <a:pt x="3436" y="753"/>
                  <a:pt x="3428" y="758"/>
                  <a:pt x="3418" y="762"/>
                </a:cubicBezTo>
                <a:cubicBezTo>
                  <a:pt x="3408" y="766"/>
                  <a:pt x="3398" y="768"/>
                  <a:pt x="3387" y="768"/>
                </a:cubicBezTo>
                <a:lnTo>
                  <a:pt x="79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39" y="758"/>
                  <a:pt x="31" y="753"/>
                  <a:pt x="23" y="745"/>
                </a:cubicBezTo>
                <a:cubicBezTo>
                  <a:pt x="16" y="738"/>
                  <a:pt x="10" y="729"/>
                  <a:pt x="6" y="719"/>
                </a:cubicBezTo>
                <a:cubicBezTo>
                  <a:pt x="2" y="710"/>
                  <a:pt x="0" y="699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0" name=""/>
          <p:cNvSpPr txBox="1"/>
          <p:nvPr/>
        </p:nvSpPr>
        <p:spPr>
          <a:xfrm>
            <a:off x="1835640" y="3959280"/>
            <a:ext cx="16923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BOQ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可编辑）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1" name=""/>
          <p:cNvSpPr txBox="1"/>
          <p:nvPr/>
        </p:nvSpPr>
        <p:spPr>
          <a:xfrm>
            <a:off x="895320" y="4348800"/>
            <a:ext cx="11322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room.json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2" name=""/>
          <p:cNvSpPr txBox="1"/>
          <p:nvPr/>
        </p:nvSpPr>
        <p:spPr>
          <a:xfrm>
            <a:off x="2088000" y="4321440"/>
            <a:ext cx="38307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3D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场景，如需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DXF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转换联系设计）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3" name=""/>
          <p:cNvSpPr txBox="1"/>
          <p:nvPr/>
        </p:nvSpPr>
        <p:spPr>
          <a:xfrm>
            <a:off x="571320" y="4740480"/>
            <a:ext cx="36262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对接⼈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Studio Copilot 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设计师窗⼝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4" name=""/>
          <p:cNvSpPr txBox="1"/>
          <p:nvPr/>
        </p:nvSpPr>
        <p:spPr>
          <a:xfrm>
            <a:off x="571320" y="5045040"/>
            <a:ext cx="52286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⽅案修改周期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：任何尺⼨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材料变更 →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24h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内出新图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5" name=""/>
          <p:cNvSpPr txBox="1"/>
          <p:nvPr/>
        </p:nvSpPr>
        <p:spPr>
          <a:xfrm>
            <a:off x="285840" y="199440"/>
            <a:ext cx="2571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施⼯交付包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6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施⼯⽅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7" name=""/>
          <p:cNvSpPr txBox="1"/>
          <p:nvPr/>
        </p:nvSpPr>
        <p:spPr>
          <a:xfrm>
            <a:off x="1178388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LibreOffice/26.2.2.2$MacOSX_X86_64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