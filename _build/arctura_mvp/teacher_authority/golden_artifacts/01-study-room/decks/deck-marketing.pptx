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57085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20 m² · </a:t>
            </a:r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⼀整⾯书墙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472716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极简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书房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9 </a:t>
            </a:r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分钟设计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345528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 营销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品牌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社媒 的素材包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307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书房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20 m²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品牌传播素材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3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286320" y="198324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⽬标⼈群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838080" y="4587840"/>
            <a:ext cx="4725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读书党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：藏书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200+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册的爱书⼈，找⼀⾯墙的归宿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38080" y="4950000"/>
            <a:ext cx="4802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居家办公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：远程⼯作族，需要⼀个不被打扰的专注⻆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38080" y="5302440"/>
            <a:ext cx="5162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改善型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：⼆套房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学区房业主，想把⼩空间做出仪式感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38080" y="5664240"/>
            <a:ext cx="4353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设计爱好者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：认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美学，愿为细节买单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85840" y="199440"/>
            <a:ext cx="307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书房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20 m²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品牌传播素材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142920" y="3502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571320" y="704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 txBox="1"/>
          <p:nvPr/>
        </p:nvSpPr>
        <p:spPr>
          <a:xfrm>
            <a:off x="6286320" y="2144880"/>
            <a:ext cx="1780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个核⼼卖点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71320" y="4654800"/>
            <a:ext cx="4320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①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整⾯书墙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册容量，书不再东塞⻄藏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71320" y="4959360"/>
            <a:ext cx="5687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②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质感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⽩橡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⽶⽩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炭⿊，耐看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年不过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571320" y="525492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571320" y="5559480"/>
            <a:ext cx="4485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③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AI 9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分钟出⽅案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你喜欢才付，修改零成本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85840" y="199440"/>
            <a:ext cx="307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书房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20 m²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品牌传播素材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142920" y="188640"/>
            <a:ext cx="6190920" cy="4194720"/>
          </a:xfrm>
          <a:custGeom>
            <a:avLst/>
            <a:gdLst/>
            <a:ahLst/>
            <a:rect l="0" t="0" r="r" b="b"/>
            <a:pathLst>
              <a:path w="17197" h="11652">
                <a:moveTo>
                  <a:pt x="1190" y="1195"/>
                </a:moveTo>
                <a:lnTo>
                  <a:pt x="1190" y="10033"/>
                </a:lnTo>
                <a:cubicBezTo>
                  <a:pt x="1190" y="10061"/>
                  <a:pt x="1195" y="10088"/>
                  <a:pt x="1206" y="10114"/>
                </a:cubicBezTo>
                <a:cubicBezTo>
                  <a:pt x="1217" y="10140"/>
                  <a:pt x="1232" y="10163"/>
                  <a:pt x="1252" y="10183"/>
                </a:cubicBezTo>
                <a:cubicBezTo>
                  <a:pt x="1272" y="10203"/>
                  <a:pt x="1295" y="10218"/>
                  <a:pt x="1321" y="10229"/>
                </a:cubicBezTo>
                <a:cubicBezTo>
                  <a:pt x="1347" y="10240"/>
                  <a:pt x="1374" y="10245"/>
                  <a:pt x="1402" y="10245"/>
                </a:cubicBezTo>
                <a:lnTo>
                  <a:pt x="15796" y="10245"/>
                </a:lnTo>
                <a:cubicBezTo>
                  <a:pt x="15824" y="10245"/>
                  <a:pt x="15851" y="10240"/>
                  <a:pt x="15877" y="10229"/>
                </a:cubicBezTo>
                <a:cubicBezTo>
                  <a:pt x="15903" y="10218"/>
                  <a:pt x="15926" y="10203"/>
                  <a:pt x="15946" y="10183"/>
                </a:cubicBezTo>
                <a:cubicBezTo>
                  <a:pt x="15966" y="10163"/>
                  <a:pt x="15981" y="10140"/>
                  <a:pt x="15992" y="10114"/>
                </a:cubicBezTo>
                <a:cubicBezTo>
                  <a:pt x="16002" y="10088"/>
                  <a:pt x="16008" y="10061"/>
                  <a:pt x="16008" y="10033"/>
                </a:cubicBezTo>
                <a:lnTo>
                  <a:pt x="16008" y="1195"/>
                </a:lnTo>
                <a:cubicBezTo>
                  <a:pt x="16008" y="1167"/>
                  <a:pt x="16002" y="1140"/>
                  <a:pt x="15992" y="1114"/>
                </a:cubicBezTo>
                <a:cubicBezTo>
                  <a:pt x="15981" y="1088"/>
                  <a:pt x="15966" y="1065"/>
                  <a:pt x="15946" y="1046"/>
                </a:cubicBezTo>
                <a:cubicBezTo>
                  <a:pt x="15926" y="1026"/>
                  <a:pt x="15903" y="1010"/>
                  <a:pt x="15877" y="1000"/>
                </a:cubicBezTo>
                <a:cubicBezTo>
                  <a:pt x="15851" y="989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89"/>
                  <a:pt x="1321" y="1000"/>
                </a:cubicBezTo>
                <a:cubicBezTo>
                  <a:pt x="1295" y="1010"/>
                  <a:pt x="1272" y="1026"/>
                  <a:pt x="1252" y="1046"/>
                </a:cubicBezTo>
                <a:cubicBezTo>
                  <a:pt x="1232" y="1065"/>
                  <a:pt x="1217" y="1088"/>
                  <a:pt x="1206" y="1114"/>
                </a:cubicBezTo>
                <a:cubicBezTo>
                  <a:pt x="1195" y="1140"/>
                  <a:pt x="1190" y="1167"/>
                  <a:pt x="1190" y="1195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2"/>
                </a:lnTo>
                <a:lnTo>
                  <a:pt x="0" y="116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3" name=""/>
          <p:cNvPicPr/>
          <p:nvPr/>
        </p:nvPicPr>
        <p:blipFill>
          <a:blip r:embed="rId1"/>
          <a:stretch/>
        </p:blipFill>
        <p:spPr>
          <a:xfrm>
            <a:off x="571320" y="5428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628560" y="47052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286320" y="1983240"/>
            <a:ext cx="860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氛围感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28560" y="50670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838080" y="4587840"/>
            <a:ext cx="3435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暖⻩落地灯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⽺⽑地毯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亚麻沙发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28560" y="5419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38080" y="4950000"/>
            <a:ext cx="39675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下午光从⼯作桌⻄侧斜照进来，打在书墙上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28560" y="5781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38080" y="5302440"/>
            <a:ext cx="3132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晚上开洗墙灯，像⼀间⼩型图书馆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38080" y="5664240"/>
            <a:ext cx="35499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不像办公室的办公室，不像书房的书房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85840" y="199440"/>
            <a:ext cx="307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书房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20 m²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品牌传播素材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571320" y="1135440"/>
            <a:ext cx="17197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关键卖点数字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571320" y="1716840"/>
            <a:ext cx="164664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500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71320" y="281628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册书容量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4330440" y="1716840"/>
            <a:ext cx="109800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20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330440" y="2816280"/>
            <a:ext cx="829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m²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空间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8089920" y="1716840"/>
            <a:ext cx="225648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¥78K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089920" y="2816280"/>
            <a:ext cx="835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⼀价全包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71320" y="3164760"/>
            <a:ext cx="914040" cy="1280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28560" y="48002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571320" y="426420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周⼊住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28560" y="5162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38080" y="4683240"/>
            <a:ext cx="3326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⽅案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9'29"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出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不满意免费改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838080" y="5045040"/>
            <a:ext cx="4317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类交付格式：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3D / 2D / BIM / BOQ / PPT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85840" y="199440"/>
            <a:ext cx="307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书房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20 m²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品牌传播素材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142920" y="121680"/>
            <a:ext cx="6190920" cy="4194360"/>
          </a:xfrm>
          <a:custGeom>
            <a:avLst/>
            <a:gdLst/>
            <a:ahLst/>
            <a:rect l="0" t="0" r="r" b="b"/>
            <a:pathLst>
              <a:path w="17197" h="11651">
                <a:moveTo>
                  <a:pt x="1190" y="1196"/>
                </a:moveTo>
                <a:lnTo>
                  <a:pt x="1190" y="10034"/>
                </a:lnTo>
                <a:cubicBezTo>
                  <a:pt x="1190" y="10062"/>
                  <a:pt x="1195" y="10089"/>
                  <a:pt x="1206" y="10115"/>
                </a:cubicBezTo>
                <a:cubicBezTo>
                  <a:pt x="1217" y="10141"/>
                  <a:pt x="1232" y="10164"/>
                  <a:pt x="1252" y="10184"/>
                </a:cubicBezTo>
                <a:cubicBezTo>
                  <a:pt x="1272" y="10204"/>
                  <a:pt x="1295" y="10219"/>
                  <a:pt x="1321" y="10230"/>
                </a:cubicBezTo>
                <a:cubicBezTo>
                  <a:pt x="1347" y="10240"/>
                  <a:pt x="1374" y="10246"/>
                  <a:pt x="1402" y="10246"/>
                </a:cubicBezTo>
                <a:lnTo>
                  <a:pt x="15796" y="10246"/>
                </a:lnTo>
                <a:cubicBezTo>
                  <a:pt x="15824" y="10246"/>
                  <a:pt x="15851" y="10240"/>
                  <a:pt x="15877" y="10230"/>
                </a:cubicBezTo>
                <a:cubicBezTo>
                  <a:pt x="15903" y="10219"/>
                  <a:pt x="15926" y="10204"/>
                  <a:pt x="15946" y="10184"/>
                </a:cubicBezTo>
                <a:cubicBezTo>
                  <a:pt x="15966" y="10164"/>
                  <a:pt x="15981" y="10141"/>
                  <a:pt x="15992" y="10115"/>
                </a:cubicBezTo>
                <a:cubicBezTo>
                  <a:pt x="16002" y="10089"/>
                  <a:pt x="16008" y="10062"/>
                  <a:pt x="16008" y="10034"/>
                </a:cubicBezTo>
                <a:lnTo>
                  <a:pt x="16008" y="1196"/>
                </a:lnTo>
                <a:cubicBezTo>
                  <a:pt x="16008" y="1168"/>
                  <a:pt x="16002" y="1141"/>
                  <a:pt x="15992" y="1115"/>
                </a:cubicBezTo>
                <a:cubicBezTo>
                  <a:pt x="15981" y="1089"/>
                  <a:pt x="15966" y="1066"/>
                  <a:pt x="15946" y="1046"/>
                </a:cubicBezTo>
                <a:cubicBezTo>
                  <a:pt x="15926" y="1027"/>
                  <a:pt x="15903" y="1011"/>
                  <a:pt x="15877" y="1001"/>
                </a:cubicBezTo>
                <a:cubicBezTo>
                  <a:pt x="15851" y="990"/>
                  <a:pt x="15824" y="984"/>
                  <a:pt x="15796" y="984"/>
                </a:cubicBezTo>
                <a:lnTo>
                  <a:pt x="1402" y="984"/>
                </a:lnTo>
                <a:cubicBezTo>
                  <a:pt x="1374" y="984"/>
                  <a:pt x="1347" y="990"/>
                  <a:pt x="1321" y="1001"/>
                </a:cubicBezTo>
                <a:cubicBezTo>
                  <a:pt x="1295" y="1011"/>
                  <a:pt x="1272" y="1027"/>
                  <a:pt x="1252" y="1046"/>
                </a:cubicBezTo>
                <a:cubicBezTo>
                  <a:pt x="1232" y="1066"/>
                  <a:pt x="1217" y="1089"/>
                  <a:pt x="1206" y="1115"/>
                </a:cubicBezTo>
                <a:cubicBezTo>
                  <a:pt x="1195" y="1141"/>
                  <a:pt x="1190" y="1168"/>
                  <a:pt x="1190" y="1196"/>
                </a:cubicBezTo>
                <a:moveTo>
                  <a:pt x="0" y="0"/>
                </a:moveTo>
                <a:lnTo>
                  <a:pt x="17197" y="0"/>
                </a:lnTo>
                <a:lnTo>
                  <a:pt x="17197" y="11651"/>
                </a:lnTo>
                <a:lnTo>
                  <a:pt x="0" y="116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19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533376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"/>
          <p:cNvSpPr/>
          <p:nvPr/>
        </p:nvSpPr>
        <p:spPr>
          <a:xfrm>
            <a:off x="628560" y="46386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6286320" y="1916280"/>
            <a:ext cx="3481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空间故事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⼀天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24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⼩时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628560" y="50004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838080" y="4521240"/>
            <a:ext cx="2732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清晨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7:00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窗边早读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28560" y="536256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19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0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19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0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38080" y="4883400"/>
            <a:ext cx="2568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上午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9:00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⼯作桌双屏专注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628560" y="572436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838080" y="5245200"/>
            <a:ext cx="3245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中午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12:30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阅读⻆⼩憩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翻杂志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628560" y="607680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838080" y="5607000"/>
            <a:ext cx="4533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下午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14:00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线上会议（亚麻沙发作背景超出⽚）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38080" y="5959440"/>
            <a:ext cx="4364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晚上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20:00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书墙洗墙灯亮起，选⼀本翻到睡前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285840" y="199440"/>
            <a:ext cx="307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书房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20 m²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品牌传播素材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580680" y="18856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866600" y="188568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638680" y="188568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7095960" y="1885680"/>
            <a:ext cx="1267200" cy="371880"/>
          </a:xfrm>
          <a:custGeom>
            <a:avLst/>
            <a:gdLst/>
            <a:ahLst/>
            <a:rect l="0" t="0" r="r" b="b"/>
            <a:pathLst>
              <a:path w="3520" h="1033">
                <a:moveTo>
                  <a:pt x="0" y="0"/>
                </a:moveTo>
                <a:lnTo>
                  <a:pt x="3520" y="0"/>
                </a:lnTo>
                <a:lnTo>
                  <a:pt x="35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580680" y="18856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866600" y="188568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638680" y="1885680"/>
            <a:ext cx="1457640" cy="371880"/>
          </a:xfrm>
          <a:custGeom>
            <a:avLst/>
            <a:gdLst/>
            <a:ahLst/>
            <a:rect l="0" t="0" r="r" b="b"/>
            <a:pathLst>
              <a:path w="4049" h="1033">
                <a:moveTo>
                  <a:pt x="0" y="0"/>
                </a:moveTo>
                <a:lnTo>
                  <a:pt x="4049" y="0"/>
                </a:lnTo>
                <a:lnTo>
                  <a:pt x="404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7095960" y="1885680"/>
            <a:ext cx="1267200" cy="371880"/>
          </a:xfrm>
          <a:custGeom>
            <a:avLst/>
            <a:gdLst/>
            <a:ahLst/>
            <a:rect l="0" t="0" r="r" b="b"/>
            <a:pathLst>
              <a:path w="3520" h="1033">
                <a:moveTo>
                  <a:pt x="0" y="0"/>
                </a:moveTo>
                <a:lnTo>
                  <a:pt x="3520" y="0"/>
                </a:lnTo>
                <a:lnTo>
                  <a:pt x="352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80680" y="2257200"/>
            <a:ext cx="1286280" cy="429120"/>
          </a:xfrm>
          <a:custGeom>
            <a:avLst/>
            <a:gdLst/>
            <a:ahLst/>
            <a:rect l="0" t="0" r="r" b="b"/>
            <a:pathLst>
              <a:path w="3573" h="1192">
                <a:moveTo>
                  <a:pt x="0" y="0"/>
                </a:moveTo>
                <a:lnTo>
                  <a:pt x="3573" y="0"/>
                </a:lnTo>
                <a:lnTo>
                  <a:pt x="357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866600" y="2257200"/>
            <a:ext cx="3772440" cy="429120"/>
          </a:xfrm>
          <a:custGeom>
            <a:avLst/>
            <a:gdLst/>
            <a:ahLst/>
            <a:rect l="0" t="0" r="r" b="b"/>
            <a:pathLst>
              <a:path w="10479" h="1192">
                <a:moveTo>
                  <a:pt x="0" y="0"/>
                </a:moveTo>
                <a:lnTo>
                  <a:pt x="10479" y="0"/>
                </a:lnTo>
                <a:lnTo>
                  <a:pt x="1047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5638680" y="2257200"/>
            <a:ext cx="1457640" cy="429120"/>
          </a:xfrm>
          <a:custGeom>
            <a:avLst/>
            <a:gdLst/>
            <a:ahLst/>
            <a:rect l="0" t="0" r="r" b="b"/>
            <a:pathLst>
              <a:path w="4049" h="1192">
                <a:moveTo>
                  <a:pt x="0" y="0"/>
                </a:moveTo>
                <a:lnTo>
                  <a:pt x="4049" y="0"/>
                </a:lnTo>
                <a:lnTo>
                  <a:pt x="404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095960" y="2257200"/>
            <a:ext cx="1267200" cy="429120"/>
          </a:xfrm>
          <a:custGeom>
            <a:avLst/>
            <a:gdLst/>
            <a:ahLst/>
            <a:rect l="0" t="0" r="r" b="b"/>
            <a:pathLst>
              <a:path w="3520" h="1192">
                <a:moveTo>
                  <a:pt x="0" y="0"/>
                </a:moveTo>
                <a:lnTo>
                  <a:pt x="3520" y="0"/>
                </a:lnTo>
                <a:lnTo>
                  <a:pt x="352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580680" y="2685960"/>
            <a:ext cx="1286280" cy="419400"/>
          </a:xfrm>
          <a:custGeom>
            <a:avLst/>
            <a:gdLst/>
            <a:ahLst/>
            <a:rect l="0" t="0" r="r" b="b"/>
            <a:pathLst>
              <a:path w="3573" h="1165">
                <a:moveTo>
                  <a:pt x="0" y="0"/>
                </a:moveTo>
                <a:lnTo>
                  <a:pt x="3573" y="0"/>
                </a:lnTo>
                <a:lnTo>
                  <a:pt x="357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866600" y="2685960"/>
            <a:ext cx="3772440" cy="419400"/>
          </a:xfrm>
          <a:custGeom>
            <a:avLst/>
            <a:gdLst/>
            <a:ahLst/>
            <a:rect l="0" t="0" r="r" b="b"/>
            <a:pathLst>
              <a:path w="10479" h="1165">
                <a:moveTo>
                  <a:pt x="0" y="0"/>
                </a:moveTo>
                <a:lnTo>
                  <a:pt x="10479" y="0"/>
                </a:lnTo>
                <a:lnTo>
                  <a:pt x="104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5638680" y="2685960"/>
            <a:ext cx="1457640" cy="419400"/>
          </a:xfrm>
          <a:custGeom>
            <a:avLst/>
            <a:gdLst/>
            <a:ahLst/>
            <a:rect l="0" t="0" r="r" b="b"/>
            <a:pathLst>
              <a:path w="4049" h="1165">
                <a:moveTo>
                  <a:pt x="0" y="0"/>
                </a:moveTo>
                <a:lnTo>
                  <a:pt x="4049" y="0"/>
                </a:lnTo>
                <a:lnTo>
                  <a:pt x="404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7095960" y="2685960"/>
            <a:ext cx="1267200" cy="419400"/>
          </a:xfrm>
          <a:custGeom>
            <a:avLst/>
            <a:gdLst/>
            <a:ahLst/>
            <a:rect l="0" t="0" r="r" b="b"/>
            <a:pathLst>
              <a:path w="3520" h="1165">
                <a:moveTo>
                  <a:pt x="0" y="0"/>
                </a:moveTo>
                <a:lnTo>
                  <a:pt x="3520" y="0"/>
                </a:lnTo>
                <a:lnTo>
                  <a:pt x="352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80680" y="3105000"/>
            <a:ext cx="1286280" cy="429120"/>
          </a:xfrm>
          <a:custGeom>
            <a:avLst/>
            <a:gdLst/>
            <a:ahLst/>
            <a:rect l="0" t="0" r="r" b="b"/>
            <a:pathLst>
              <a:path w="3573" h="1192">
                <a:moveTo>
                  <a:pt x="0" y="0"/>
                </a:moveTo>
                <a:lnTo>
                  <a:pt x="3573" y="0"/>
                </a:lnTo>
                <a:lnTo>
                  <a:pt x="357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866600" y="3105000"/>
            <a:ext cx="3772440" cy="429120"/>
          </a:xfrm>
          <a:custGeom>
            <a:avLst/>
            <a:gdLst/>
            <a:ahLst/>
            <a:rect l="0" t="0" r="r" b="b"/>
            <a:pathLst>
              <a:path w="10479" h="1192">
                <a:moveTo>
                  <a:pt x="0" y="0"/>
                </a:moveTo>
                <a:lnTo>
                  <a:pt x="10479" y="0"/>
                </a:lnTo>
                <a:lnTo>
                  <a:pt x="1047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638680" y="3105000"/>
            <a:ext cx="1457640" cy="429120"/>
          </a:xfrm>
          <a:custGeom>
            <a:avLst/>
            <a:gdLst/>
            <a:ahLst/>
            <a:rect l="0" t="0" r="r" b="b"/>
            <a:pathLst>
              <a:path w="4049" h="1192">
                <a:moveTo>
                  <a:pt x="0" y="0"/>
                </a:moveTo>
                <a:lnTo>
                  <a:pt x="4049" y="0"/>
                </a:lnTo>
                <a:lnTo>
                  <a:pt x="404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7095960" y="3105000"/>
            <a:ext cx="1267200" cy="429120"/>
          </a:xfrm>
          <a:custGeom>
            <a:avLst/>
            <a:gdLst/>
            <a:ahLst/>
            <a:rect l="0" t="0" r="r" b="b"/>
            <a:pathLst>
              <a:path w="3520" h="1192">
                <a:moveTo>
                  <a:pt x="0" y="0"/>
                </a:moveTo>
                <a:lnTo>
                  <a:pt x="3520" y="0"/>
                </a:lnTo>
                <a:lnTo>
                  <a:pt x="352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580680" y="3533760"/>
            <a:ext cx="1286280" cy="428760"/>
          </a:xfrm>
          <a:custGeom>
            <a:avLst/>
            <a:gdLst/>
            <a:ahLst/>
            <a:rect l="0" t="0" r="r" b="b"/>
            <a:pathLst>
              <a:path w="3573" h="1191">
                <a:moveTo>
                  <a:pt x="0" y="0"/>
                </a:moveTo>
                <a:lnTo>
                  <a:pt x="3573" y="0"/>
                </a:lnTo>
                <a:lnTo>
                  <a:pt x="3573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866600" y="3533760"/>
            <a:ext cx="3772440" cy="428760"/>
          </a:xfrm>
          <a:custGeom>
            <a:avLst/>
            <a:gdLst/>
            <a:ahLst/>
            <a:rect l="0" t="0" r="r" b="b"/>
            <a:pathLst>
              <a:path w="10479" h="1191">
                <a:moveTo>
                  <a:pt x="0" y="0"/>
                </a:moveTo>
                <a:lnTo>
                  <a:pt x="10479" y="0"/>
                </a:lnTo>
                <a:lnTo>
                  <a:pt x="1047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638680" y="3533760"/>
            <a:ext cx="1457640" cy="428760"/>
          </a:xfrm>
          <a:custGeom>
            <a:avLst/>
            <a:gdLst/>
            <a:ahLst/>
            <a:rect l="0" t="0" r="r" b="b"/>
            <a:pathLst>
              <a:path w="4049" h="1191">
                <a:moveTo>
                  <a:pt x="0" y="0"/>
                </a:moveTo>
                <a:lnTo>
                  <a:pt x="4049" y="0"/>
                </a:lnTo>
                <a:lnTo>
                  <a:pt x="404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7095960" y="3533760"/>
            <a:ext cx="1267200" cy="428760"/>
          </a:xfrm>
          <a:custGeom>
            <a:avLst/>
            <a:gdLst/>
            <a:ahLst/>
            <a:rect l="0" t="0" r="r" b="b"/>
            <a:pathLst>
              <a:path w="3520" h="1191">
                <a:moveTo>
                  <a:pt x="0" y="0"/>
                </a:moveTo>
                <a:lnTo>
                  <a:pt x="3520" y="0"/>
                </a:lnTo>
                <a:lnTo>
                  <a:pt x="352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80680" y="3962160"/>
            <a:ext cx="1286280" cy="429120"/>
          </a:xfrm>
          <a:custGeom>
            <a:avLst/>
            <a:gdLst/>
            <a:ahLst/>
            <a:rect l="0" t="0" r="r" b="b"/>
            <a:pathLst>
              <a:path w="3573" h="1192">
                <a:moveTo>
                  <a:pt x="0" y="0"/>
                </a:moveTo>
                <a:lnTo>
                  <a:pt x="3573" y="0"/>
                </a:lnTo>
                <a:lnTo>
                  <a:pt x="357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866600" y="3962160"/>
            <a:ext cx="3772440" cy="429120"/>
          </a:xfrm>
          <a:custGeom>
            <a:avLst/>
            <a:gdLst/>
            <a:ahLst/>
            <a:rect l="0" t="0" r="r" b="b"/>
            <a:pathLst>
              <a:path w="10479" h="1192">
                <a:moveTo>
                  <a:pt x="0" y="0"/>
                </a:moveTo>
                <a:lnTo>
                  <a:pt x="10479" y="0"/>
                </a:lnTo>
                <a:lnTo>
                  <a:pt x="1047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638680" y="3962160"/>
            <a:ext cx="1457640" cy="429120"/>
          </a:xfrm>
          <a:custGeom>
            <a:avLst/>
            <a:gdLst/>
            <a:ahLst/>
            <a:rect l="0" t="0" r="r" b="b"/>
            <a:pathLst>
              <a:path w="4049" h="1192">
                <a:moveTo>
                  <a:pt x="0" y="0"/>
                </a:moveTo>
                <a:lnTo>
                  <a:pt x="4049" y="0"/>
                </a:lnTo>
                <a:lnTo>
                  <a:pt x="404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7095960" y="3962160"/>
            <a:ext cx="1267200" cy="429120"/>
          </a:xfrm>
          <a:custGeom>
            <a:avLst/>
            <a:gdLst/>
            <a:ahLst/>
            <a:rect l="0" t="0" r="r" b="b"/>
            <a:pathLst>
              <a:path w="3520" h="1192">
                <a:moveTo>
                  <a:pt x="0" y="0"/>
                </a:moveTo>
                <a:lnTo>
                  <a:pt x="3520" y="0"/>
                </a:lnTo>
                <a:lnTo>
                  <a:pt x="352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580680" y="4390920"/>
            <a:ext cx="1286280" cy="428760"/>
          </a:xfrm>
          <a:custGeom>
            <a:avLst/>
            <a:gdLst/>
            <a:ahLst/>
            <a:rect l="0" t="0" r="r" b="b"/>
            <a:pathLst>
              <a:path w="3573" h="1191">
                <a:moveTo>
                  <a:pt x="0" y="0"/>
                </a:moveTo>
                <a:lnTo>
                  <a:pt x="3573" y="0"/>
                </a:lnTo>
                <a:lnTo>
                  <a:pt x="3573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866600" y="4390920"/>
            <a:ext cx="3772440" cy="428760"/>
          </a:xfrm>
          <a:custGeom>
            <a:avLst/>
            <a:gdLst/>
            <a:ahLst/>
            <a:rect l="0" t="0" r="r" b="b"/>
            <a:pathLst>
              <a:path w="10479" h="1191">
                <a:moveTo>
                  <a:pt x="0" y="0"/>
                </a:moveTo>
                <a:lnTo>
                  <a:pt x="10479" y="0"/>
                </a:lnTo>
                <a:lnTo>
                  <a:pt x="1047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5638680" y="4390920"/>
            <a:ext cx="1457640" cy="428760"/>
          </a:xfrm>
          <a:custGeom>
            <a:avLst/>
            <a:gdLst/>
            <a:ahLst/>
            <a:rect l="0" t="0" r="r" b="b"/>
            <a:pathLst>
              <a:path w="4049" h="1191">
                <a:moveTo>
                  <a:pt x="0" y="0"/>
                </a:moveTo>
                <a:lnTo>
                  <a:pt x="4049" y="0"/>
                </a:lnTo>
                <a:lnTo>
                  <a:pt x="4049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7095960" y="4390920"/>
            <a:ext cx="1267200" cy="428760"/>
          </a:xfrm>
          <a:custGeom>
            <a:avLst/>
            <a:gdLst/>
            <a:ahLst/>
            <a:rect l="0" t="0" r="r" b="b"/>
            <a:pathLst>
              <a:path w="3520" h="1191">
                <a:moveTo>
                  <a:pt x="0" y="0"/>
                </a:moveTo>
                <a:lnTo>
                  <a:pt x="3520" y="0"/>
                </a:lnTo>
                <a:lnTo>
                  <a:pt x="3520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80680" y="4819320"/>
            <a:ext cx="1286280" cy="429120"/>
          </a:xfrm>
          <a:custGeom>
            <a:avLst/>
            <a:gdLst/>
            <a:ahLst/>
            <a:rect l="0" t="0" r="r" b="b"/>
            <a:pathLst>
              <a:path w="3573" h="1192">
                <a:moveTo>
                  <a:pt x="0" y="0"/>
                </a:moveTo>
                <a:lnTo>
                  <a:pt x="3573" y="0"/>
                </a:lnTo>
                <a:lnTo>
                  <a:pt x="3573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866600" y="4819320"/>
            <a:ext cx="3772440" cy="429120"/>
          </a:xfrm>
          <a:custGeom>
            <a:avLst/>
            <a:gdLst/>
            <a:ahLst/>
            <a:rect l="0" t="0" r="r" b="b"/>
            <a:pathLst>
              <a:path w="10479" h="1192">
                <a:moveTo>
                  <a:pt x="0" y="0"/>
                </a:moveTo>
                <a:lnTo>
                  <a:pt x="10479" y="0"/>
                </a:lnTo>
                <a:lnTo>
                  <a:pt x="1047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638680" y="4819320"/>
            <a:ext cx="1457640" cy="429120"/>
          </a:xfrm>
          <a:custGeom>
            <a:avLst/>
            <a:gdLst/>
            <a:ahLst/>
            <a:rect l="0" t="0" r="r" b="b"/>
            <a:pathLst>
              <a:path w="4049" h="1192">
                <a:moveTo>
                  <a:pt x="0" y="0"/>
                </a:moveTo>
                <a:lnTo>
                  <a:pt x="4049" y="0"/>
                </a:lnTo>
                <a:lnTo>
                  <a:pt x="4049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7095960" y="4819320"/>
            <a:ext cx="1267200" cy="429120"/>
          </a:xfrm>
          <a:custGeom>
            <a:avLst/>
            <a:gdLst/>
            <a:ahLst/>
            <a:rect l="0" t="0" r="r" b="b"/>
            <a:pathLst>
              <a:path w="3520" h="1192">
                <a:moveTo>
                  <a:pt x="0" y="0"/>
                </a:moveTo>
                <a:lnTo>
                  <a:pt x="3520" y="0"/>
                </a:lnTo>
                <a:lnTo>
                  <a:pt x="3520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571320" y="1876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571320" y="187632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857240" y="1876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866600" y="187632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5638680" y="1876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5648040" y="187632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7095960" y="187632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7105320" y="1876320"/>
            <a:ext cx="1257840" cy="9720"/>
          </a:xfrm>
          <a:custGeom>
            <a:avLst/>
            <a:gdLst/>
            <a:ahLst/>
            <a:rect l="0" t="0" r="r" b="b"/>
            <a:pathLst>
              <a:path w="3494" h="27">
                <a:moveTo>
                  <a:pt x="0" y="0"/>
                </a:moveTo>
                <a:lnTo>
                  <a:pt x="3494" y="0"/>
                </a:lnTo>
                <a:lnTo>
                  <a:pt x="3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8353080" y="187632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571320" y="224784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866600" y="224784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5648040" y="224784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7105320" y="2247840"/>
            <a:ext cx="1257840" cy="9720"/>
          </a:xfrm>
          <a:custGeom>
            <a:avLst/>
            <a:gdLst/>
            <a:ahLst/>
            <a:rect l="0" t="0" r="r" b="b"/>
            <a:pathLst>
              <a:path w="3494" h="27">
                <a:moveTo>
                  <a:pt x="0" y="0"/>
                </a:moveTo>
                <a:lnTo>
                  <a:pt x="3494" y="0"/>
                </a:lnTo>
                <a:lnTo>
                  <a:pt x="3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571320" y="22572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857240" y="22572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638680" y="22572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7095960" y="225720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8353080" y="225720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57132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571320" y="267624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85724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866600" y="267624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563868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5648040" y="2676240"/>
            <a:ext cx="1457640" cy="10080"/>
          </a:xfrm>
          <a:custGeom>
            <a:avLst/>
            <a:gdLst/>
            <a:ahLst/>
            <a:rect l="0" t="0" r="r" b="b"/>
            <a:pathLst>
              <a:path w="4049" h="28">
                <a:moveTo>
                  <a:pt x="0" y="0"/>
                </a:moveTo>
                <a:lnTo>
                  <a:pt x="4049" y="0"/>
                </a:lnTo>
                <a:lnTo>
                  <a:pt x="4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7095960" y="268596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7105320" y="2676240"/>
            <a:ext cx="1257840" cy="10080"/>
          </a:xfrm>
          <a:custGeom>
            <a:avLst/>
            <a:gdLst/>
            <a:ahLst/>
            <a:rect l="0" t="0" r="r" b="b"/>
            <a:pathLst>
              <a:path w="3494" h="28">
                <a:moveTo>
                  <a:pt x="0" y="0"/>
                </a:moveTo>
                <a:lnTo>
                  <a:pt x="3494" y="0"/>
                </a:lnTo>
                <a:lnTo>
                  <a:pt x="3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8353080" y="268596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57132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71320" y="310500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85724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866600" y="310500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563868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5648040" y="310500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7095960" y="311436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7105320" y="3105000"/>
            <a:ext cx="1257840" cy="9720"/>
          </a:xfrm>
          <a:custGeom>
            <a:avLst/>
            <a:gdLst/>
            <a:ahLst/>
            <a:rect l="0" t="0" r="r" b="b"/>
            <a:pathLst>
              <a:path w="3494" h="27">
                <a:moveTo>
                  <a:pt x="0" y="0"/>
                </a:moveTo>
                <a:lnTo>
                  <a:pt x="3494" y="0"/>
                </a:lnTo>
                <a:lnTo>
                  <a:pt x="3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8353080" y="311436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57132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571320" y="353376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85724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866600" y="353376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563868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648040" y="353376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7095960" y="354312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7105320" y="3533760"/>
            <a:ext cx="1257840" cy="9720"/>
          </a:xfrm>
          <a:custGeom>
            <a:avLst/>
            <a:gdLst/>
            <a:ahLst/>
            <a:rect l="0" t="0" r="r" b="b"/>
            <a:pathLst>
              <a:path w="3494" h="27">
                <a:moveTo>
                  <a:pt x="0" y="0"/>
                </a:moveTo>
                <a:lnTo>
                  <a:pt x="3494" y="0"/>
                </a:lnTo>
                <a:lnTo>
                  <a:pt x="3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8353080" y="354312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7132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71320" y="396216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85724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866600" y="396216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63868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648040" y="3962160"/>
            <a:ext cx="1457640" cy="10080"/>
          </a:xfrm>
          <a:custGeom>
            <a:avLst/>
            <a:gdLst/>
            <a:ahLst/>
            <a:rect l="0" t="0" r="r" b="b"/>
            <a:pathLst>
              <a:path w="4049" h="28">
                <a:moveTo>
                  <a:pt x="0" y="0"/>
                </a:moveTo>
                <a:lnTo>
                  <a:pt x="4049" y="0"/>
                </a:lnTo>
                <a:lnTo>
                  <a:pt x="4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7095960" y="3971880"/>
            <a:ext cx="9720" cy="428760"/>
          </a:xfrm>
          <a:custGeom>
            <a:avLst/>
            <a:gdLst/>
            <a:ahLst/>
            <a:rect l="0" t="0" r="r" b="b"/>
            <a:pathLst>
              <a:path w="27" h="1191">
                <a:moveTo>
                  <a:pt x="0" y="0"/>
                </a:moveTo>
                <a:lnTo>
                  <a:pt x="27" y="0"/>
                </a:lnTo>
                <a:lnTo>
                  <a:pt x="27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7105320" y="3962160"/>
            <a:ext cx="1257840" cy="10080"/>
          </a:xfrm>
          <a:custGeom>
            <a:avLst/>
            <a:gdLst/>
            <a:ahLst/>
            <a:rect l="0" t="0" r="r" b="b"/>
            <a:pathLst>
              <a:path w="3494" h="28">
                <a:moveTo>
                  <a:pt x="0" y="0"/>
                </a:moveTo>
                <a:lnTo>
                  <a:pt x="3494" y="0"/>
                </a:lnTo>
                <a:lnTo>
                  <a:pt x="3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8353080" y="3971880"/>
            <a:ext cx="10080" cy="428760"/>
          </a:xfrm>
          <a:custGeom>
            <a:avLst/>
            <a:gdLst/>
            <a:ahLst/>
            <a:rect l="0" t="0" r="r" b="b"/>
            <a:pathLst>
              <a:path w="28" h="1191">
                <a:moveTo>
                  <a:pt x="0" y="0"/>
                </a:moveTo>
                <a:lnTo>
                  <a:pt x="28" y="0"/>
                </a:lnTo>
                <a:lnTo>
                  <a:pt x="2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57132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571320" y="439092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185724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866600" y="439092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63868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5648040" y="439092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7095960" y="4400280"/>
            <a:ext cx="9720" cy="429120"/>
          </a:xfrm>
          <a:custGeom>
            <a:avLst/>
            <a:gdLst/>
            <a:ahLst/>
            <a:rect l="0" t="0" r="r" b="b"/>
            <a:pathLst>
              <a:path w="27" h="1192">
                <a:moveTo>
                  <a:pt x="0" y="0"/>
                </a:moveTo>
                <a:lnTo>
                  <a:pt x="27" y="0"/>
                </a:lnTo>
                <a:lnTo>
                  <a:pt x="27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7105320" y="4390920"/>
            <a:ext cx="1257840" cy="9720"/>
          </a:xfrm>
          <a:custGeom>
            <a:avLst/>
            <a:gdLst/>
            <a:ahLst/>
            <a:rect l="0" t="0" r="r" b="b"/>
            <a:pathLst>
              <a:path w="3494" h="27">
                <a:moveTo>
                  <a:pt x="0" y="0"/>
                </a:moveTo>
                <a:lnTo>
                  <a:pt x="3494" y="0"/>
                </a:lnTo>
                <a:lnTo>
                  <a:pt x="3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8353080" y="4400280"/>
            <a:ext cx="10080" cy="429120"/>
          </a:xfrm>
          <a:custGeom>
            <a:avLst/>
            <a:gdLst/>
            <a:ahLst/>
            <a:rect l="0" t="0" r="r" b="b"/>
            <a:pathLst>
              <a:path w="28" h="1192">
                <a:moveTo>
                  <a:pt x="0" y="0"/>
                </a:moveTo>
                <a:lnTo>
                  <a:pt x="28" y="0"/>
                </a:lnTo>
                <a:lnTo>
                  <a:pt x="2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571320" y="4829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571320" y="481932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857240" y="4829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866600" y="4819320"/>
            <a:ext cx="3781800" cy="10080"/>
          </a:xfrm>
          <a:custGeom>
            <a:avLst/>
            <a:gdLst/>
            <a:ahLst/>
            <a:rect l="0" t="0" r="r" b="b"/>
            <a:pathLst>
              <a:path w="10505" h="28">
                <a:moveTo>
                  <a:pt x="0" y="0"/>
                </a:moveTo>
                <a:lnTo>
                  <a:pt x="10505" y="0"/>
                </a:lnTo>
                <a:lnTo>
                  <a:pt x="105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638680" y="4829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648040" y="4819320"/>
            <a:ext cx="1457640" cy="10080"/>
          </a:xfrm>
          <a:custGeom>
            <a:avLst/>
            <a:gdLst/>
            <a:ahLst/>
            <a:rect l="0" t="0" r="r" b="b"/>
            <a:pathLst>
              <a:path w="4049" h="28">
                <a:moveTo>
                  <a:pt x="0" y="0"/>
                </a:moveTo>
                <a:lnTo>
                  <a:pt x="4049" y="0"/>
                </a:lnTo>
                <a:lnTo>
                  <a:pt x="4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7095960" y="4829040"/>
            <a:ext cx="9720" cy="419400"/>
          </a:xfrm>
          <a:custGeom>
            <a:avLst/>
            <a:gdLst/>
            <a:ah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7105320" y="4819320"/>
            <a:ext cx="1257840" cy="10080"/>
          </a:xfrm>
          <a:custGeom>
            <a:avLst/>
            <a:gdLst/>
            <a:ahLst/>
            <a:rect l="0" t="0" r="r" b="b"/>
            <a:pathLst>
              <a:path w="3494" h="28">
                <a:moveTo>
                  <a:pt x="0" y="0"/>
                </a:moveTo>
                <a:lnTo>
                  <a:pt x="3494" y="0"/>
                </a:lnTo>
                <a:lnTo>
                  <a:pt x="34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8353080" y="4829040"/>
            <a:ext cx="10080" cy="419400"/>
          </a:xfrm>
          <a:custGeom>
            <a:avLst/>
            <a:gdLst/>
            <a:ah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571320" y="523872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866600" y="5238720"/>
            <a:ext cx="3781800" cy="9720"/>
          </a:xfrm>
          <a:custGeom>
            <a:avLst/>
            <a:gdLst/>
            <a:ahLst/>
            <a:rect l="0" t="0" r="r" b="b"/>
            <a:pathLst>
              <a:path w="10505" h="27">
                <a:moveTo>
                  <a:pt x="0" y="0"/>
                </a:moveTo>
                <a:lnTo>
                  <a:pt x="10505" y="0"/>
                </a:lnTo>
                <a:lnTo>
                  <a:pt x="105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648040" y="523872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7105320" y="5238720"/>
            <a:ext cx="1257840" cy="9720"/>
          </a:xfrm>
          <a:custGeom>
            <a:avLst/>
            <a:gdLst/>
            <a:ahLst/>
            <a:rect l="0" t="0" r="r" b="b"/>
            <a:pathLst>
              <a:path w="3494" h="27">
                <a:moveTo>
                  <a:pt x="0" y="0"/>
                </a:moveTo>
                <a:lnTo>
                  <a:pt x="3494" y="0"/>
                </a:lnTo>
                <a:lnTo>
                  <a:pt x="349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571320" y="1297440"/>
            <a:ext cx="20062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社媒素材包清单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704880" y="194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⽤途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990800" y="194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⽂件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5768640" y="194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尺⼨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227000" y="194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备注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990440" y="2323800"/>
            <a:ext cx="3391200" cy="276840"/>
          </a:xfrm>
          <a:custGeom>
            <a:avLst/>
            <a:gdLst/>
            <a:ahLst/>
            <a:rect l="0" t="0" r="r" b="b"/>
            <a:pathLst>
              <a:path w="9420" h="769">
                <a:moveTo>
                  <a:pt x="0" y="689"/>
                </a:moveTo>
                <a:lnTo>
                  <a:pt x="0" y="81"/>
                </a:lnTo>
                <a:cubicBezTo>
                  <a:pt x="0" y="70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9341" y="0"/>
                </a:lnTo>
                <a:cubicBezTo>
                  <a:pt x="9352" y="0"/>
                  <a:pt x="9362" y="2"/>
                  <a:pt x="9371" y="6"/>
                </a:cubicBezTo>
                <a:cubicBezTo>
                  <a:pt x="9381" y="10"/>
                  <a:pt x="9390" y="16"/>
                  <a:pt x="9397" y="24"/>
                </a:cubicBezTo>
                <a:cubicBezTo>
                  <a:pt x="9405" y="31"/>
                  <a:pt x="9410" y="40"/>
                  <a:pt x="9414" y="49"/>
                </a:cubicBezTo>
                <a:cubicBezTo>
                  <a:pt x="9418" y="59"/>
                  <a:pt x="9420" y="70"/>
                  <a:pt x="9420" y="81"/>
                </a:cubicBezTo>
                <a:lnTo>
                  <a:pt x="9420" y="689"/>
                </a:lnTo>
                <a:cubicBezTo>
                  <a:pt x="9420" y="700"/>
                  <a:pt x="9418" y="710"/>
                  <a:pt x="9414" y="720"/>
                </a:cubicBezTo>
                <a:cubicBezTo>
                  <a:pt x="9410" y="729"/>
                  <a:pt x="9405" y="738"/>
                  <a:pt x="9397" y="745"/>
                </a:cubicBezTo>
                <a:cubicBezTo>
                  <a:pt x="9390" y="753"/>
                  <a:pt x="9381" y="759"/>
                  <a:pt x="9371" y="763"/>
                </a:cubicBezTo>
                <a:cubicBezTo>
                  <a:pt x="9362" y="767"/>
                  <a:pt x="9352" y="769"/>
                  <a:pt x="9341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40" y="759"/>
                  <a:pt x="31" y="753"/>
                  <a:pt x="24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704880" y="23425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公众号封⾯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048040" y="2339280"/>
            <a:ext cx="3268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renders/01_hero_corner.png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5768640" y="2342520"/>
            <a:ext cx="96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 × 1000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7227000" y="2342520"/>
            <a:ext cx="91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热图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TOP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990440" y="2752560"/>
            <a:ext cx="3143880" cy="276480"/>
          </a:xfrm>
          <a:custGeom>
            <a:avLst/>
            <a:gdLst/>
            <a:ahLst/>
            <a:rect l="0" t="0" r="r" b="b"/>
            <a:pathLst>
              <a:path w="8733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653" y="0"/>
                </a:lnTo>
                <a:cubicBezTo>
                  <a:pt x="8664" y="0"/>
                  <a:pt x="8674" y="2"/>
                  <a:pt x="8684" y="6"/>
                </a:cubicBezTo>
                <a:cubicBezTo>
                  <a:pt x="8693" y="10"/>
                  <a:pt x="8702" y="16"/>
                  <a:pt x="8709" y="23"/>
                </a:cubicBezTo>
                <a:cubicBezTo>
                  <a:pt x="8717" y="31"/>
                  <a:pt x="8722" y="39"/>
                  <a:pt x="8726" y="49"/>
                </a:cubicBezTo>
                <a:cubicBezTo>
                  <a:pt x="8731" y="59"/>
                  <a:pt x="8733" y="69"/>
                  <a:pt x="8733" y="79"/>
                </a:cubicBezTo>
                <a:lnTo>
                  <a:pt x="8733" y="689"/>
                </a:lnTo>
                <a:cubicBezTo>
                  <a:pt x="8733" y="699"/>
                  <a:pt x="8731" y="710"/>
                  <a:pt x="8726" y="719"/>
                </a:cubicBezTo>
                <a:cubicBezTo>
                  <a:pt x="8722" y="729"/>
                  <a:pt x="8717" y="738"/>
                  <a:pt x="8709" y="745"/>
                </a:cubicBezTo>
                <a:cubicBezTo>
                  <a:pt x="8702" y="752"/>
                  <a:pt x="8693" y="758"/>
                  <a:pt x="8684" y="762"/>
                </a:cubicBezTo>
                <a:cubicBezTo>
                  <a:pt x="8674" y="766"/>
                  <a:pt x="8664" y="768"/>
                  <a:pt x="8653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704880" y="27709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⼩红书头图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2048040" y="2767680"/>
            <a:ext cx="3017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renders/03_main_zone.png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5768640" y="2770920"/>
            <a:ext cx="96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 × 1000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7227000" y="27709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书墙正⾯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1990440" y="3181320"/>
            <a:ext cx="3524760" cy="276480"/>
          </a:xfrm>
          <a:custGeom>
            <a:avLst/>
            <a:gdLst/>
            <a:ahLst/>
            <a:rect l="0" t="0" r="r" b="b"/>
            <a:pathLst>
              <a:path w="9791" h="768">
                <a:moveTo>
                  <a:pt x="0" y="68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9711" y="0"/>
                </a:lnTo>
                <a:cubicBezTo>
                  <a:pt x="9722" y="0"/>
                  <a:pt x="9732" y="2"/>
                  <a:pt x="9742" y="6"/>
                </a:cubicBezTo>
                <a:cubicBezTo>
                  <a:pt x="9752" y="10"/>
                  <a:pt x="9760" y="15"/>
                  <a:pt x="9768" y="23"/>
                </a:cubicBezTo>
                <a:cubicBezTo>
                  <a:pt x="9775" y="30"/>
                  <a:pt x="9781" y="39"/>
                  <a:pt x="9785" y="49"/>
                </a:cubicBezTo>
                <a:cubicBezTo>
                  <a:pt x="9789" y="58"/>
                  <a:pt x="9791" y="68"/>
                  <a:pt x="9791" y="79"/>
                </a:cubicBezTo>
                <a:lnTo>
                  <a:pt x="9791" y="687"/>
                </a:lnTo>
                <a:cubicBezTo>
                  <a:pt x="9791" y="698"/>
                  <a:pt x="9789" y="708"/>
                  <a:pt x="9785" y="718"/>
                </a:cubicBezTo>
                <a:cubicBezTo>
                  <a:pt x="9781" y="728"/>
                  <a:pt x="9775" y="736"/>
                  <a:pt x="9768" y="744"/>
                </a:cubicBezTo>
                <a:cubicBezTo>
                  <a:pt x="9760" y="752"/>
                  <a:pt x="9752" y="758"/>
                  <a:pt x="9742" y="762"/>
                </a:cubicBezTo>
                <a:cubicBezTo>
                  <a:pt x="9732" y="766"/>
                  <a:pt x="9722" y="768"/>
                  <a:pt x="9711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4"/>
                </a:cubicBezTo>
                <a:cubicBezTo>
                  <a:pt x="16" y="736"/>
                  <a:pt x="10" y="728"/>
                  <a:pt x="6" y="718"/>
                </a:cubicBezTo>
                <a:cubicBezTo>
                  <a:pt x="2" y="708"/>
                  <a:pt x="0" y="698"/>
                  <a:pt x="0" y="687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04880" y="3199680"/>
            <a:ext cx="1168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抖⾳竖版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(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裁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2048040" y="3196440"/>
            <a:ext cx="3394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renders/04_feature_zone.png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768640" y="3199680"/>
            <a:ext cx="12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1000 × 1600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7227000" y="319968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⼯作桌特写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990440" y="3609720"/>
            <a:ext cx="2514960" cy="276480"/>
          </a:xfrm>
          <a:custGeom>
            <a:avLst/>
            <a:gdLst/>
            <a:ahLst/>
            <a:rect l="0" t="0" r="r" b="b"/>
            <a:pathLst>
              <a:path w="6986" h="768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6907" y="0"/>
                </a:lnTo>
                <a:cubicBezTo>
                  <a:pt x="6917" y="0"/>
                  <a:pt x="6928" y="2"/>
                  <a:pt x="6937" y="6"/>
                </a:cubicBezTo>
                <a:cubicBezTo>
                  <a:pt x="6947" y="10"/>
                  <a:pt x="6956" y="16"/>
                  <a:pt x="6963" y="23"/>
                </a:cubicBezTo>
                <a:cubicBezTo>
                  <a:pt x="6970" y="31"/>
                  <a:pt x="6976" y="39"/>
                  <a:pt x="6980" y="49"/>
                </a:cubicBezTo>
                <a:cubicBezTo>
                  <a:pt x="6984" y="59"/>
                  <a:pt x="6986" y="69"/>
                  <a:pt x="6986" y="80"/>
                </a:cubicBezTo>
                <a:lnTo>
                  <a:pt x="6986" y="689"/>
                </a:lnTo>
                <a:cubicBezTo>
                  <a:pt x="6986" y="700"/>
                  <a:pt x="6984" y="710"/>
                  <a:pt x="6980" y="719"/>
                </a:cubicBezTo>
                <a:cubicBezTo>
                  <a:pt x="6976" y="729"/>
                  <a:pt x="6970" y="738"/>
                  <a:pt x="6963" y="745"/>
                </a:cubicBezTo>
                <a:cubicBezTo>
                  <a:pt x="6956" y="753"/>
                  <a:pt x="6947" y="758"/>
                  <a:pt x="6937" y="762"/>
                </a:cubicBezTo>
                <a:cubicBezTo>
                  <a:pt x="6928" y="766"/>
                  <a:pt x="6917" y="768"/>
                  <a:pt x="6907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704880" y="362844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朋友圈九宫格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2048040" y="3625200"/>
            <a:ext cx="23889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renders/01-06_*.png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5768640" y="3628440"/>
            <a:ext cx="12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 × 1000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227000" y="36284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满屏氛围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990440" y="4038480"/>
            <a:ext cx="3524760" cy="276480"/>
          </a:xfrm>
          <a:custGeom>
            <a:avLst/>
            <a:gdLst/>
            <a:ahLst/>
            <a:rect l="0" t="0" r="r" b="b"/>
            <a:pathLst>
              <a:path w="9791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9711" y="0"/>
                </a:lnTo>
                <a:cubicBezTo>
                  <a:pt x="9722" y="0"/>
                  <a:pt x="9732" y="2"/>
                  <a:pt x="9742" y="6"/>
                </a:cubicBezTo>
                <a:cubicBezTo>
                  <a:pt x="9752" y="10"/>
                  <a:pt x="9760" y="16"/>
                  <a:pt x="9768" y="23"/>
                </a:cubicBezTo>
                <a:cubicBezTo>
                  <a:pt x="9775" y="31"/>
                  <a:pt x="9781" y="39"/>
                  <a:pt x="9785" y="49"/>
                </a:cubicBezTo>
                <a:cubicBezTo>
                  <a:pt x="9789" y="59"/>
                  <a:pt x="9791" y="69"/>
                  <a:pt x="9791" y="79"/>
                </a:cubicBezTo>
                <a:lnTo>
                  <a:pt x="9791" y="689"/>
                </a:lnTo>
                <a:cubicBezTo>
                  <a:pt x="9791" y="699"/>
                  <a:pt x="9789" y="709"/>
                  <a:pt x="9785" y="719"/>
                </a:cubicBezTo>
                <a:cubicBezTo>
                  <a:pt x="9781" y="729"/>
                  <a:pt x="9775" y="737"/>
                  <a:pt x="9768" y="745"/>
                </a:cubicBezTo>
                <a:cubicBezTo>
                  <a:pt x="9760" y="752"/>
                  <a:pt x="9752" y="758"/>
                  <a:pt x="9742" y="762"/>
                </a:cubicBezTo>
                <a:cubicBezTo>
                  <a:pt x="9732" y="766"/>
                  <a:pt x="9722" y="768"/>
                  <a:pt x="9711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2"/>
                  <a:pt x="24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704880" y="40568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楼层⻦瞰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2048040" y="4053600"/>
            <a:ext cx="33948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renders/08_birds_eye_3d.png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5768640" y="4056840"/>
            <a:ext cx="96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 × 1000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7227000" y="40568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产品感强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990440" y="4466880"/>
            <a:ext cx="3143880" cy="276840"/>
          </a:xfrm>
          <a:custGeom>
            <a:avLst/>
            <a:gdLst/>
            <a:ahLst/>
            <a:rect l="0" t="0" r="r" b="b"/>
            <a:pathLst>
              <a:path w="8733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653" y="0"/>
                </a:lnTo>
                <a:cubicBezTo>
                  <a:pt x="8664" y="0"/>
                  <a:pt x="8674" y="2"/>
                  <a:pt x="8684" y="6"/>
                </a:cubicBezTo>
                <a:cubicBezTo>
                  <a:pt x="8693" y="11"/>
                  <a:pt x="8702" y="16"/>
                  <a:pt x="8709" y="24"/>
                </a:cubicBezTo>
                <a:cubicBezTo>
                  <a:pt x="8717" y="31"/>
                  <a:pt x="8722" y="40"/>
                  <a:pt x="8726" y="49"/>
                </a:cubicBezTo>
                <a:cubicBezTo>
                  <a:pt x="8731" y="59"/>
                  <a:pt x="8733" y="69"/>
                  <a:pt x="8733" y="80"/>
                </a:cubicBezTo>
                <a:lnTo>
                  <a:pt x="8733" y="689"/>
                </a:lnTo>
                <a:cubicBezTo>
                  <a:pt x="8733" y="700"/>
                  <a:pt x="8731" y="710"/>
                  <a:pt x="8726" y="720"/>
                </a:cubicBezTo>
                <a:cubicBezTo>
                  <a:pt x="8722" y="729"/>
                  <a:pt x="8717" y="738"/>
                  <a:pt x="8709" y="746"/>
                </a:cubicBezTo>
                <a:cubicBezTo>
                  <a:pt x="8702" y="753"/>
                  <a:pt x="8693" y="759"/>
                  <a:pt x="8684" y="763"/>
                </a:cubicBezTo>
                <a:cubicBezTo>
                  <a:pt x="8674" y="767"/>
                  <a:pt x="8664" y="769"/>
                  <a:pt x="8653" y="769"/>
                </a:cubicBezTo>
                <a:lnTo>
                  <a:pt x="80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40" y="759"/>
                  <a:pt x="31" y="753"/>
                  <a:pt x="24" y="746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704880" y="448560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平⾯彩图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2048040" y="4482360"/>
            <a:ext cx="301752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renders/07_top_ortho.png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768640" y="4485600"/>
            <a:ext cx="969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 × 1000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7227000" y="4485600"/>
            <a:ext cx="903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站视频⽤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990440" y="4895640"/>
            <a:ext cx="1753200" cy="276480"/>
          </a:xfrm>
          <a:custGeom>
            <a:avLst/>
            <a:gdLst/>
            <a:ahLst/>
            <a:rect l="0" t="0" r="r" b="b"/>
            <a:pathLst>
              <a:path w="4870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790" y="0"/>
                </a:lnTo>
                <a:cubicBezTo>
                  <a:pt x="4801" y="0"/>
                  <a:pt x="4811" y="2"/>
                  <a:pt x="4821" y="6"/>
                </a:cubicBezTo>
                <a:cubicBezTo>
                  <a:pt x="4830" y="10"/>
                  <a:pt x="4839" y="16"/>
                  <a:pt x="4846" y="23"/>
                </a:cubicBezTo>
                <a:cubicBezTo>
                  <a:pt x="4854" y="31"/>
                  <a:pt x="4860" y="39"/>
                  <a:pt x="4864" y="49"/>
                </a:cubicBezTo>
                <a:cubicBezTo>
                  <a:pt x="4868" y="59"/>
                  <a:pt x="4870" y="69"/>
                  <a:pt x="4870" y="79"/>
                </a:cubicBezTo>
                <a:lnTo>
                  <a:pt x="4870" y="689"/>
                </a:lnTo>
                <a:cubicBezTo>
                  <a:pt x="4870" y="700"/>
                  <a:pt x="4868" y="710"/>
                  <a:pt x="4864" y="719"/>
                </a:cubicBezTo>
                <a:cubicBezTo>
                  <a:pt x="4860" y="729"/>
                  <a:pt x="4854" y="738"/>
                  <a:pt x="4846" y="745"/>
                </a:cubicBezTo>
                <a:cubicBezTo>
                  <a:pt x="4839" y="753"/>
                  <a:pt x="4830" y="758"/>
                  <a:pt x="4821" y="762"/>
                </a:cubicBezTo>
                <a:cubicBezTo>
                  <a:pt x="4811" y="766"/>
                  <a:pt x="4801" y="768"/>
                  <a:pt x="4790" y="768"/>
                </a:cubicBezTo>
                <a:lnTo>
                  <a:pt x="80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40" y="758"/>
                  <a:pt x="31" y="753"/>
                  <a:pt x="24" y="745"/>
                </a:cubicBezTo>
                <a:cubicBezTo>
                  <a:pt x="16" y="738"/>
                  <a:pt x="10" y="729"/>
                  <a:pt x="6" y="719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04880" y="4904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配⾊板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2048040" y="4910760"/>
            <a:ext cx="163476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moodboard.png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5768640" y="4904640"/>
            <a:ext cx="900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1600 × 900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7227000" y="4904640"/>
            <a:ext cx="1095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复制同款⾊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285840" y="199440"/>
            <a:ext cx="307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书房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20 m²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品牌传播素材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580680" y="244764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352520" y="2447640"/>
            <a:ext cx="2905200" cy="371880"/>
          </a:xfrm>
          <a:custGeom>
            <a:avLst/>
            <a:gdLst/>
            <a:ahLst/>
            <a:rect l="0" t="0" r="r" b="b"/>
            <a:pathLst>
              <a:path w="8070" h="1033">
                <a:moveTo>
                  <a:pt x="0" y="0"/>
                </a:moveTo>
                <a:lnTo>
                  <a:pt x="8070" y="0"/>
                </a:lnTo>
                <a:lnTo>
                  <a:pt x="8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4257360" y="244764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580680" y="244764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1352520" y="2447640"/>
            <a:ext cx="2905200" cy="371880"/>
          </a:xfrm>
          <a:custGeom>
            <a:avLst/>
            <a:gdLst/>
            <a:ahLst/>
            <a:rect l="0" t="0" r="r" b="b"/>
            <a:pathLst>
              <a:path w="8070" h="1033">
                <a:moveTo>
                  <a:pt x="0" y="0"/>
                </a:moveTo>
                <a:lnTo>
                  <a:pt x="8070" y="0"/>
                </a:lnTo>
                <a:lnTo>
                  <a:pt x="8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4257360" y="244764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580680" y="281916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352520" y="2819160"/>
            <a:ext cx="2905200" cy="371880"/>
          </a:xfrm>
          <a:custGeom>
            <a:avLst/>
            <a:gdLst/>
            <a:ahLst/>
            <a:rect l="0" t="0" r="r" b="b"/>
            <a:pathLst>
              <a:path w="8070" h="1033">
                <a:moveTo>
                  <a:pt x="0" y="0"/>
                </a:moveTo>
                <a:lnTo>
                  <a:pt x="8070" y="0"/>
                </a:lnTo>
                <a:lnTo>
                  <a:pt x="8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4257360" y="281916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580680" y="319068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352520" y="3190680"/>
            <a:ext cx="2905200" cy="371880"/>
          </a:xfrm>
          <a:custGeom>
            <a:avLst/>
            <a:gdLst/>
            <a:ahLst/>
            <a:rect l="0" t="0" r="r" b="b"/>
            <a:pathLst>
              <a:path w="8070" h="1033">
                <a:moveTo>
                  <a:pt x="0" y="0"/>
                </a:moveTo>
                <a:lnTo>
                  <a:pt x="8070" y="0"/>
                </a:lnTo>
                <a:lnTo>
                  <a:pt x="8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4257360" y="319068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80680" y="356220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352520" y="3562200"/>
            <a:ext cx="2905200" cy="371880"/>
          </a:xfrm>
          <a:custGeom>
            <a:avLst/>
            <a:gdLst/>
            <a:ahLst/>
            <a:rect l="0" t="0" r="r" b="b"/>
            <a:pathLst>
              <a:path w="8070" h="1033">
                <a:moveTo>
                  <a:pt x="0" y="0"/>
                </a:moveTo>
                <a:lnTo>
                  <a:pt x="8070" y="0"/>
                </a:lnTo>
                <a:lnTo>
                  <a:pt x="8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4257360" y="356220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580680" y="3933720"/>
            <a:ext cx="772200" cy="371880"/>
          </a:xfrm>
          <a:custGeom>
            <a:avLst/>
            <a:gdLst/>
            <a:ahLst/>
            <a:rect l="0" t="0" r="r" b="b"/>
            <a:pathLst>
              <a:path w="2145" h="1033">
                <a:moveTo>
                  <a:pt x="0" y="0"/>
                </a:moveTo>
                <a:lnTo>
                  <a:pt x="2145" y="0"/>
                </a:lnTo>
                <a:lnTo>
                  <a:pt x="214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352520" y="3933720"/>
            <a:ext cx="2905200" cy="371880"/>
          </a:xfrm>
          <a:custGeom>
            <a:avLst/>
            <a:gdLst/>
            <a:ahLst/>
            <a:rect l="0" t="0" r="r" b="b"/>
            <a:pathLst>
              <a:path w="8070" h="1033">
                <a:moveTo>
                  <a:pt x="0" y="0"/>
                </a:moveTo>
                <a:lnTo>
                  <a:pt x="8070" y="0"/>
                </a:lnTo>
                <a:lnTo>
                  <a:pt x="807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4257360" y="3933720"/>
            <a:ext cx="3772440" cy="371880"/>
          </a:xfrm>
          <a:custGeom>
            <a:avLst/>
            <a:gdLst/>
            <a:ahLst/>
            <a:rect l="0" t="0" r="r" b="b"/>
            <a:pathLst>
              <a:path w="10479" h="1033">
                <a:moveTo>
                  <a:pt x="0" y="0"/>
                </a:moveTo>
                <a:lnTo>
                  <a:pt x="10479" y="0"/>
                </a:lnTo>
                <a:lnTo>
                  <a:pt x="1047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580680" y="4305240"/>
            <a:ext cx="772200" cy="381240"/>
          </a:xfrm>
          <a:custGeom>
            <a:avLst/>
            <a:gdLst/>
            <a:ahLst/>
            <a:rect l="0" t="0" r="r" b="b"/>
            <a:pathLst>
              <a:path w="2145" h="1059">
                <a:moveTo>
                  <a:pt x="0" y="0"/>
                </a:moveTo>
                <a:lnTo>
                  <a:pt x="2145" y="0"/>
                </a:lnTo>
                <a:lnTo>
                  <a:pt x="214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352520" y="4305240"/>
            <a:ext cx="2905200" cy="381240"/>
          </a:xfrm>
          <a:custGeom>
            <a:avLst/>
            <a:gdLst/>
            <a:ahLst/>
            <a:rect l="0" t="0" r="r" b="b"/>
            <a:pathLst>
              <a:path w="8070" h="1059">
                <a:moveTo>
                  <a:pt x="0" y="0"/>
                </a:moveTo>
                <a:lnTo>
                  <a:pt x="8070" y="0"/>
                </a:lnTo>
                <a:lnTo>
                  <a:pt x="807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4257360" y="4305240"/>
            <a:ext cx="3772440" cy="381240"/>
          </a:xfrm>
          <a:custGeom>
            <a:avLst/>
            <a:gdLst/>
            <a:ahLst/>
            <a:rect l="0" t="0" r="r" b="b"/>
            <a:pathLst>
              <a:path w="10479" h="1059">
                <a:moveTo>
                  <a:pt x="0" y="0"/>
                </a:moveTo>
                <a:lnTo>
                  <a:pt x="10479" y="0"/>
                </a:lnTo>
                <a:lnTo>
                  <a:pt x="10479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57132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571320" y="243828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1342800" y="2438280"/>
            <a:ext cx="10440" cy="390960"/>
          </a:xfrm>
          <a:custGeom>
            <a:avLst/>
            <a:gdLst/>
            <a:ahLst/>
            <a:rect l="0" t="0" r="r" b="b"/>
            <a:pathLst>
              <a:path w="29" h="1086">
                <a:moveTo>
                  <a:pt x="0" y="0"/>
                </a:moveTo>
                <a:lnTo>
                  <a:pt x="29" y="0"/>
                </a:lnTo>
                <a:lnTo>
                  <a:pt x="29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1352520" y="2438280"/>
            <a:ext cx="2905200" cy="9720"/>
          </a:xfrm>
          <a:custGeom>
            <a:avLst/>
            <a:gdLst/>
            <a:ahLst/>
            <a:rect l="0" t="0" r="r" b="b"/>
            <a:pathLst>
              <a:path w="8070" h="27">
                <a:moveTo>
                  <a:pt x="0" y="0"/>
                </a:moveTo>
                <a:lnTo>
                  <a:pt x="8070" y="0"/>
                </a:lnTo>
                <a:lnTo>
                  <a:pt x="8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4248000" y="2438280"/>
            <a:ext cx="9720" cy="390960"/>
          </a:xfrm>
          <a:custGeom>
            <a:avLst/>
            <a:gdLst/>
            <a:ahLst/>
            <a:rect l="0" t="0" r="r" b="b"/>
            <a:pathLst>
              <a:path w="27" h="1086">
                <a:moveTo>
                  <a:pt x="0" y="0"/>
                </a:moveTo>
                <a:lnTo>
                  <a:pt x="27" y="0"/>
                </a:lnTo>
                <a:lnTo>
                  <a:pt x="27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4257360" y="2438280"/>
            <a:ext cx="3772440" cy="9720"/>
          </a:xfrm>
          <a:custGeom>
            <a:avLst/>
            <a:gdLst/>
            <a:ahLst/>
            <a:rect l="0" t="0" r="r" b="b"/>
            <a:pathLst>
              <a:path w="10479" h="27">
                <a:moveTo>
                  <a:pt x="0" y="0"/>
                </a:moveTo>
                <a:lnTo>
                  <a:pt x="10479" y="0"/>
                </a:lnTo>
                <a:lnTo>
                  <a:pt x="1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8019720" y="2438280"/>
            <a:ext cx="10080" cy="390960"/>
          </a:xfrm>
          <a:custGeom>
            <a:avLst/>
            <a:gdLst/>
            <a:ahLst/>
            <a:rect l="0" t="0" r="r" b="b"/>
            <a:pathLst>
              <a:path w="28" h="1086">
                <a:moveTo>
                  <a:pt x="0" y="0"/>
                </a:moveTo>
                <a:lnTo>
                  <a:pt x="28" y="0"/>
                </a:lnTo>
                <a:lnTo>
                  <a:pt x="28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571320" y="2819160"/>
            <a:ext cx="781560" cy="10080"/>
          </a:xfrm>
          <a:custGeom>
            <a:avLst/>
            <a:gdLst/>
            <a:ahLst/>
            <a:rect l="0" t="0" r="r" b="b"/>
            <a:pathLst>
              <a:path w="2171" h="28">
                <a:moveTo>
                  <a:pt x="0" y="0"/>
                </a:moveTo>
                <a:lnTo>
                  <a:pt x="2171" y="0"/>
                </a:lnTo>
                <a:lnTo>
                  <a:pt x="21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1352520" y="2819160"/>
            <a:ext cx="2905200" cy="10080"/>
          </a:xfrm>
          <a:custGeom>
            <a:avLst/>
            <a:gdLst/>
            <a:ahLst/>
            <a:rect l="0" t="0" r="r" b="b"/>
            <a:pathLst>
              <a:path w="8070" h="28">
                <a:moveTo>
                  <a:pt x="0" y="0"/>
                </a:moveTo>
                <a:lnTo>
                  <a:pt x="8070" y="0"/>
                </a:lnTo>
                <a:lnTo>
                  <a:pt x="8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4257360" y="2819160"/>
            <a:ext cx="3772440" cy="10080"/>
          </a:xfrm>
          <a:custGeom>
            <a:avLst/>
            <a:gdLst/>
            <a:ahLst/>
            <a:rect l="0" t="0" r="r" b="b"/>
            <a:pathLst>
              <a:path w="10479" h="28">
                <a:moveTo>
                  <a:pt x="0" y="0"/>
                </a:moveTo>
                <a:lnTo>
                  <a:pt x="10479" y="0"/>
                </a:lnTo>
                <a:lnTo>
                  <a:pt x="104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342800" y="2828880"/>
            <a:ext cx="10440" cy="371520"/>
          </a:xfrm>
          <a:custGeom>
            <a:avLst/>
            <a:gdLst/>
            <a:ahLst/>
            <a:rect l="0" t="0" r="r" b="b"/>
            <a:pathLst>
              <a:path w="29" h="1032">
                <a:moveTo>
                  <a:pt x="0" y="0"/>
                </a:moveTo>
                <a:lnTo>
                  <a:pt x="29" y="0"/>
                </a:lnTo>
                <a:lnTo>
                  <a:pt x="29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424800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801972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571320" y="319068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342800" y="320004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1352520" y="3190680"/>
            <a:ext cx="2905200" cy="9720"/>
          </a:xfrm>
          <a:custGeom>
            <a:avLst/>
            <a:gdLst/>
            <a:ahLst/>
            <a:rect l="0" t="0" r="r" b="b"/>
            <a:pathLst>
              <a:path w="8070" h="27">
                <a:moveTo>
                  <a:pt x="0" y="0"/>
                </a:moveTo>
                <a:lnTo>
                  <a:pt x="8070" y="0"/>
                </a:lnTo>
                <a:lnTo>
                  <a:pt x="8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24800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4257360" y="3190680"/>
            <a:ext cx="3772440" cy="9720"/>
          </a:xfrm>
          <a:custGeom>
            <a:avLst/>
            <a:gdLst/>
            <a:ahLst/>
            <a:rect l="0" t="0" r="r" b="b"/>
            <a:pathLst>
              <a:path w="10479" h="27">
                <a:moveTo>
                  <a:pt x="0" y="0"/>
                </a:moveTo>
                <a:lnTo>
                  <a:pt x="10479" y="0"/>
                </a:lnTo>
                <a:lnTo>
                  <a:pt x="1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801972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571320" y="356220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342800" y="357156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1352520" y="3562200"/>
            <a:ext cx="2905200" cy="9720"/>
          </a:xfrm>
          <a:custGeom>
            <a:avLst/>
            <a:gdLst/>
            <a:ahLst/>
            <a:rect l="0" t="0" r="r" b="b"/>
            <a:pathLst>
              <a:path w="8070" h="27">
                <a:moveTo>
                  <a:pt x="0" y="0"/>
                </a:moveTo>
                <a:lnTo>
                  <a:pt x="8070" y="0"/>
                </a:lnTo>
                <a:lnTo>
                  <a:pt x="8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424800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4257360" y="3562200"/>
            <a:ext cx="3772440" cy="9720"/>
          </a:xfrm>
          <a:custGeom>
            <a:avLst/>
            <a:gdLst/>
            <a:ahLst/>
            <a:rect l="0" t="0" r="r" b="b"/>
            <a:pathLst>
              <a:path w="10479" h="27">
                <a:moveTo>
                  <a:pt x="0" y="0"/>
                </a:moveTo>
                <a:lnTo>
                  <a:pt x="10479" y="0"/>
                </a:lnTo>
                <a:lnTo>
                  <a:pt x="1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801972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571320" y="393372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1342800" y="394308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1352520" y="3933720"/>
            <a:ext cx="2905200" cy="9720"/>
          </a:xfrm>
          <a:custGeom>
            <a:avLst/>
            <a:gdLst/>
            <a:ahLst/>
            <a:rect l="0" t="0" r="r" b="b"/>
            <a:pathLst>
              <a:path w="8070" h="27">
                <a:moveTo>
                  <a:pt x="0" y="0"/>
                </a:moveTo>
                <a:lnTo>
                  <a:pt x="8070" y="0"/>
                </a:lnTo>
                <a:lnTo>
                  <a:pt x="8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424800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4257360" y="3933720"/>
            <a:ext cx="3772440" cy="9720"/>
          </a:xfrm>
          <a:custGeom>
            <a:avLst/>
            <a:gdLst/>
            <a:ahLst/>
            <a:rect l="0" t="0" r="r" b="b"/>
            <a:pathLst>
              <a:path w="10479" h="27">
                <a:moveTo>
                  <a:pt x="0" y="0"/>
                </a:moveTo>
                <a:lnTo>
                  <a:pt x="10479" y="0"/>
                </a:lnTo>
                <a:lnTo>
                  <a:pt x="1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801972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571320" y="430524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1342800" y="4314600"/>
            <a:ext cx="10440" cy="371880"/>
          </a:xfrm>
          <a:custGeom>
            <a:avLst/>
            <a:gdLst/>
            <a:ahLst/>
            <a:rect l="0" t="0" r="r" b="b"/>
            <a:pathLst>
              <a:path w="29" h="1033">
                <a:moveTo>
                  <a:pt x="0" y="0"/>
                </a:moveTo>
                <a:lnTo>
                  <a:pt x="29" y="0"/>
                </a:lnTo>
                <a:lnTo>
                  <a:pt x="2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1352520" y="4305240"/>
            <a:ext cx="2905200" cy="9720"/>
          </a:xfrm>
          <a:custGeom>
            <a:avLst/>
            <a:gdLst/>
            <a:ahLst/>
            <a:rect l="0" t="0" r="r" b="b"/>
            <a:pathLst>
              <a:path w="8070" h="27">
                <a:moveTo>
                  <a:pt x="0" y="0"/>
                </a:moveTo>
                <a:lnTo>
                  <a:pt x="8070" y="0"/>
                </a:lnTo>
                <a:lnTo>
                  <a:pt x="8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424800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4257360" y="4305240"/>
            <a:ext cx="3772440" cy="9720"/>
          </a:xfrm>
          <a:custGeom>
            <a:avLst/>
            <a:gdLst/>
            <a:ahLst/>
            <a:rect l="0" t="0" r="r" b="b"/>
            <a:pathLst>
              <a:path w="10479" h="27">
                <a:moveTo>
                  <a:pt x="0" y="0"/>
                </a:moveTo>
                <a:lnTo>
                  <a:pt x="10479" y="0"/>
                </a:lnTo>
                <a:lnTo>
                  <a:pt x="1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801972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571320" y="4676760"/>
            <a:ext cx="781560" cy="9720"/>
          </a:xfrm>
          <a:custGeom>
            <a:avLst/>
            <a:gdLst/>
            <a:ahLst/>
            <a:rect l="0" t="0" r="r" b="b"/>
            <a:pathLst>
              <a:path w="2171" h="27">
                <a:moveTo>
                  <a:pt x="0" y="0"/>
                </a:moveTo>
                <a:lnTo>
                  <a:pt x="2171" y="0"/>
                </a:lnTo>
                <a:lnTo>
                  <a:pt x="21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1352520" y="4676760"/>
            <a:ext cx="2905200" cy="9720"/>
          </a:xfrm>
          <a:custGeom>
            <a:avLst/>
            <a:gdLst/>
            <a:ahLst/>
            <a:rect l="0" t="0" r="r" b="b"/>
            <a:pathLst>
              <a:path w="8070" h="27">
                <a:moveTo>
                  <a:pt x="0" y="0"/>
                </a:moveTo>
                <a:lnTo>
                  <a:pt x="8070" y="0"/>
                </a:lnTo>
                <a:lnTo>
                  <a:pt x="8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4257360" y="4676760"/>
            <a:ext cx="3772440" cy="9720"/>
          </a:xfrm>
          <a:custGeom>
            <a:avLst/>
            <a:gdLst/>
            <a:ahLst/>
            <a:rect l="0" t="0" r="r" b="b"/>
            <a:pathLst>
              <a:path w="10479" h="27">
                <a:moveTo>
                  <a:pt x="0" y="0"/>
                </a:moveTo>
                <a:lnTo>
                  <a:pt x="10479" y="0"/>
                </a:lnTo>
                <a:lnTo>
                  <a:pt x="104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571320" y="1859400"/>
            <a:ext cx="25794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内容⽅向（按平台）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704880" y="250416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平台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476360" y="2504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内容类型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4384080" y="250416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建议标题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704880" y="288540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⼩红书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1476360" y="2885400"/>
            <a:ext cx="1661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图⽂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⼀天书房⽇记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4384080" y="2885400"/>
            <a:ext cx="37861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"20 m²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挤进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本书，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⼩书房⽇常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704880" y="3256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抖⾳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476360" y="3256920"/>
            <a:ext cx="2352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短视频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设计过程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4384080" y="3256920"/>
            <a:ext cx="327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"AI 9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分钟出⼀套书房⽅案，造价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7.8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704880" y="3628440"/>
            <a:ext cx="393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B </a:t>
            </a:r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476360" y="3628440"/>
            <a:ext cx="2974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中视频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从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brief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到⼊住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vlog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4384080" y="3628440"/>
            <a:ext cx="3335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我⽤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设计了⾃⼰的书房，全流程记录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704880" y="39996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知乎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476360" y="3999600"/>
            <a:ext cx="2172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深度⻓⽂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技术与美学解析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4384080" y="3999600"/>
            <a:ext cx="3306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"AI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如何做家装设计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以我⾃家书房为例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704880" y="437112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公众号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1476360" y="4371120"/>
            <a:ext cx="1973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图⽂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业主访谈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实拍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4384080" y="4371120"/>
            <a:ext cx="353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张先⽣的极简书房：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+ 6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周造价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7.8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万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"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285840" y="199440"/>
            <a:ext cx="307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书房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20 m²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品牌传播素材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571320" y="230472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571320" y="2590560"/>
            <a:ext cx="11049480" cy="305280"/>
          </a:xfrm>
          <a:custGeom>
            <a:avLst/>
            <a:gdLst/>
            <a:ahLst/>
            <a:rect l="0" t="0" r="r" b="b"/>
            <a:pathLst>
              <a:path w="30693" h="848">
                <a:moveTo>
                  <a:pt x="0" y="0"/>
                </a:moveTo>
                <a:lnTo>
                  <a:pt x="30693" y="0"/>
                </a:lnTo>
                <a:lnTo>
                  <a:pt x="3069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571320" y="2590560"/>
            <a:ext cx="38520" cy="305280"/>
          </a:xfrm>
          <a:custGeom>
            <a:avLst/>
            <a:gdLst/>
            <a:ahLst/>
            <a:rect l="0" t="0" r="r" b="b"/>
            <a:pathLst>
              <a:path w="107" h="848">
                <a:moveTo>
                  <a:pt x="0" y="0"/>
                </a:moveTo>
                <a:lnTo>
                  <a:pt x="107" y="0"/>
                </a:lnTo>
                <a:lnTo>
                  <a:pt x="10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C97D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571320" y="1344600"/>
            <a:ext cx="243900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⾸发计划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628560" y="316224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5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0"/>
                  <a:pt x="181" y="180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0"/>
                </a:cubicBezTo>
                <a:cubicBezTo>
                  <a:pt x="21" y="170"/>
                  <a:pt x="13" y="159"/>
                  <a:pt x="8" y="146"/>
                </a:cubicBezTo>
                <a:cubicBezTo>
                  <a:pt x="2" y="133"/>
                  <a:pt x="0" y="120"/>
                  <a:pt x="0" y="105"/>
                </a:cubicBez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1"/>
                  <a:pt x="212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817560" y="2587680"/>
            <a:ext cx="91224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700" b="0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波节奏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28560" y="35240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2"/>
                  <a:pt x="181" y="182"/>
                </a:cubicBezTo>
                <a:cubicBezTo>
                  <a:pt x="171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838080" y="3044880"/>
            <a:ext cx="5783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Week 1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⽣成过程短视频（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9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分钟过程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秒剪辑）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628560" y="3885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838080" y="3407040"/>
            <a:ext cx="4796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Week 3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：施⼯过程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vlog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（拆旧 → 书墙 → ⼊住）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838080" y="3768840"/>
            <a:ext cx="3056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Week 7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：⼊住体验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业主访谈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571320" y="4187880"/>
            <a:ext cx="6027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⾸发优惠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：前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单享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设计费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5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折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免费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AI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⻛格切换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3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次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593280" y="4908240"/>
            <a:ext cx="204120" cy="204120"/>
          </a:xfrm>
          <a:custGeom>
            <a:avLst/>
            <a:gdLst/>
            <a:ahLst/>
            <a:rect l="0" t="0" r="r" b="b"/>
            <a:pathLst>
              <a:path w="567" h="567">
                <a:moveTo>
                  <a:pt x="544" y="420"/>
                </a:moveTo>
                <a:lnTo>
                  <a:pt x="487" y="363"/>
                </a:lnTo>
                <a:cubicBezTo>
                  <a:pt x="456" y="332"/>
                  <a:pt x="405" y="332"/>
                  <a:pt x="374" y="363"/>
                </a:cubicBezTo>
                <a:cubicBezTo>
                  <a:pt x="362" y="375"/>
                  <a:pt x="355" y="389"/>
                  <a:pt x="352" y="404"/>
                </a:cubicBezTo>
                <a:cubicBezTo>
                  <a:pt x="258" y="386"/>
                  <a:pt x="167" y="296"/>
                  <a:pt x="162" y="215"/>
                </a:cubicBezTo>
                <a:cubicBezTo>
                  <a:pt x="177" y="213"/>
                  <a:pt x="192" y="204"/>
                  <a:pt x="204" y="192"/>
                </a:cubicBezTo>
                <a:cubicBezTo>
                  <a:pt x="235" y="161"/>
                  <a:pt x="235" y="111"/>
                  <a:pt x="204" y="79"/>
                </a:cubicBezTo>
                <a:lnTo>
                  <a:pt x="147" y="23"/>
                </a:lnTo>
                <a:cubicBezTo>
                  <a:pt x="116" y="-8"/>
                  <a:pt x="65" y="-8"/>
                  <a:pt x="34" y="23"/>
                </a:cubicBezTo>
                <a:cubicBezTo>
                  <a:pt x="-136" y="192"/>
                  <a:pt x="374" y="702"/>
                  <a:pt x="544" y="533"/>
                </a:cubicBezTo>
                <a:cubicBezTo>
                  <a:pt x="575" y="501"/>
                  <a:pt x="575" y="451"/>
                  <a:pt x="544" y="420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571320" y="4492800"/>
            <a:ext cx="5609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体验⽇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：每周六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线下空间开放预约看样板间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812160" y="4873680"/>
            <a:ext cx="3620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Studio Copilot Team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官⽅微信预约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285840" y="199440"/>
            <a:ext cx="3075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Japandi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书房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20 m²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品牌传播素材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285840" y="6409440"/>
            <a:ext cx="3196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营销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