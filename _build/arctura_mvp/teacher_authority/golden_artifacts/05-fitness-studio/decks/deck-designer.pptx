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571320" y="3162240"/>
            <a:ext cx="11049480" cy="57240"/>
          </a:xfrm>
          <a:custGeom>
            <a:avLst/>
            <a:gdLst/>
            <a:ahLst/>
            <a:rect l="0" t="0" r="r" b="b"/>
            <a:pathLst>
              <a:path w="30693" h="159">
                <a:moveTo>
                  <a:pt x="0" y="0"/>
                </a:moveTo>
                <a:lnTo>
                  <a:pt x="30693" y="0"/>
                </a:lnTo>
                <a:lnTo>
                  <a:pt x="30693" y="15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solidFill>
            <a:srgbClr val="A3B5A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571320" y="2201760"/>
            <a:ext cx="820440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深化设计交付包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571320" y="3420360"/>
            <a:ext cx="531792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v1 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源⽂件清单 </a:t>
            </a:r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材质</a:t>
            </a:r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尺⼨</a:t>
            </a:r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⼯具链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571320" y="4015440"/>
            <a:ext cx="26676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给 接⼿深化的 室内设计师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18450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580680" y="1885680"/>
            <a:ext cx="3524760" cy="371880"/>
          </a:xfrm>
          <a:custGeom>
            <a:avLst/>
            <a:gdLst/>
            <a:ahLst/>
            <a:rect l="0" t="0" r="r" b="b"/>
            <a:pathLst>
              <a:path w="9791" h="1033">
                <a:moveTo>
                  <a:pt x="0" y="0"/>
                </a:moveTo>
                <a:lnTo>
                  <a:pt x="9791" y="0"/>
                </a:lnTo>
                <a:lnTo>
                  <a:pt x="979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4105080" y="1885680"/>
            <a:ext cx="2095920" cy="371880"/>
          </a:xfrm>
          <a:custGeom>
            <a:avLst/>
            <a:gdLst/>
            <a:ahLst/>
            <a:rect l="0" t="0" r="r" b="b"/>
            <a:pathLst>
              <a:path w="5822" h="1033">
                <a:moveTo>
                  <a:pt x="0" y="0"/>
                </a:moveTo>
                <a:lnTo>
                  <a:pt x="5822" y="0"/>
                </a:lnTo>
                <a:lnTo>
                  <a:pt x="582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6200640" y="1885680"/>
            <a:ext cx="2115000" cy="371880"/>
          </a:xfrm>
          <a:custGeom>
            <a:avLst/>
            <a:gdLst/>
            <a:ahLst/>
            <a:rect l="0" t="0" r="r" b="b"/>
            <a:pathLst>
              <a:path w="5875" h="1033">
                <a:moveTo>
                  <a:pt x="0" y="0"/>
                </a:moveTo>
                <a:lnTo>
                  <a:pt x="5875" y="0"/>
                </a:lnTo>
                <a:lnTo>
                  <a:pt x="587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580680" y="1885680"/>
            <a:ext cx="3524760" cy="371880"/>
          </a:xfrm>
          <a:custGeom>
            <a:avLst/>
            <a:gdLst/>
            <a:ahLst/>
            <a:rect l="0" t="0" r="r" b="b"/>
            <a:pathLst>
              <a:path w="9791" h="1033">
                <a:moveTo>
                  <a:pt x="0" y="0"/>
                </a:moveTo>
                <a:lnTo>
                  <a:pt x="9791" y="0"/>
                </a:lnTo>
                <a:lnTo>
                  <a:pt x="979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4105080" y="1885680"/>
            <a:ext cx="2095920" cy="371880"/>
          </a:xfrm>
          <a:custGeom>
            <a:avLst/>
            <a:gdLst/>
            <a:ahLst/>
            <a:rect l="0" t="0" r="r" b="b"/>
            <a:pathLst>
              <a:path w="5822" h="1033">
                <a:moveTo>
                  <a:pt x="0" y="0"/>
                </a:moveTo>
                <a:lnTo>
                  <a:pt x="5822" y="0"/>
                </a:lnTo>
                <a:lnTo>
                  <a:pt x="582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6200640" y="1885680"/>
            <a:ext cx="2115000" cy="371880"/>
          </a:xfrm>
          <a:custGeom>
            <a:avLst/>
            <a:gdLst/>
            <a:ahLst/>
            <a:rect l="0" t="0" r="r" b="b"/>
            <a:pathLst>
              <a:path w="5875" h="1033">
                <a:moveTo>
                  <a:pt x="0" y="0"/>
                </a:moveTo>
                <a:lnTo>
                  <a:pt x="5875" y="0"/>
                </a:lnTo>
                <a:lnTo>
                  <a:pt x="587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580680" y="2257200"/>
            <a:ext cx="3524760" cy="429120"/>
          </a:xfrm>
          <a:custGeom>
            <a:avLst/>
            <a:gdLst/>
            <a:ahLst/>
            <a:rect l="0" t="0" r="r" b="b"/>
            <a:pathLst>
              <a:path w="9791" h="1192">
                <a:moveTo>
                  <a:pt x="0" y="0"/>
                </a:moveTo>
                <a:lnTo>
                  <a:pt x="9791" y="0"/>
                </a:lnTo>
                <a:lnTo>
                  <a:pt x="979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4105080" y="2257200"/>
            <a:ext cx="2095920" cy="429120"/>
          </a:xfrm>
          <a:custGeom>
            <a:avLst/>
            <a:gdLst/>
            <a:ahLst/>
            <a:rect l="0" t="0" r="r" b="b"/>
            <a:pathLst>
              <a:path w="5822" h="1192">
                <a:moveTo>
                  <a:pt x="0" y="0"/>
                </a:moveTo>
                <a:lnTo>
                  <a:pt x="5822" y="0"/>
                </a:lnTo>
                <a:lnTo>
                  <a:pt x="5822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6200640" y="2257200"/>
            <a:ext cx="2115000" cy="429120"/>
          </a:xfrm>
          <a:custGeom>
            <a:avLst/>
            <a:gdLst/>
            <a:ahLst/>
            <a:rect l="0" t="0" r="r" b="b"/>
            <a:pathLst>
              <a:path w="5875" h="1192">
                <a:moveTo>
                  <a:pt x="0" y="0"/>
                </a:moveTo>
                <a:lnTo>
                  <a:pt x="5875" y="0"/>
                </a:lnTo>
                <a:lnTo>
                  <a:pt x="5875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580680" y="2685960"/>
            <a:ext cx="3524760" cy="419400"/>
          </a:xfrm>
          <a:custGeom>
            <a:avLst/>
            <a:gdLst/>
            <a:ahLst/>
            <a:rect l="0" t="0" r="r" b="b"/>
            <a:pathLst>
              <a:path w="9791" h="1165">
                <a:moveTo>
                  <a:pt x="0" y="0"/>
                </a:moveTo>
                <a:lnTo>
                  <a:pt x="9791" y="0"/>
                </a:lnTo>
                <a:lnTo>
                  <a:pt x="979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4105080" y="2685960"/>
            <a:ext cx="2095920" cy="419400"/>
          </a:xfrm>
          <a:custGeom>
            <a:avLst/>
            <a:gdLst/>
            <a:ahLst/>
            <a:rect l="0" t="0" r="r" b="b"/>
            <a:pathLst>
              <a:path w="5822" h="1165">
                <a:moveTo>
                  <a:pt x="0" y="0"/>
                </a:moveTo>
                <a:lnTo>
                  <a:pt x="5822" y="0"/>
                </a:lnTo>
                <a:lnTo>
                  <a:pt x="582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6200640" y="2685960"/>
            <a:ext cx="2115000" cy="419400"/>
          </a:xfrm>
          <a:custGeom>
            <a:avLst/>
            <a:gdLst/>
            <a:ahLst/>
            <a:rect l="0" t="0" r="r" b="b"/>
            <a:pathLst>
              <a:path w="5875" h="1165">
                <a:moveTo>
                  <a:pt x="0" y="0"/>
                </a:moveTo>
                <a:lnTo>
                  <a:pt x="5875" y="0"/>
                </a:lnTo>
                <a:lnTo>
                  <a:pt x="587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580680" y="3105000"/>
            <a:ext cx="3524760" cy="429120"/>
          </a:xfrm>
          <a:custGeom>
            <a:avLst/>
            <a:gdLst/>
            <a:ahLst/>
            <a:rect l="0" t="0" r="r" b="b"/>
            <a:pathLst>
              <a:path w="9791" h="1192">
                <a:moveTo>
                  <a:pt x="0" y="0"/>
                </a:moveTo>
                <a:lnTo>
                  <a:pt x="9791" y="0"/>
                </a:lnTo>
                <a:lnTo>
                  <a:pt x="979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4105080" y="3105000"/>
            <a:ext cx="2095920" cy="429120"/>
          </a:xfrm>
          <a:custGeom>
            <a:avLst/>
            <a:gdLst/>
            <a:ahLst/>
            <a:rect l="0" t="0" r="r" b="b"/>
            <a:pathLst>
              <a:path w="5822" h="1192">
                <a:moveTo>
                  <a:pt x="0" y="0"/>
                </a:moveTo>
                <a:lnTo>
                  <a:pt x="5822" y="0"/>
                </a:lnTo>
                <a:lnTo>
                  <a:pt x="5822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6200640" y="3105000"/>
            <a:ext cx="2115000" cy="429120"/>
          </a:xfrm>
          <a:custGeom>
            <a:avLst/>
            <a:gdLst/>
            <a:ahLst/>
            <a:rect l="0" t="0" r="r" b="b"/>
            <a:pathLst>
              <a:path w="5875" h="1192">
                <a:moveTo>
                  <a:pt x="0" y="0"/>
                </a:moveTo>
                <a:lnTo>
                  <a:pt x="5875" y="0"/>
                </a:lnTo>
                <a:lnTo>
                  <a:pt x="5875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580680" y="3533760"/>
            <a:ext cx="3524760" cy="428760"/>
          </a:xfrm>
          <a:custGeom>
            <a:avLst/>
            <a:gdLst/>
            <a:ahLst/>
            <a:rect l="0" t="0" r="r" b="b"/>
            <a:pathLst>
              <a:path w="9791" h="1191">
                <a:moveTo>
                  <a:pt x="0" y="0"/>
                </a:moveTo>
                <a:lnTo>
                  <a:pt x="9791" y="0"/>
                </a:lnTo>
                <a:lnTo>
                  <a:pt x="9791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4105080" y="3533760"/>
            <a:ext cx="2095920" cy="428760"/>
          </a:xfrm>
          <a:custGeom>
            <a:avLst/>
            <a:gdLst/>
            <a:ahLst/>
            <a:rect l="0" t="0" r="r" b="b"/>
            <a:pathLst>
              <a:path w="5822" h="1191">
                <a:moveTo>
                  <a:pt x="0" y="0"/>
                </a:moveTo>
                <a:lnTo>
                  <a:pt x="5822" y="0"/>
                </a:lnTo>
                <a:lnTo>
                  <a:pt x="5822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6200640" y="3533760"/>
            <a:ext cx="2115000" cy="428760"/>
          </a:xfrm>
          <a:custGeom>
            <a:avLst/>
            <a:gdLst/>
            <a:ahLst/>
            <a:rect l="0" t="0" r="r" b="b"/>
            <a:pathLst>
              <a:path w="5875" h="1191">
                <a:moveTo>
                  <a:pt x="0" y="0"/>
                </a:moveTo>
                <a:lnTo>
                  <a:pt x="5875" y="0"/>
                </a:lnTo>
                <a:lnTo>
                  <a:pt x="5875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580680" y="3962160"/>
            <a:ext cx="3524760" cy="429120"/>
          </a:xfrm>
          <a:custGeom>
            <a:avLst/>
            <a:gdLst/>
            <a:ahLst/>
            <a:rect l="0" t="0" r="r" b="b"/>
            <a:pathLst>
              <a:path w="9791" h="1192">
                <a:moveTo>
                  <a:pt x="0" y="0"/>
                </a:moveTo>
                <a:lnTo>
                  <a:pt x="9791" y="0"/>
                </a:lnTo>
                <a:lnTo>
                  <a:pt x="979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4105080" y="3962160"/>
            <a:ext cx="2095920" cy="429120"/>
          </a:xfrm>
          <a:custGeom>
            <a:avLst/>
            <a:gdLst/>
            <a:ahLst/>
            <a:rect l="0" t="0" r="r" b="b"/>
            <a:pathLst>
              <a:path w="5822" h="1192">
                <a:moveTo>
                  <a:pt x="0" y="0"/>
                </a:moveTo>
                <a:lnTo>
                  <a:pt x="5822" y="0"/>
                </a:lnTo>
                <a:lnTo>
                  <a:pt x="5822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6200640" y="3962160"/>
            <a:ext cx="2115000" cy="429120"/>
          </a:xfrm>
          <a:custGeom>
            <a:avLst/>
            <a:gdLst/>
            <a:ahLst/>
            <a:rect l="0" t="0" r="r" b="b"/>
            <a:pathLst>
              <a:path w="5875" h="1192">
                <a:moveTo>
                  <a:pt x="0" y="0"/>
                </a:moveTo>
                <a:lnTo>
                  <a:pt x="5875" y="0"/>
                </a:lnTo>
                <a:lnTo>
                  <a:pt x="5875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580680" y="4390920"/>
            <a:ext cx="3524760" cy="428760"/>
          </a:xfrm>
          <a:custGeom>
            <a:avLst/>
            <a:gdLst/>
            <a:ahLst/>
            <a:rect l="0" t="0" r="r" b="b"/>
            <a:pathLst>
              <a:path w="9791" h="1191">
                <a:moveTo>
                  <a:pt x="0" y="0"/>
                </a:moveTo>
                <a:lnTo>
                  <a:pt x="9791" y="0"/>
                </a:lnTo>
                <a:lnTo>
                  <a:pt x="9791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4105080" y="4390920"/>
            <a:ext cx="2095920" cy="428760"/>
          </a:xfrm>
          <a:custGeom>
            <a:avLst/>
            <a:gdLst/>
            <a:ahLst/>
            <a:rect l="0" t="0" r="r" b="b"/>
            <a:pathLst>
              <a:path w="5822" h="1191">
                <a:moveTo>
                  <a:pt x="0" y="0"/>
                </a:moveTo>
                <a:lnTo>
                  <a:pt x="5822" y="0"/>
                </a:lnTo>
                <a:lnTo>
                  <a:pt x="5822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6200640" y="4390920"/>
            <a:ext cx="2115000" cy="428760"/>
          </a:xfrm>
          <a:custGeom>
            <a:avLst/>
            <a:gdLst/>
            <a:ahLst/>
            <a:rect l="0" t="0" r="r" b="b"/>
            <a:pathLst>
              <a:path w="5875" h="1191">
                <a:moveTo>
                  <a:pt x="0" y="0"/>
                </a:moveTo>
                <a:lnTo>
                  <a:pt x="5875" y="0"/>
                </a:lnTo>
                <a:lnTo>
                  <a:pt x="5875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580680" y="4819320"/>
            <a:ext cx="3524760" cy="429120"/>
          </a:xfrm>
          <a:custGeom>
            <a:avLst/>
            <a:gdLst/>
            <a:ahLst/>
            <a:rect l="0" t="0" r="r" b="b"/>
            <a:pathLst>
              <a:path w="9791" h="1192">
                <a:moveTo>
                  <a:pt x="0" y="0"/>
                </a:moveTo>
                <a:lnTo>
                  <a:pt x="9791" y="0"/>
                </a:lnTo>
                <a:lnTo>
                  <a:pt x="979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4105080" y="4819320"/>
            <a:ext cx="2095920" cy="429120"/>
          </a:xfrm>
          <a:custGeom>
            <a:avLst/>
            <a:gdLst/>
            <a:ahLst/>
            <a:rect l="0" t="0" r="r" b="b"/>
            <a:pathLst>
              <a:path w="5822" h="1192">
                <a:moveTo>
                  <a:pt x="0" y="0"/>
                </a:moveTo>
                <a:lnTo>
                  <a:pt x="5822" y="0"/>
                </a:lnTo>
                <a:lnTo>
                  <a:pt x="5822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6200640" y="4819320"/>
            <a:ext cx="2115000" cy="429120"/>
          </a:xfrm>
          <a:custGeom>
            <a:avLst/>
            <a:gdLst/>
            <a:ahLst/>
            <a:rect l="0" t="0" r="r" b="b"/>
            <a:pathLst>
              <a:path w="5875" h="1192">
                <a:moveTo>
                  <a:pt x="0" y="0"/>
                </a:moveTo>
                <a:lnTo>
                  <a:pt x="5875" y="0"/>
                </a:lnTo>
                <a:lnTo>
                  <a:pt x="5875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571320" y="18763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571320" y="1876320"/>
            <a:ext cx="3534120" cy="9720"/>
          </a:xfrm>
          <a:custGeom>
            <a:avLst/>
            <a:gdLst/>
            <a:ahLst/>
            <a:rect l="0" t="0" r="r" b="b"/>
            <a:pathLst>
              <a:path w="9817" h="27">
                <a:moveTo>
                  <a:pt x="0" y="0"/>
                </a:moveTo>
                <a:lnTo>
                  <a:pt x="9817" y="0"/>
                </a:lnTo>
                <a:lnTo>
                  <a:pt x="98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4095720" y="18763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4105080" y="1876320"/>
            <a:ext cx="2095920" cy="9720"/>
          </a:xfrm>
          <a:custGeom>
            <a:avLst/>
            <a:gdLst/>
            <a:ahLst/>
            <a:rect l="0" t="0" r="r" b="b"/>
            <a:pathLst>
              <a:path w="5822" h="27">
                <a:moveTo>
                  <a:pt x="0" y="0"/>
                </a:moveTo>
                <a:lnTo>
                  <a:pt x="5822" y="0"/>
                </a:lnTo>
                <a:lnTo>
                  <a:pt x="58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6190920" y="18763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6200640" y="1876320"/>
            <a:ext cx="2124360" cy="9720"/>
          </a:xfrm>
          <a:custGeom>
            <a:avLst/>
            <a:gdLst/>
            <a:ahLst/>
            <a:rect l="0" t="0" r="r" b="b"/>
            <a:pathLst>
              <a:path w="5901" h="27">
                <a:moveTo>
                  <a:pt x="0" y="0"/>
                </a:moveTo>
                <a:lnTo>
                  <a:pt x="5901" y="0"/>
                </a:lnTo>
                <a:lnTo>
                  <a:pt x="59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8315280" y="18763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571320" y="2247840"/>
            <a:ext cx="3534120" cy="9720"/>
          </a:xfrm>
          <a:custGeom>
            <a:avLst/>
            <a:gdLst/>
            <a:ahLst/>
            <a:rect l="0" t="0" r="r" b="b"/>
            <a:pathLst>
              <a:path w="9817" h="27">
                <a:moveTo>
                  <a:pt x="0" y="0"/>
                </a:moveTo>
                <a:lnTo>
                  <a:pt x="9817" y="0"/>
                </a:lnTo>
                <a:lnTo>
                  <a:pt x="98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4105080" y="2247840"/>
            <a:ext cx="2095920" cy="9720"/>
          </a:xfrm>
          <a:custGeom>
            <a:avLst/>
            <a:gdLst/>
            <a:ahLst/>
            <a:rect l="0" t="0" r="r" b="b"/>
            <a:pathLst>
              <a:path w="5822" h="27">
                <a:moveTo>
                  <a:pt x="0" y="0"/>
                </a:moveTo>
                <a:lnTo>
                  <a:pt x="5822" y="0"/>
                </a:lnTo>
                <a:lnTo>
                  <a:pt x="58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6200640" y="2247840"/>
            <a:ext cx="2124360" cy="9720"/>
          </a:xfrm>
          <a:custGeom>
            <a:avLst/>
            <a:gdLst/>
            <a:ahLst/>
            <a:rect l="0" t="0" r="r" b="b"/>
            <a:pathLst>
              <a:path w="5901" h="27">
                <a:moveTo>
                  <a:pt x="0" y="0"/>
                </a:moveTo>
                <a:lnTo>
                  <a:pt x="5901" y="0"/>
                </a:lnTo>
                <a:lnTo>
                  <a:pt x="59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571320" y="225720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4095720" y="225720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6190920" y="225720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8315280" y="225720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571320" y="268596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571320" y="2676240"/>
            <a:ext cx="3534120" cy="10080"/>
          </a:xfrm>
          <a:custGeom>
            <a:avLst/>
            <a:gdLst/>
            <a:ahLst/>
            <a:rect l="0" t="0" r="r" b="b"/>
            <a:pathLst>
              <a:path w="9817" h="28">
                <a:moveTo>
                  <a:pt x="0" y="0"/>
                </a:moveTo>
                <a:lnTo>
                  <a:pt x="9817" y="0"/>
                </a:lnTo>
                <a:lnTo>
                  <a:pt x="98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4095720" y="268596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4105080" y="2676240"/>
            <a:ext cx="2095920" cy="10080"/>
          </a:xfrm>
          <a:custGeom>
            <a:avLst/>
            <a:gdLst/>
            <a:ahLst/>
            <a:rect l="0" t="0" r="r" b="b"/>
            <a:pathLst>
              <a:path w="5822" h="28">
                <a:moveTo>
                  <a:pt x="0" y="0"/>
                </a:moveTo>
                <a:lnTo>
                  <a:pt x="5822" y="0"/>
                </a:lnTo>
                <a:lnTo>
                  <a:pt x="58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6190920" y="268596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6200640" y="2676240"/>
            <a:ext cx="2124360" cy="10080"/>
          </a:xfrm>
          <a:custGeom>
            <a:avLst/>
            <a:gdLst/>
            <a:ahLst/>
            <a:rect l="0" t="0" r="r" b="b"/>
            <a:pathLst>
              <a:path w="5901" h="28">
                <a:moveTo>
                  <a:pt x="0" y="0"/>
                </a:moveTo>
                <a:lnTo>
                  <a:pt x="5901" y="0"/>
                </a:lnTo>
                <a:lnTo>
                  <a:pt x="59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8315280" y="268596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571320" y="311436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571320" y="3105000"/>
            <a:ext cx="3534120" cy="9720"/>
          </a:xfrm>
          <a:custGeom>
            <a:avLst/>
            <a:gdLst/>
            <a:ahLst/>
            <a:rect l="0" t="0" r="r" b="b"/>
            <a:pathLst>
              <a:path w="9817" h="27">
                <a:moveTo>
                  <a:pt x="0" y="0"/>
                </a:moveTo>
                <a:lnTo>
                  <a:pt x="9817" y="0"/>
                </a:lnTo>
                <a:lnTo>
                  <a:pt x="98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4095720" y="311436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4105080" y="3105000"/>
            <a:ext cx="2095920" cy="9720"/>
          </a:xfrm>
          <a:custGeom>
            <a:avLst/>
            <a:gdLst/>
            <a:ahLst/>
            <a:rect l="0" t="0" r="r" b="b"/>
            <a:pathLst>
              <a:path w="5822" h="27">
                <a:moveTo>
                  <a:pt x="0" y="0"/>
                </a:moveTo>
                <a:lnTo>
                  <a:pt x="5822" y="0"/>
                </a:lnTo>
                <a:lnTo>
                  <a:pt x="58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6190920" y="311436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6200640" y="3105000"/>
            <a:ext cx="2124360" cy="9720"/>
          </a:xfrm>
          <a:custGeom>
            <a:avLst/>
            <a:gdLst/>
            <a:ahLst/>
            <a:rect l="0" t="0" r="r" b="b"/>
            <a:pathLst>
              <a:path w="5901" h="27">
                <a:moveTo>
                  <a:pt x="0" y="0"/>
                </a:moveTo>
                <a:lnTo>
                  <a:pt x="5901" y="0"/>
                </a:lnTo>
                <a:lnTo>
                  <a:pt x="59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8315280" y="311436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571320" y="354312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571320" y="3533760"/>
            <a:ext cx="3534120" cy="9720"/>
          </a:xfrm>
          <a:custGeom>
            <a:avLst/>
            <a:gdLst/>
            <a:ahLst/>
            <a:rect l="0" t="0" r="r" b="b"/>
            <a:pathLst>
              <a:path w="9817" h="27">
                <a:moveTo>
                  <a:pt x="0" y="0"/>
                </a:moveTo>
                <a:lnTo>
                  <a:pt x="9817" y="0"/>
                </a:lnTo>
                <a:lnTo>
                  <a:pt x="98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4095720" y="354312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4105080" y="3533760"/>
            <a:ext cx="2095920" cy="9720"/>
          </a:xfrm>
          <a:custGeom>
            <a:avLst/>
            <a:gdLst/>
            <a:ahLst/>
            <a:rect l="0" t="0" r="r" b="b"/>
            <a:pathLst>
              <a:path w="5822" h="27">
                <a:moveTo>
                  <a:pt x="0" y="0"/>
                </a:moveTo>
                <a:lnTo>
                  <a:pt x="5822" y="0"/>
                </a:lnTo>
                <a:lnTo>
                  <a:pt x="58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6190920" y="354312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6200640" y="3533760"/>
            <a:ext cx="2124360" cy="9720"/>
          </a:xfrm>
          <a:custGeom>
            <a:avLst/>
            <a:gdLst/>
            <a:ahLst/>
            <a:rect l="0" t="0" r="r" b="b"/>
            <a:pathLst>
              <a:path w="5901" h="27">
                <a:moveTo>
                  <a:pt x="0" y="0"/>
                </a:moveTo>
                <a:lnTo>
                  <a:pt x="5901" y="0"/>
                </a:lnTo>
                <a:lnTo>
                  <a:pt x="59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8315280" y="354312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571320" y="397188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571320" y="3962160"/>
            <a:ext cx="3534120" cy="10080"/>
          </a:xfrm>
          <a:custGeom>
            <a:avLst/>
            <a:gdLst/>
            <a:ahLst/>
            <a:rect l="0" t="0" r="r" b="b"/>
            <a:pathLst>
              <a:path w="9817" h="28">
                <a:moveTo>
                  <a:pt x="0" y="0"/>
                </a:moveTo>
                <a:lnTo>
                  <a:pt x="9817" y="0"/>
                </a:lnTo>
                <a:lnTo>
                  <a:pt x="98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4095720" y="397188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4105080" y="3962160"/>
            <a:ext cx="2095920" cy="10080"/>
          </a:xfrm>
          <a:custGeom>
            <a:avLst/>
            <a:gdLst/>
            <a:ahLst/>
            <a:rect l="0" t="0" r="r" b="b"/>
            <a:pathLst>
              <a:path w="5822" h="28">
                <a:moveTo>
                  <a:pt x="0" y="0"/>
                </a:moveTo>
                <a:lnTo>
                  <a:pt x="5822" y="0"/>
                </a:lnTo>
                <a:lnTo>
                  <a:pt x="58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6190920" y="397188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6200640" y="3962160"/>
            <a:ext cx="2124360" cy="10080"/>
          </a:xfrm>
          <a:custGeom>
            <a:avLst/>
            <a:gdLst/>
            <a:ahLst/>
            <a:rect l="0" t="0" r="r" b="b"/>
            <a:pathLst>
              <a:path w="5901" h="28">
                <a:moveTo>
                  <a:pt x="0" y="0"/>
                </a:moveTo>
                <a:lnTo>
                  <a:pt x="5901" y="0"/>
                </a:lnTo>
                <a:lnTo>
                  <a:pt x="59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8315280" y="397188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571320" y="440028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571320" y="4390920"/>
            <a:ext cx="3534120" cy="9720"/>
          </a:xfrm>
          <a:custGeom>
            <a:avLst/>
            <a:gdLst/>
            <a:ahLst/>
            <a:rect l="0" t="0" r="r" b="b"/>
            <a:pathLst>
              <a:path w="9817" h="27">
                <a:moveTo>
                  <a:pt x="0" y="0"/>
                </a:moveTo>
                <a:lnTo>
                  <a:pt x="9817" y="0"/>
                </a:lnTo>
                <a:lnTo>
                  <a:pt x="98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4095720" y="440028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4105080" y="4390920"/>
            <a:ext cx="2095920" cy="9720"/>
          </a:xfrm>
          <a:custGeom>
            <a:avLst/>
            <a:gdLst/>
            <a:ahLst/>
            <a:rect l="0" t="0" r="r" b="b"/>
            <a:pathLst>
              <a:path w="5822" h="27">
                <a:moveTo>
                  <a:pt x="0" y="0"/>
                </a:moveTo>
                <a:lnTo>
                  <a:pt x="5822" y="0"/>
                </a:lnTo>
                <a:lnTo>
                  <a:pt x="58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6190920" y="440028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6200640" y="4390920"/>
            <a:ext cx="2124360" cy="9720"/>
          </a:xfrm>
          <a:custGeom>
            <a:avLst/>
            <a:gdLst/>
            <a:ahLst/>
            <a:rect l="0" t="0" r="r" b="b"/>
            <a:pathLst>
              <a:path w="5901" h="27">
                <a:moveTo>
                  <a:pt x="0" y="0"/>
                </a:moveTo>
                <a:lnTo>
                  <a:pt x="5901" y="0"/>
                </a:lnTo>
                <a:lnTo>
                  <a:pt x="59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8315280" y="440028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571320" y="482904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571320" y="4819320"/>
            <a:ext cx="3534120" cy="10080"/>
          </a:xfrm>
          <a:custGeom>
            <a:avLst/>
            <a:gdLst/>
            <a:ahLst/>
            <a:rect l="0" t="0" r="r" b="b"/>
            <a:pathLst>
              <a:path w="9817" h="28">
                <a:moveTo>
                  <a:pt x="0" y="0"/>
                </a:moveTo>
                <a:lnTo>
                  <a:pt x="9817" y="0"/>
                </a:lnTo>
                <a:lnTo>
                  <a:pt x="98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4095720" y="482904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4105080" y="4819320"/>
            <a:ext cx="2095920" cy="10080"/>
          </a:xfrm>
          <a:custGeom>
            <a:avLst/>
            <a:gdLst/>
            <a:ahLst/>
            <a:rect l="0" t="0" r="r" b="b"/>
            <a:pathLst>
              <a:path w="5822" h="28">
                <a:moveTo>
                  <a:pt x="0" y="0"/>
                </a:moveTo>
                <a:lnTo>
                  <a:pt x="5822" y="0"/>
                </a:lnTo>
                <a:lnTo>
                  <a:pt x="58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6190920" y="4829040"/>
            <a:ext cx="10080" cy="419400"/>
          </a:xfrm>
          <a:custGeom>
            <a:avLst/>
            <a:gdLst/>
            <a:ah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6200640" y="4819320"/>
            <a:ext cx="2124360" cy="10080"/>
          </a:xfrm>
          <a:custGeom>
            <a:avLst/>
            <a:gdLst/>
            <a:ahLst/>
            <a:rect l="0" t="0" r="r" b="b"/>
            <a:pathLst>
              <a:path w="5901" h="28">
                <a:moveTo>
                  <a:pt x="0" y="0"/>
                </a:moveTo>
                <a:lnTo>
                  <a:pt x="5901" y="0"/>
                </a:lnTo>
                <a:lnTo>
                  <a:pt x="59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8315280" y="482904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571320" y="5238720"/>
            <a:ext cx="3534120" cy="9720"/>
          </a:xfrm>
          <a:custGeom>
            <a:avLst/>
            <a:gdLst/>
            <a:ahLst/>
            <a:rect l="0" t="0" r="r" b="b"/>
            <a:pathLst>
              <a:path w="9817" h="27">
                <a:moveTo>
                  <a:pt x="0" y="0"/>
                </a:moveTo>
                <a:lnTo>
                  <a:pt x="9817" y="0"/>
                </a:lnTo>
                <a:lnTo>
                  <a:pt x="98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4105080" y="5238720"/>
            <a:ext cx="2095920" cy="9720"/>
          </a:xfrm>
          <a:custGeom>
            <a:avLst/>
            <a:gdLst/>
            <a:ahLst/>
            <a:rect l="0" t="0" r="r" b="b"/>
            <a:pathLst>
              <a:path w="5822" h="27">
                <a:moveTo>
                  <a:pt x="0" y="0"/>
                </a:moveTo>
                <a:lnTo>
                  <a:pt x="5822" y="0"/>
                </a:lnTo>
                <a:lnTo>
                  <a:pt x="58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6200640" y="5238720"/>
            <a:ext cx="2124360" cy="9720"/>
          </a:xfrm>
          <a:custGeom>
            <a:avLst/>
            <a:gdLst/>
            <a:ahLst/>
            <a:rect l="0" t="0" r="r" b="b"/>
            <a:pathLst>
              <a:path w="5901" h="27">
                <a:moveTo>
                  <a:pt x="0" y="0"/>
                </a:moveTo>
                <a:lnTo>
                  <a:pt x="5901" y="0"/>
                </a:lnTo>
                <a:lnTo>
                  <a:pt x="59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571320" y="1297440"/>
            <a:ext cx="14331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源⽂件清单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704880" y="19422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⽂件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4230360" y="19422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⽤途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704520" y="2323800"/>
            <a:ext cx="1371960" cy="276840"/>
          </a:xfrm>
          <a:custGeom>
            <a:avLst/>
            <a:gdLst/>
            <a:ahLst/>
            <a:rect l="0" t="0" r="r" b="b"/>
            <a:pathLst>
              <a:path w="3811" h="769">
                <a:moveTo>
                  <a:pt x="0" y="689"/>
                </a:moveTo>
                <a:lnTo>
                  <a:pt x="0" y="81"/>
                </a:lnTo>
                <a:cubicBezTo>
                  <a:pt x="0" y="70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3731" y="0"/>
                </a:lnTo>
                <a:cubicBezTo>
                  <a:pt x="3742" y="0"/>
                  <a:pt x="3752" y="2"/>
                  <a:pt x="3762" y="6"/>
                </a:cubicBezTo>
                <a:cubicBezTo>
                  <a:pt x="3772" y="10"/>
                  <a:pt x="3781" y="16"/>
                  <a:pt x="3788" y="24"/>
                </a:cubicBezTo>
                <a:cubicBezTo>
                  <a:pt x="3796" y="31"/>
                  <a:pt x="3801" y="40"/>
                  <a:pt x="3805" y="49"/>
                </a:cubicBezTo>
                <a:cubicBezTo>
                  <a:pt x="3809" y="59"/>
                  <a:pt x="3811" y="70"/>
                  <a:pt x="3811" y="81"/>
                </a:cubicBezTo>
                <a:lnTo>
                  <a:pt x="3811" y="689"/>
                </a:lnTo>
                <a:cubicBezTo>
                  <a:pt x="3811" y="700"/>
                  <a:pt x="3809" y="710"/>
                  <a:pt x="3805" y="720"/>
                </a:cubicBezTo>
                <a:cubicBezTo>
                  <a:pt x="3801" y="729"/>
                  <a:pt x="3796" y="738"/>
                  <a:pt x="3788" y="745"/>
                </a:cubicBezTo>
                <a:cubicBezTo>
                  <a:pt x="3781" y="753"/>
                  <a:pt x="3772" y="759"/>
                  <a:pt x="3762" y="763"/>
                </a:cubicBezTo>
                <a:cubicBezTo>
                  <a:pt x="3752" y="767"/>
                  <a:pt x="3742" y="769"/>
                  <a:pt x="3731" y="769"/>
                </a:cubicBezTo>
                <a:lnTo>
                  <a:pt x="80" y="769"/>
                </a:lnTo>
                <a:cubicBezTo>
                  <a:pt x="69" y="769"/>
                  <a:pt x="59" y="767"/>
                  <a:pt x="49" y="763"/>
                </a:cubicBezTo>
                <a:cubicBezTo>
                  <a:pt x="40" y="759"/>
                  <a:pt x="31" y="753"/>
                  <a:pt x="24" y="745"/>
                </a:cubicBezTo>
                <a:cubicBezTo>
                  <a:pt x="16" y="738"/>
                  <a:pt x="10" y="729"/>
                  <a:pt x="6" y="720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6329160" y="19422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⼯具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762120" y="2339280"/>
            <a:ext cx="12578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brief.json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4230360" y="23425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需求锚点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704520" y="2752560"/>
            <a:ext cx="1248120" cy="276480"/>
          </a:xfrm>
          <a:custGeom>
            <a:avLst/>
            <a:gdLst/>
            <a:ahLst/>
            <a:rect l="0" t="0" r="r" b="b"/>
            <a:pathLst>
              <a:path w="3467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3388" y="0"/>
                </a:lnTo>
                <a:cubicBezTo>
                  <a:pt x="3399" y="0"/>
                  <a:pt x="3409" y="2"/>
                  <a:pt x="3418" y="6"/>
                </a:cubicBezTo>
                <a:cubicBezTo>
                  <a:pt x="3428" y="10"/>
                  <a:pt x="3437" y="16"/>
                  <a:pt x="3444" y="23"/>
                </a:cubicBezTo>
                <a:cubicBezTo>
                  <a:pt x="3452" y="31"/>
                  <a:pt x="3457" y="39"/>
                  <a:pt x="3461" y="49"/>
                </a:cubicBezTo>
                <a:cubicBezTo>
                  <a:pt x="3465" y="59"/>
                  <a:pt x="3467" y="69"/>
                  <a:pt x="3467" y="79"/>
                </a:cubicBezTo>
                <a:lnTo>
                  <a:pt x="3467" y="689"/>
                </a:lnTo>
                <a:cubicBezTo>
                  <a:pt x="3467" y="699"/>
                  <a:pt x="3465" y="710"/>
                  <a:pt x="3461" y="719"/>
                </a:cubicBezTo>
                <a:cubicBezTo>
                  <a:pt x="3457" y="729"/>
                  <a:pt x="3452" y="738"/>
                  <a:pt x="3444" y="745"/>
                </a:cubicBezTo>
                <a:cubicBezTo>
                  <a:pt x="3437" y="752"/>
                  <a:pt x="3428" y="758"/>
                  <a:pt x="3418" y="762"/>
                </a:cubicBezTo>
                <a:cubicBezTo>
                  <a:pt x="3409" y="766"/>
                  <a:pt x="3399" y="768"/>
                  <a:pt x="3388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2"/>
                  <a:pt x="24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10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6329160" y="2342520"/>
            <a:ext cx="119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任意⽂本编辑器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762120" y="2767680"/>
            <a:ext cx="11322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room.json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4230360" y="2770920"/>
            <a:ext cx="1011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3D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场景参数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704520" y="3181320"/>
            <a:ext cx="1753200" cy="276480"/>
          </a:xfrm>
          <a:custGeom>
            <a:avLst/>
            <a:gdLst/>
            <a:ahLst/>
            <a:rect l="0" t="0" r="r" b="b"/>
            <a:pathLst>
              <a:path w="4870" h="768">
                <a:moveTo>
                  <a:pt x="0" y="687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4790" y="0"/>
                </a:lnTo>
                <a:cubicBezTo>
                  <a:pt x="4801" y="0"/>
                  <a:pt x="4811" y="2"/>
                  <a:pt x="4821" y="6"/>
                </a:cubicBezTo>
                <a:cubicBezTo>
                  <a:pt x="4830" y="10"/>
                  <a:pt x="4839" y="15"/>
                  <a:pt x="4847" y="23"/>
                </a:cubicBezTo>
                <a:cubicBezTo>
                  <a:pt x="4854" y="30"/>
                  <a:pt x="4860" y="39"/>
                  <a:pt x="4864" y="49"/>
                </a:cubicBezTo>
                <a:cubicBezTo>
                  <a:pt x="4868" y="58"/>
                  <a:pt x="4870" y="68"/>
                  <a:pt x="4870" y="79"/>
                </a:cubicBezTo>
                <a:lnTo>
                  <a:pt x="4870" y="687"/>
                </a:lnTo>
                <a:cubicBezTo>
                  <a:pt x="4870" y="698"/>
                  <a:pt x="4868" y="708"/>
                  <a:pt x="4864" y="718"/>
                </a:cubicBezTo>
                <a:cubicBezTo>
                  <a:pt x="4860" y="728"/>
                  <a:pt x="4854" y="736"/>
                  <a:pt x="4847" y="744"/>
                </a:cubicBezTo>
                <a:cubicBezTo>
                  <a:pt x="4839" y="752"/>
                  <a:pt x="4830" y="758"/>
                  <a:pt x="4821" y="762"/>
                </a:cubicBezTo>
                <a:cubicBezTo>
                  <a:pt x="4811" y="766"/>
                  <a:pt x="4801" y="768"/>
                  <a:pt x="4790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2"/>
                  <a:pt x="24" y="744"/>
                </a:cubicBezTo>
                <a:cubicBezTo>
                  <a:pt x="16" y="736"/>
                  <a:pt x="10" y="728"/>
                  <a:pt x="6" y="718"/>
                </a:cubicBezTo>
                <a:cubicBezTo>
                  <a:pt x="2" y="708"/>
                  <a:pt x="0" y="698"/>
                  <a:pt x="0" y="687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6329160" y="2770920"/>
            <a:ext cx="92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Blender CLI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762120" y="3196440"/>
            <a:ext cx="16347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floorplan.svg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4230360" y="3199680"/>
            <a:ext cx="1181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2D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可编辑平⾯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704520" y="3609720"/>
            <a:ext cx="1753200" cy="276480"/>
          </a:xfrm>
          <a:custGeom>
            <a:avLst/>
            <a:gdLst/>
            <a:ahLst/>
            <a:rect l="0" t="0" r="r" b="b"/>
            <a:pathLst>
              <a:path w="4870" h="768">
                <a:moveTo>
                  <a:pt x="0" y="68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4790" y="0"/>
                </a:lnTo>
                <a:cubicBezTo>
                  <a:pt x="4801" y="0"/>
                  <a:pt x="4811" y="2"/>
                  <a:pt x="4821" y="6"/>
                </a:cubicBezTo>
                <a:cubicBezTo>
                  <a:pt x="4830" y="10"/>
                  <a:pt x="4839" y="16"/>
                  <a:pt x="4847" y="23"/>
                </a:cubicBezTo>
                <a:cubicBezTo>
                  <a:pt x="4854" y="31"/>
                  <a:pt x="4860" y="39"/>
                  <a:pt x="4864" y="49"/>
                </a:cubicBezTo>
                <a:cubicBezTo>
                  <a:pt x="4868" y="59"/>
                  <a:pt x="4870" y="69"/>
                  <a:pt x="4870" y="80"/>
                </a:cubicBezTo>
                <a:lnTo>
                  <a:pt x="4870" y="689"/>
                </a:lnTo>
                <a:cubicBezTo>
                  <a:pt x="4870" y="700"/>
                  <a:pt x="4868" y="710"/>
                  <a:pt x="4864" y="719"/>
                </a:cubicBezTo>
                <a:cubicBezTo>
                  <a:pt x="4860" y="729"/>
                  <a:pt x="4854" y="738"/>
                  <a:pt x="4847" y="745"/>
                </a:cubicBezTo>
                <a:cubicBezTo>
                  <a:pt x="4839" y="753"/>
                  <a:pt x="4830" y="758"/>
                  <a:pt x="4821" y="762"/>
                </a:cubicBezTo>
                <a:cubicBezTo>
                  <a:pt x="4811" y="766"/>
                  <a:pt x="4801" y="768"/>
                  <a:pt x="4790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3"/>
                  <a:pt x="24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6329160" y="3199680"/>
            <a:ext cx="696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Inkscape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762120" y="3625200"/>
            <a:ext cx="16347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floorplan.dxf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4230360" y="3628440"/>
            <a:ext cx="1833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AutoCAD/Rhino/QCAD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704520" y="4038480"/>
            <a:ext cx="3267720" cy="276480"/>
          </a:xfrm>
          <a:custGeom>
            <a:avLst/>
            <a:gdLst/>
            <a:ahLst/>
            <a:rect l="0" t="0" r="r" b="b"/>
            <a:pathLst>
              <a:path w="9077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8997" y="0"/>
                </a:lnTo>
                <a:cubicBezTo>
                  <a:pt x="9008" y="0"/>
                  <a:pt x="9018" y="2"/>
                  <a:pt x="9028" y="6"/>
                </a:cubicBezTo>
                <a:cubicBezTo>
                  <a:pt x="9037" y="10"/>
                  <a:pt x="9046" y="16"/>
                  <a:pt x="9053" y="23"/>
                </a:cubicBezTo>
                <a:cubicBezTo>
                  <a:pt x="9061" y="31"/>
                  <a:pt x="9067" y="39"/>
                  <a:pt x="9071" y="49"/>
                </a:cubicBezTo>
                <a:cubicBezTo>
                  <a:pt x="9075" y="59"/>
                  <a:pt x="9077" y="69"/>
                  <a:pt x="9077" y="79"/>
                </a:cubicBezTo>
                <a:lnTo>
                  <a:pt x="9077" y="689"/>
                </a:lnTo>
                <a:cubicBezTo>
                  <a:pt x="9077" y="699"/>
                  <a:pt x="9075" y="709"/>
                  <a:pt x="9071" y="719"/>
                </a:cubicBezTo>
                <a:cubicBezTo>
                  <a:pt x="9067" y="729"/>
                  <a:pt x="9061" y="737"/>
                  <a:pt x="9053" y="745"/>
                </a:cubicBezTo>
                <a:cubicBezTo>
                  <a:pt x="9046" y="752"/>
                  <a:pt x="9037" y="758"/>
                  <a:pt x="9028" y="762"/>
                </a:cubicBezTo>
                <a:cubicBezTo>
                  <a:pt x="9018" y="766"/>
                  <a:pt x="9008" y="768"/>
                  <a:pt x="8997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2"/>
                  <a:pt x="24" y="745"/>
                </a:cubicBezTo>
                <a:cubicBezTo>
                  <a:pt x="16" y="737"/>
                  <a:pt x="10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6329160" y="36284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施⼯深化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762120" y="4053600"/>
            <a:ext cx="3143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exports/*.glb/obj/fbx/ifc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4230360" y="4056840"/>
            <a:ext cx="840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多格式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704520" y="4466880"/>
            <a:ext cx="2010240" cy="276840"/>
          </a:xfrm>
          <a:custGeom>
            <a:avLst/>
            <a:gdLst/>
            <a:ahLst/>
            <a:rect l="0" t="0" r="r" b="b"/>
            <a:pathLst>
              <a:path w="5584" h="769">
                <a:moveTo>
                  <a:pt x="0" y="68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1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5505" y="0"/>
                </a:lnTo>
                <a:cubicBezTo>
                  <a:pt x="5515" y="0"/>
                  <a:pt x="5525" y="2"/>
                  <a:pt x="5535" y="6"/>
                </a:cubicBezTo>
                <a:cubicBezTo>
                  <a:pt x="5545" y="11"/>
                  <a:pt x="5553" y="16"/>
                  <a:pt x="5561" y="24"/>
                </a:cubicBezTo>
                <a:cubicBezTo>
                  <a:pt x="5568" y="31"/>
                  <a:pt x="5574" y="40"/>
                  <a:pt x="5578" y="49"/>
                </a:cubicBezTo>
                <a:cubicBezTo>
                  <a:pt x="5582" y="59"/>
                  <a:pt x="5584" y="69"/>
                  <a:pt x="5584" y="80"/>
                </a:cubicBezTo>
                <a:lnTo>
                  <a:pt x="5584" y="689"/>
                </a:lnTo>
                <a:cubicBezTo>
                  <a:pt x="5584" y="700"/>
                  <a:pt x="5582" y="710"/>
                  <a:pt x="5578" y="720"/>
                </a:cubicBezTo>
                <a:cubicBezTo>
                  <a:pt x="5574" y="729"/>
                  <a:pt x="5568" y="738"/>
                  <a:pt x="5561" y="746"/>
                </a:cubicBezTo>
                <a:cubicBezTo>
                  <a:pt x="5553" y="753"/>
                  <a:pt x="5545" y="759"/>
                  <a:pt x="5535" y="763"/>
                </a:cubicBezTo>
                <a:cubicBezTo>
                  <a:pt x="5525" y="767"/>
                  <a:pt x="5515" y="769"/>
                  <a:pt x="5505" y="769"/>
                </a:cubicBezTo>
                <a:lnTo>
                  <a:pt x="80" y="769"/>
                </a:lnTo>
                <a:cubicBezTo>
                  <a:pt x="69" y="769"/>
                  <a:pt x="59" y="767"/>
                  <a:pt x="49" y="763"/>
                </a:cubicBezTo>
                <a:cubicBezTo>
                  <a:pt x="40" y="759"/>
                  <a:pt x="31" y="753"/>
                  <a:pt x="24" y="746"/>
                </a:cubicBezTo>
                <a:cubicBezTo>
                  <a:pt x="16" y="738"/>
                  <a:pt x="10" y="729"/>
                  <a:pt x="6" y="720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6329160" y="4056840"/>
            <a:ext cx="1850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Three.js / Maya / Revit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762120" y="4482360"/>
            <a:ext cx="18864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decks/deck-*.md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4230360" y="4485600"/>
            <a:ext cx="1407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Marp PPT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源⽂件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704520" y="4895640"/>
            <a:ext cx="1753200" cy="276480"/>
          </a:xfrm>
          <a:custGeom>
            <a:avLst/>
            <a:gdLst/>
            <a:ahLst/>
            <a:rect l="0" t="0" r="r" b="b"/>
            <a:pathLst>
              <a:path w="4870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4790" y="0"/>
                </a:lnTo>
                <a:cubicBezTo>
                  <a:pt x="4801" y="0"/>
                  <a:pt x="4811" y="2"/>
                  <a:pt x="4821" y="6"/>
                </a:cubicBezTo>
                <a:cubicBezTo>
                  <a:pt x="4830" y="10"/>
                  <a:pt x="4839" y="16"/>
                  <a:pt x="4847" y="23"/>
                </a:cubicBezTo>
                <a:cubicBezTo>
                  <a:pt x="4854" y="31"/>
                  <a:pt x="4860" y="39"/>
                  <a:pt x="4864" y="49"/>
                </a:cubicBezTo>
                <a:cubicBezTo>
                  <a:pt x="4868" y="59"/>
                  <a:pt x="4870" y="69"/>
                  <a:pt x="4870" y="79"/>
                </a:cubicBezTo>
                <a:lnTo>
                  <a:pt x="4870" y="689"/>
                </a:lnTo>
                <a:cubicBezTo>
                  <a:pt x="4870" y="700"/>
                  <a:pt x="4868" y="710"/>
                  <a:pt x="4864" y="719"/>
                </a:cubicBezTo>
                <a:cubicBezTo>
                  <a:pt x="4860" y="729"/>
                  <a:pt x="4854" y="738"/>
                  <a:pt x="4847" y="745"/>
                </a:cubicBezTo>
                <a:cubicBezTo>
                  <a:pt x="4839" y="753"/>
                  <a:pt x="4830" y="758"/>
                  <a:pt x="4821" y="762"/>
                </a:cubicBezTo>
                <a:cubicBezTo>
                  <a:pt x="4811" y="766"/>
                  <a:pt x="4801" y="768"/>
                  <a:pt x="4790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3"/>
                  <a:pt x="24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6329160" y="4485600"/>
            <a:ext cx="684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marp-cli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762120" y="4910760"/>
            <a:ext cx="16347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renders/*.png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4230360" y="4904640"/>
            <a:ext cx="1061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⻆度渲染图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6329160" y="490464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已⽣成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142920" y="121680"/>
            <a:ext cx="6190920" cy="3862080"/>
          </a:xfrm>
          <a:custGeom>
            <a:avLst/>
            <a:gdLst/>
            <a:ahLst/>
            <a:rect l="0" t="0" r="r" b="b"/>
            <a:pathLst>
              <a:path w="17197" h="10728">
                <a:moveTo>
                  <a:pt x="1190" y="1196"/>
                </a:moveTo>
                <a:lnTo>
                  <a:pt x="1190" y="9108"/>
                </a:lnTo>
                <a:cubicBezTo>
                  <a:pt x="1190" y="9136"/>
                  <a:pt x="1195" y="9163"/>
                  <a:pt x="1206" y="9189"/>
                </a:cubicBezTo>
                <a:cubicBezTo>
                  <a:pt x="1217" y="9215"/>
                  <a:pt x="1232" y="9238"/>
                  <a:pt x="1252" y="9258"/>
                </a:cubicBezTo>
                <a:cubicBezTo>
                  <a:pt x="1272" y="9278"/>
                  <a:pt x="1295" y="9293"/>
                  <a:pt x="1321" y="9304"/>
                </a:cubicBezTo>
                <a:cubicBezTo>
                  <a:pt x="1347" y="9314"/>
                  <a:pt x="1374" y="9320"/>
                  <a:pt x="1402" y="9320"/>
                </a:cubicBezTo>
                <a:lnTo>
                  <a:pt x="15796" y="9320"/>
                </a:lnTo>
                <a:cubicBezTo>
                  <a:pt x="15824" y="9320"/>
                  <a:pt x="15851" y="9314"/>
                  <a:pt x="15877" y="9304"/>
                </a:cubicBezTo>
                <a:cubicBezTo>
                  <a:pt x="15903" y="9293"/>
                  <a:pt x="15926" y="9278"/>
                  <a:pt x="15946" y="9258"/>
                </a:cubicBezTo>
                <a:cubicBezTo>
                  <a:pt x="15966" y="9238"/>
                  <a:pt x="15981" y="9215"/>
                  <a:pt x="15992" y="9189"/>
                </a:cubicBezTo>
                <a:cubicBezTo>
                  <a:pt x="16002" y="9163"/>
                  <a:pt x="16008" y="9136"/>
                  <a:pt x="16008" y="9108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0728"/>
                </a:lnTo>
                <a:lnTo>
                  <a:pt x="0" y="107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77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29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"/>
          <p:cNvSpPr/>
          <p:nvPr/>
        </p:nvSpPr>
        <p:spPr>
          <a:xfrm>
            <a:off x="628560" y="430524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0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20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6286320" y="1754640"/>
            <a:ext cx="28170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⻛格关键词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配⾊码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838080" y="4187880"/>
            <a:ext cx="49428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industrial · mirror-heavy · strong-clean · matte-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628560" y="497196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2"/>
                  <a:pt x="53" y="14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4"/>
                  <a:pt x="171" y="22"/>
                  <a:pt x="181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838080" y="4867200"/>
            <a:ext cx="1371960" cy="276480"/>
          </a:xfrm>
          <a:custGeom>
            <a:avLst/>
            <a:gdLst/>
            <a:ahLst/>
            <a:rect l="0" t="0" r="r" b="b"/>
            <a:pathLst>
              <a:path w="3811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3731" y="0"/>
                </a:lnTo>
                <a:cubicBezTo>
                  <a:pt x="3742" y="0"/>
                  <a:pt x="3752" y="2"/>
                  <a:pt x="3762" y="6"/>
                </a:cubicBezTo>
                <a:cubicBezTo>
                  <a:pt x="3772" y="10"/>
                  <a:pt x="3780" y="16"/>
                  <a:pt x="3788" y="23"/>
                </a:cubicBezTo>
                <a:cubicBezTo>
                  <a:pt x="3795" y="30"/>
                  <a:pt x="3801" y="39"/>
                  <a:pt x="3805" y="49"/>
                </a:cubicBezTo>
                <a:cubicBezTo>
                  <a:pt x="3809" y="58"/>
                  <a:pt x="3811" y="69"/>
                  <a:pt x="3811" y="79"/>
                </a:cubicBezTo>
                <a:lnTo>
                  <a:pt x="3811" y="689"/>
                </a:lnTo>
                <a:cubicBezTo>
                  <a:pt x="3811" y="699"/>
                  <a:pt x="3809" y="709"/>
                  <a:pt x="3805" y="719"/>
                </a:cubicBezTo>
                <a:cubicBezTo>
                  <a:pt x="3801" y="729"/>
                  <a:pt x="3795" y="737"/>
                  <a:pt x="3788" y="745"/>
                </a:cubicBezTo>
                <a:cubicBezTo>
                  <a:pt x="3780" y="752"/>
                  <a:pt x="3772" y="758"/>
                  <a:pt x="3762" y="762"/>
                </a:cubicBezTo>
                <a:cubicBezTo>
                  <a:pt x="3752" y="766"/>
                  <a:pt x="3742" y="768"/>
                  <a:pt x="3731" y="768"/>
                </a:cubicBezTo>
                <a:lnTo>
                  <a:pt x="79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39" y="758"/>
                  <a:pt x="31" y="752"/>
                  <a:pt x="23" y="745"/>
                </a:cubicBezTo>
                <a:cubicBezTo>
                  <a:pt x="16" y="737"/>
                  <a:pt x="10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838080" y="4492800"/>
            <a:ext cx="5313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black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895320" y="4882320"/>
            <a:ext cx="12578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wall_black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628560" y="53337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838080" y="5229000"/>
            <a:ext cx="1752840" cy="276480"/>
          </a:xfrm>
          <a:custGeom>
            <a:avLst/>
            <a:gdLst/>
            <a:ahLst/>
            <a:rect l="0" t="0" r="r" b="b"/>
            <a:pathLst>
              <a:path w="4869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4790" y="0"/>
                </a:lnTo>
                <a:cubicBezTo>
                  <a:pt x="4800" y="0"/>
                  <a:pt x="4810" y="2"/>
                  <a:pt x="4820" y="6"/>
                </a:cubicBezTo>
                <a:cubicBezTo>
                  <a:pt x="4830" y="10"/>
                  <a:pt x="4838" y="16"/>
                  <a:pt x="4846" y="23"/>
                </a:cubicBezTo>
                <a:cubicBezTo>
                  <a:pt x="4853" y="31"/>
                  <a:pt x="4859" y="39"/>
                  <a:pt x="4863" y="49"/>
                </a:cubicBezTo>
                <a:cubicBezTo>
                  <a:pt x="4867" y="59"/>
                  <a:pt x="4869" y="69"/>
                  <a:pt x="4869" y="79"/>
                </a:cubicBezTo>
                <a:lnTo>
                  <a:pt x="4869" y="689"/>
                </a:lnTo>
                <a:cubicBezTo>
                  <a:pt x="4869" y="700"/>
                  <a:pt x="4867" y="710"/>
                  <a:pt x="4863" y="719"/>
                </a:cubicBezTo>
                <a:cubicBezTo>
                  <a:pt x="4859" y="729"/>
                  <a:pt x="4853" y="738"/>
                  <a:pt x="4846" y="745"/>
                </a:cubicBezTo>
                <a:cubicBezTo>
                  <a:pt x="4838" y="753"/>
                  <a:pt x="4830" y="758"/>
                  <a:pt x="4820" y="762"/>
                </a:cubicBezTo>
                <a:cubicBezTo>
                  <a:pt x="4810" y="766"/>
                  <a:pt x="4800" y="768"/>
                  <a:pt x="4790" y="768"/>
                </a:cubicBezTo>
                <a:lnTo>
                  <a:pt x="79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39" y="758"/>
                  <a:pt x="31" y="753"/>
                  <a:pt x="23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2214000" y="4854600"/>
            <a:ext cx="1642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#1A1A1C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哑⿊墙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895320" y="5244480"/>
            <a:ext cx="16347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mirror_silver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628560" y="56862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838080" y="5581440"/>
            <a:ext cx="1629000" cy="276480"/>
          </a:xfrm>
          <a:custGeom>
            <a:avLst/>
            <a:gdLst/>
            <a:ahLst/>
            <a:rect l="0" t="0" r="r" b="b"/>
            <a:pathLst>
              <a:path w="4525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4445" y="0"/>
                </a:lnTo>
                <a:cubicBezTo>
                  <a:pt x="4455" y="0"/>
                  <a:pt x="4466" y="2"/>
                  <a:pt x="4476" y="6"/>
                </a:cubicBezTo>
                <a:cubicBezTo>
                  <a:pt x="4486" y="10"/>
                  <a:pt x="4495" y="16"/>
                  <a:pt x="4502" y="23"/>
                </a:cubicBezTo>
                <a:cubicBezTo>
                  <a:pt x="4509" y="31"/>
                  <a:pt x="4515" y="39"/>
                  <a:pt x="4519" y="49"/>
                </a:cubicBezTo>
                <a:cubicBezTo>
                  <a:pt x="4523" y="59"/>
                  <a:pt x="4525" y="69"/>
                  <a:pt x="4525" y="79"/>
                </a:cubicBezTo>
                <a:lnTo>
                  <a:pt x="4525" y="689"/>
                </a:lnTo>
                <a:cubicBezTo>
                  <a:pt x="4525" y="700"/>
                  <a:pt x="4523" y="710"/>
                  <a:pt x="4519" y="719"/>
                </a:cubicBezTo>
                <a:cubicBezTo>
                  <a:pt x="4515" y="729"/>
                  <a:pt x="4509" y="738"/>
                  <a:pt x="4502" y="745"/>
                </a:cubicBezTo>
                <a:cubicBezTo>
                  <a:pt x="4495" y="753"/>
                  <a:pt x="4486" y="758"/>
                  <a:pt x="4476" y="762"/>
                </a:cubicBezTo>
                <a:cubicBezTo>
                  <a:pt x="4466" y="766"/>
                  <a:pt x="4455" y="768"/>
                  <a:pt x="4445" y="768"/>
                </a:cubicBezTo>
                <a:lnTo>
                  <a:pt x="79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39" y="758"/>
                  <a:pt x="31" y="753"/>
                  <a:pt x="23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2592720" y="5216760"/>
            <a:ext cx="1806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#C8CDD2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镜⾯银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895320" y="5596560"/>
            <a:ext cx="15091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power_yellow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628560" y="604836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19"/>
                  <a:pt x="210" y="133"/>
                  <a:pt x="204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0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19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0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838080" y="5943240"/>
            <a:ext cx="1248120" cy="276840"/>
          </a:xfrm>
          <a:custGeom>
            <a:avLst/>
            <a:gdLst/>
            <a:ahLst/>
            <a:rect l="0" t="0" r="r" b="b"/>
            <a:pathLst>
              <a:path w="3467" h="769">
                <a:moveTo>
                  <a:pt x="0" y="688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1"/>
                  <a:pt x="49" y="7"/>
                </a:cubicBezTo>
                <a:cubicBezTo>
                  <a:pt x="59" y="3"/>
                  <a:pt x="69" y="0"/>
                  <a:pt x="79" y="0"/>
                </a:cubicBezTo>
                <a:lnTo>
                  <a:pt x="3387" y="0"/>
                </a:lnTo>
                <a:cubicBezTo>
                  <a:pt x="3398" y="0"/>
                  <a:pt x="3408" y="3"/>
                  <a:pt x="3418" y="7"/>
                </a:cubicBezTo>
                <a:cubicBezTo>
                  <a:pt x="3428" y="11"/>
                  <a:pt x="3436" y="16"/>
                  <a:pt x="3444" y="24"/>
                </a:cubicBezTo>
                <a:cubicBezTo>
                  <a:pt x="3451" y="31"/>
                  <a:pt x="3457" y="40"/>
                  <a:pt x="3461" y="49"/>
                </a:cubicBezTo>
                <a:cubicBezTo>
                  <a:pt x="3465" y="59"/>
                  <a:pt x="3467" y="69"/>
                  <a:pt x="3467" y="80"/>
                </a:cubicBezTo>
                <a:lnTo>
                  <a:pt x="3467" y="688"/>
                </a:lnTo>
                <a:cubicBezTo>
                  <a:pt x="3467" y="699"/>
                  <a:pt x="3465" y="709"/>
                  <a:pt x="3461" y="719"/>
                </a:cubicBezTo>
                <a:cubicBezTo>
                  <a:pt x="3457" y="729"/>
                  <a:pt x="3451" y="737"/>
                  <a:pt x="3444" y="745"/>
                </a:cubicBezTo>
                <a:cubicBezTo>
                  <a:pt x="3436" y="753"/>
                  <a:pt x="3428" y="759"/>
                  <a:pt x="3418" y="763"/>
                </a:cubicBezTo>
                <a:cubicBezTo>
                  <a:pt x="3408" y="767"/>
                  <a:pt x="3398" y="769"/>
                  <a:pt x="3387" y="769"/>
                </a:cubicBezTo>
                <a:lnTo>
                  <a:pt x="79" y="769"/>
                </a:lnTo>
                <a:cubicBezTo>
                  <a:pt x="69" y="769"/>
                  <a:pt x="59" y="767"/>
                  <a:pt x="49" y="763"/>
                </a:cubicBezTo>
                <a:cubicBezTo>
                  <a:pt x="39" y="759"/>
                  <a:pt x="31" y="753"/>
                  <a:pt x="23" y="745"/>
                </a:cubicBezTo>
                <a:cubicBezTo>
                  <a:pt x="16" y="737"/>
                  <a:pt x="10" y="729"/>
                  <a:pt x="6" y="719"/>
                </a:cubicBezTo>
                <a:cubicBezTo>
                  <a:pt x="2" y="709"/>
                  <a:pt x="0" y="699"/>
                  <a:pt x="0" y="688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2466360" y="5569200"/>
            <a:ext cx="21456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#E5C547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电光⻩点缀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895320" y="5958720"/>
            <a:ext cx="11322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warm_wood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628560" y="64101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838080" y="6305400"/>
            <a:ext cx="743400" cy="276480"/>
          </a:xfrm>
          <a:custGeom>
            <a:avLst/>
            <a:gdLst/>
            <a:ahLst/>
            <a:rect l="0" t="0" r="r" b="b"/>
            <a:pathLst>
              <a:path w="2065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1985" y="0"/>
                </a:lnTo>
                <a:cubicBezTo>
                  <a:pt x="1996" y="0"/>
                  <a:pt x="2006" y="2"/>
                  <a:pt x="2016" y="6"/>
                </a:cubicBezTo>
                <a:cubicBezTo>
                  <a:pt x="2025" y="10"/>
                  <a:pt x="2034" y="16"/>
                  <a:pt x="2041" y="23"/>
                </a:cubicBezTo>
                <a:cubicBezTo>
                  <a:pt x="2049" y="31"/>
                  <a:pt x="2055" y="39"/>
                  <a:pt x="2059" y="49"/>
                </a:cubicBezTo>
                <a:cubicBezTo>
                  <a:pt x="2063" y="59"/>
                  <a:pt x="2065" y="69"/>
                  <a:pt x="2065" y="79"/>
                </a:cubicBezTo>
                <a:lnTo>
                  <a:pt x="2065" y="689"/>
                </a:lnTo>
                <a:cubicBezTo>
                  <a:pt x="2065" y="699"/>
                  <a:pt x="2063" y="709"/>
                  <a:pt x="2059" y="719"/>
                </a:cubicBezTo>
                <a:cubicBezTo>
                  <a:pt x="2055" y="729"/>
                  <a:pt x="2049" y="738"/>
                  <a:pt x="2041" y="745"/>
                </a:cubicBezTo>
                <a:cubicBezTo>
                  <a:pt x="2034" y="752"/>
                  <a:pt x="2025" y="758"/>
                  <a:pt x="2016" y="762"/>
                </a:cubicBezTo>
                <a:cubicBezTo>
                  <a:pt x="2006" y="766"/>
                  <a:pt x="1996" y="768"/>
                  <a:pt x="1985" y="768"/>
                </a:cubicBezTo>
                <a:lnTo>
                  <a:pt x="79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39" y="758"/>
                  <a:pt x="31" y="752"/>
                  <a:pt x="23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2088000" y="5931000"/>
            <a:ext cx="2560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#8B6F4E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暖⽊（瑜伽区）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895320" y="6320520"/>
            <a:ext cx="6292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cream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628560" y="67719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838080" y="6667200"/>
            <a:ext cx="1124280" cy="190800"/>
          </a:xfrm>
          <a:custGeom>
            <a:avLst/>
            <a:gdLst/>
            <a:ahLst/>
            <a:rect l="0" t="0" r="r" b="b"/>
            <a:pathLst>
              <a:path w="3123" h="530">
                <a:moveTo>
                  <a:pt x="0" y="530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3044" y="0"/>
                </a:lnTo>
                <a:cubicBezTo>
                  <a:pt x="3054" y="0"/>
                  <a:pt x="3064" y="2"/>
                  <a:pt x="3074" y="6"/>
                </a:cubicBezTo>
                <a:cubicBezTo>
                  <a:pt x="3084" y="10"/>
                  <a:pt x="3092" y="16"/>
                  <a:pt x="3100" y="24"/>
                </a:cubicBezTo>
                <a:cubicBezTo>
                  <a:pt x="3107" y="31"/>
                  <a:pt x="3113" y="40"/>
                  <a:pt x="3117" y="49"/>
                </a:cubicBezTo>
                <a:cubicBezTo>
                  <a:pt x="3121" y="59"/>
                  <a:pt x="3123" y="69"/>
                  <a:pt x="3123" y="80"/>
                </a:cubicBezTo>
                <a:lnTo>
                  <a:pt x="3123" y="530"/>
                </a:lnTo>
                <a:lnTo>
                  <a:pt x="0" y="530"/>
                </a:ln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1583280" y="6292800"/>
            <a:ext cx="2612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#EDE8DE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奶油（休息区）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895320" y="6682680"/>
            <a:ext cx="10062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deep red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2031480" y="6654960"/>
            <a:ext cx="22935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#A23B30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深红（品牌）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13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"/>
          <p:cNvSpPr/>
          <p:nvPr/>
        </p:nvSpPr>
        <p:spPr>
          <a:xfrm>
            <a:off x="628560" y="4638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6286320" y="1916280"/>
            <a:ext cx="25794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平⾯图（俯视渲染）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628560" y="50004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838080" y="4521240"/>
            <a:ext cx="2433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 × 10 × 3.5 m · 100 m²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838080" y="4883400"/>
            <a:ext cx="5547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功能分区：前台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储物柜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⼒量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瑜伽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镜⾯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淋浴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咨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628560" y="56671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838080" y="5187960"/>
            <a:ext cx="8481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询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储藏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628560" y="60195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838080" y="5550120"/>
            <a:ext cx="2114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总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3D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物体：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~95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件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838080" y="5902560"/>
            <a:ext cx="2109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材质索引：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9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种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PBR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142920" y="121680"/>
            <a:ext cx="6190920" cy="4831560"/>
          </a:xfrm>
          <a:custGeom>
            <a:avLst/>
            <a:gdLst/>
            <a:ahLst/>
            <a:rect l="0" t="0" r="r" b="b"/>
            <a:pathLst>
              <a:path w="17197" h="13421">
                <a:moveTo>
                  <a:pt x="1190" y="1196"/>
                </a:moveTo>
                <a:lnTo>
                  <a:pt x="1190" y="11807"/>
                </a:lnTo>
                <a:cubicBezTo>
                  <a:pt x="1190" y="11835"/>
                  <a:pt x="1195" y="11862"/>
                  <a:pt x="1206" y="11888"/>
                </a:cubicBezTo>
                <a:cubicBezTo>
                  <a:pt x="1217" y="11914"/>
                  <a:pt x="1232" y="11937"/>
                  <a:pt x="1252" y="11957"/>
                </a:cubicBezTo>
                <a:cubicBezTo>
                  <a:pt x="1272" y="11976"/>
                  <a:pt x="1295" y="11992"/>
                  <a:pt x="1321" y="12002"/>
                </a:cubicBezTo>
                <a:cubicBezTo>
                  <a:pt x="1347" y="12013"/>
                  <a:pt x="1374" y="12019"/>
                  <a:pt x="1402" y="12019"/>
                </a:cubicBezTo>
                <a:lnTo>
                  <a:pt x="15796" y="12019"/>
                </a:lnTo>
                <a:cubicBezTo>
                  <a:pt x="15824" y="12019"/>
                  <a:pt x="15851" y="12013"/>
                  <a:pt x="15877" y="12002"/>
                </a:cubicBezTo>
                <a:cubicBezTo>
                  <a:pt x="15903" y="11992"/>
                  <a:pt x="15926" y="11976"/>
                  <a:pt x="15946" y="11957"/>
                </a:cubicBezTo>
                <a:cubicBezTo>
                  <a:pt x="15966" y="11937"/>
                  <a:pt x="15981" y="11914"/>
                  <a:pt x="15992" y="11888"/>
                </a:cubicBezTo>
                <a:cubicBezTo>
                  <a:pt x="16002" y="11862"/>
                  <a:pt x="16008" y="11835"/>
                  <a:pt x="16008" y="11807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3421"/>
                </a:lnTo>
                <a:lnTo>
                  <a:pt x="0" y="1342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31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97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"/>
          <p:cNvSpPr/>
          <p:nvPr/>
        </p:nvSpPr>
        <p:spPr>
          <a:xfrm>
            <a:off x="628560" y="52765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2"/>
                  <a:pt x="53" y="15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5"/>
                  <a:pt x="171" y="22"/>
                  <a:pt x="181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6286320" y="2240280"/>
            <a:ext cx="31395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平⾯图（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SVG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可编辑）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628560" y="563868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838080" y="5159520"/>
            <a:ext cx="3017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标注尺⼨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分区⾊块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器械位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628560" y="600048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838080" y="5521320"/>
            <a:ext cx="2778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可在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Inkscape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调整器械位置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1323720" y="5895720"/>
            <a:ext cx="4477320" cy="276480"/>
          </a:xfrm>
          <a:custGeom>
            <a:avLst/>
            <a:gdLst/>
            <a:ahLst/>
            <a:rect l="0" t="0" r="r" b="b"/>
            <a:pathLst>
              <a:path w="12437" h="768">
                <a:moveTo>
                  <a:pt x="0" y="68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2437" y="0"/>
                </a:lnTo>
                <a:lnTo>
                  <a:pt x="12437" y="768"/>
                </a:ln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39" y="758"/>
                  <a:pt x="31" y="753"/>
                  <a:pt x="23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838080" y="5883480"/>
            <a:ext cx="4878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改后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838080" y="6200640"/>
            <a:ext cx="1953000" cy="276480"/>
          </a:xfrm>
          <a:custGeom>
            <a:avLst/>
            <a:gdLst/>
            <a:ahLst/>
            <a:rect l="0" t="0" r="r" b="b"/>
            <a:pathLst>
              <a:path w="5425" h="768">
                <a:moveTo>
                  <a:pt x="0" y="0"/>
                </a:moveTo>
                <a:lnTo>
                  <a:pt x="5345" y="0"/>
                </a:lnTo>
                <a:cubicBezTo>
                  <a:pt x="5356" y="0"/>
                  <a:pt x="5366" y="2"/>
                  <a:pt x="5376" y="6"/>
                </a:cubicBezTo>
                <a:cubicBezTo>
                  <a:pt x="5386" y="10"/>
                  <a:pt x="5394" y="16"/>
                  <a:pt x="5402" y="23"/>
                </a:cubicBezTo>
                <a:cubicBezTo>
                  <a:pt x="5409" y="31"/>
                  <a:pt x="5415" y="40"/>
                  <a:pt x="5419" y="50"/>
                </a:cubicBezTo>
                <a:cubicBezTo>
                  <a:pt x="5423" y="60"/>
                  <a:pt x="5425" y="70"/>
                  <a:pt x="5425" y="80"/>
                </a:cubicBezTo>
                <a:lnTo>
                  <a:pt x="5425" y="689"/>
                </a:lnTo>
                <a:cubicBezTo>
                  <a:pt x="5425" y="699"/>
                  <a:pt x="5423" y="709"/>
                  <a:pt x="5419" y="719"/>
                </a:cubicBezTo>
                <a:cubicBezTo>
                  <a:pt x="5415" y="729"/>
                  <a:pt x="5409" y="737"/>
                  <a:pt x="5402" y="745"/>
                </a:cubicBezTo>
                <a:cubicBezTo>
                  <a:pt x="5394" y="752"/>
                  <a:pt x="5386" y="758"/>
                  <a:pt x="5376" y="762"/>
                </a:cubicBezTo>
                <a:cubicBezTo>
                  <a:pt x="5366" y="766"/>
                  <a:pt x="5356" y="768"/>
                  <a:pt x="5345" y="768"/>
                </a:cubicBez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1384200" y="5911200"/>
            <a:ext cx="44002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rsvg-convert -d 150 floorplan.svg -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838080" y="6215760"/>
            <a:ext cx="18864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o floorplan.png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576000" y="2481120"/>
            <a:ext cx="11039760" cy="2162520"/>
          </a:xfrm>
          <a:custGeom>
            <a:avLst/>
            <a:gdLst/>
            <a:ahLst/>
            <a:rect l="0" t="0" r="r" b="b"/>
            <a:pathLst>
              <a:path w="30666" h="6007">
                <a:moveTo>
                  <a:pt x="0" y="586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3"/>
                </a:cubicBezTo>
                <a:cubicBezTo>
                  <a:pt x="30559" y="5"/>
                  <a:pt x="30568" y="7"/>
                  <a:pt x="30577" y="11"/>
                </a:cubicBezTo>
                <a:cubicBezTo>
                  <a:pt x="30585" y="15"/>
                  <a:pt x="30594" y="19"/>
                  <a:pt x="30602" y="24"/>
                </a:cubicBezTo>
                <a:cubicBezTo>
                  <a:pt x="30610" y="30"/>
                  <a:pt x="30617" y="36"/>
                  <a:pt x="30624" y="43"/>
                </a:cubicBezTo>
                <a:cubicBezTo>
                  <a:pt x="30631" y="49"/>
                  <a:pt x="30637" y="57"/>
                  <a:pt x="30642" y="65"/>
                </a:cubicBezTo>
                <a:cubicBezTo>
                  <a:pt x="30647" y="73"/>
                  <a:pt x="30652" y="81"/>
                  <a:pt x="30655" y="90"/>
                </a:cubicBezTo>
                <a:cubicBezTo>
                  <a:pt x="30659" y="99"/>
                  <a:pt x="30662" y="108"/>
                  <a:pt x="30664" y="117"/>
                </a:cubicBezTo>
                <a:cubicBezTo>
                  <a:pt x="30665" y="126"/>
                  <a:pt x="30666" y="136"/>
                  <a:pt x="30666" y="145"/>
                </a:cubicBezTo>
                <a:lnTo>
                  <a:pt x="30666" y="5861"/>
                </a:lnTo>
                <a:cubicBezTo>
                  <a:pt x="30666" y="5871"/>
                  <a:pt x="30665" y="5880"/>
                  <a:pt x="30664" y="5890"/>
                </a:cubicBezTo>
                <a:cubicBezTo>
                  <a:pt x="30662" y="5899"/>
                  <a:pt x="30659" y="5908"/>
                  <a:pt x="30655" y="5917"/>
                </a:cubicBezTo>
                <a:cubicBezTo>
                  <a:pt x="30652" y="5926"/>
                  <a:pt x="30647" y="5934"/>
                  <a:pt x="30642" y="5942"/>
                </a:cubicBezTo>
                <a:cubicBezTo>
                  <a:pt x="30637" y="5950"/>
                  <a:pt x="30631" y="5958"/>
                  <a:pt x="30624" y="5964"/>
                </a:cubicBezTo>
                <a:cubicBezTo>
                  <a:pt x="30617" y="5971"/>
                  <a:pt x="30610" y="5977"/>
                  <a:pt x="30602" y="5982"/>
                </a:cubicBezTo>
                <a:cubicBezTo>
                  <a:pt x="30594" y="5988"/>
                  <a:pt x="30585" y="5992"/>
                  <a:pt x="30577" y="5996"/>
                </a:cubicBezTo>
                <a:cubicBezTo>
                  <a:pt x="30568" y="6000"/>
                  <a:pt x="30559" y="6002"/>
                  <a:pt x="30549" y="6004"/>
                </a:cubicBezTo>
                <a:cubicBezTo>
                  <a:pt x="30540" y="6006"/>
                  <a:pt x="30530" y="6007"/>
                  <a:pt x="30521" y="6007"/>
                </a:cubicBezTo>
                <a:lnTo>
                  <a:pt x="146" y="6007"/>
                </a:lnTo>
                <a:cubicBezTo>
                  <a:pt x="136" y="6007"/>
                  <a:pt x="127" y="6006"/>
                  <a:pt x="117" y="6004"/>
                </a:cubicBezTo>
                <a:cubicBezTo>
                  <a:pt x="108" y="6002"/>
                  <a:pt x="99" y="6000"/>
                  <a:pt x="90" y="5996"/>
                </a:cubicBezTo>
                <a:cubicBezTo>
                  <a:pt x="81" y="5992"/>
                  <a:pt x="73" y="5988"/>
                  <a:pt x="65" y="5982"/>
                </a:cubicBezTo>
                <a:cubicBezTo>
                  <a:pt x="57" y="5977"/>
                  <a:pt x="50" y="5971"/>
                  <a:pt x="43" y="5964"/>
                </a:cubicBezTo>
                <a:cubicBezTo>
                  <a:pt x="36" y="5958"/>
                  <a:pt x="30" y="5950"/>
                  <a:pt x="25" y="5942"/>
                </a:cubicBezTo>
                <a:cubicBezTo>
                  <a:pt x="19" y="5934"/>
                  <a:pt x="15" y="5926"/>
                  <a:pt x="11" y="5917"/>
                </a:cubicBezTo>
                <a:cubicBezTo>
                  <a:pt x="8" y="5908"/>
                  <a:pt x="5" y="5899"/>
                  <a:pt x="3" y="5890"/>
                </a:cubicBezTo>
                <a:cubicBezTo>
                  <a:pt x="1" y="5880"/>
                  <a:pt x="0" y="5871"/>
                  <a:pt x="0" y="5861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576000" y="2481120"/>
            <a:ext cx="11039760" cy="2162520"/>
          </a:xfrm>
          <a:custGeom>
            <a:avLst/>
            <a:gdLst/>
            <a:ahLst/>
            <a:rect l="0" t="0" r="r" b="b"/>
            <a:pathLst>
              <a:path w="30666" h="6007">
                <a:moveTo>
                  <a:pt x="0" y="586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3"/>
                </a:cubicBezTo>
                <a:cubicBezTo>
                  <a:pt x="30559" y="5"/>
                  <a:pt x="30568" y="7"/>
                  <a:pt x="30577" y="11"/>
                </a:cubicBezTo>
                <a:cubicBezTo>
                  <a:pt x="30585" y="15"/>
                  <a:pt x="30594" y="19"/>
                  <a:pt x="30602" y="24"/>
                </a:cubicBezTo>
                <a:cubicBezTo>
                  <a:pt x="30610" y="30"/>
                  <a:pt x="30617" y="36"/>
                  <a:pt x="30624" y="43"/>
                </a:cubicBezTo>
                <a:cubicBezTo>
                  <a:pt x="30631" y="49"/>
                  <a:pt x="30637" y="57"/>
                  <a:pt x="30642" y="65"/>
                </a:cubicBezTo>
                <a:cubicBezTo>
                  <a:pt x="30647" y="73"/>
                  <a:pt x="30652" y="81"/>
                  <a:pt x="30655" y="90"/>
                </a:cubicBezTo>
                <a:cubicBezTo>
                  <a:pt x="30659" y="99"/>
                  <a:pt x="30662" y="108"/>
                  <a:pt x="30664" y="117"/>
                </a:cubicBezTo>
                <a:cubicBezTo>
                  <a:pt x="30665" y="126"/>
                  <a:pt x="30666" y="136"/>
                  <a:pt x="30666" y="145"/>
                </a:cubicBezTo>
                <a:lnTo>
                  <a:pt x="30666" y="5861"/>
                </a:lnTo>
                <a:cubicBezTo>
                  <a:pt x="30666" y="5871"/>
                  <a:pt x="30665" y="5880"/>
                  <a:pt x="30664" y="5890"/>
                </a:cubicBezTo>
                <a:cubicBezTo>
                  <a:pt x="30662" y="5899"/>
                  <a:pt x="30659" y="5908"/>
                  <a:pt x="30655" y="5917"/>
                </a:cubicBezTo>
                <a:cubicBezTo>
                  <a:pt x="30652" y="5926"/>
                  <a:pt x="30647" y="5934"/>
                  <a:pt x="30642" y="5942"/>
                </a:cubicBezTo>
                <a:cubicBezTo>
                  <a:pt x="30637" y="5950"/>
                  <a:pt x="30631" y="5958"/>
                  <a:pt x="30624" y="5964"/>
                </a:cubicBezTo>
                <a:cubicBezTo>
                  <a:pt x="30617" y="5971"/>
                  <a:pt x="30610" y="5977"/>
                  <a:pt x="30602" y="5982"/>
                </a:cubicBezTo>
                <a:cubicBezTo>
                  <a:pt x="30594" y="5988"/>
                  <a:pt x="30585" y="5992"/>
                  <a:pt x="30577" y="5996"/>
                </a:cubicBezTo>
                <a:cubicBezTo>
                  <a:pt x="30568" y="6000"/>
                  <a:pt x="30559" y="6002"/>
                  <a:pt x="30549" y="6004"/>
                </a:cubicBezTo>
                <a:cubicBezTo>
                  <a:pt x="30540" y="6006"/>
                  <a:pt x="30530" y="6007"/>
                  <a:pt x="30521" y="6007"/>
                </a:cubicBezTo>
                <a:lnTo>
                  <a:pt x="146" y="6007"/>
                </a:lnTo>
                <a:cubicBezTo>
                  <a:pt x="136" y="6007"/>
                  <a:pt x="127" y="6006"/>
                  <a:pt x="117" y="6004"/>
                </a:cubicBezTo>
                <a:cubicBezTo>
                  <a:pt x="108" y="6002"/>
                  <a:pt x="99" y="6000"/>
                  <a:pt x="90" y="5996"/>
                </a:cubicBezTo>
                <a:cubicBezTo>
                  <a:pt x="81" y="5992"/>
                  <a:pt x="73" y="5988"/>
                  <a:pt x="65" y="5982"/>
                </a:cubicBezTo>
                <a:cubicBezTo>
                  <a:pt x="57" y="5977"/>
                  <a:pt x="50" y="5971"/>
                  <a:pt x="43" y="5964"/>
                </a:cubicBezTo>
                <a:cubicBezTo>
                  <a:pt x="36" y="5958"/>
                  <a:pt x="30" y="5950"/>
                  <a:pt x="25" y="5942"/>
                </a:cubicBezTo>
                <a:cubicBezTo>
                  <a:pt x="19" y="5934"/>
                  <a:pt x="15" y="5926"/>
                  <a:pt x="11" y="5917"/>
                </a:cubicBezTo>
                <a:cubicBezTo>
                  <a:pt x="8" y="5908"/>
                  <a:pt x="5" y="5899"/>
                  <a:pt x="3" y="5890"/>
                </a:cubicBezTo>
                <a:cubicBezTo>
                  <a:pt x="1" y="5880"/>
                  <a:pt x="0" y="5871"/>
                  <a:pt x="0" y="5861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571320" y="1897200"/>
            <a:ext cx="25408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Material PBR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参数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733320" y="2635200"/>
            <a:ext cx="6334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MatteBlackWall : base #1A1A1C, roughness 0.85, metallic 0.0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733320" y="2844720"/>
            <a:ext cx="6334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RubberFloor    : base #2A2A2C, roughness 0.90, metallic 0.0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733320" y="3044520"/>
            <a:ext cx="64418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MirrorSilver   : base #C8CDD2, roughness 0.02, metallic 0.95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733320" y="3254040"/>
            <a:ext cx="64418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WarmWoodFloor  : base #8B6F4E, roughness 0.55, metallic 0.02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733320" y="3454200"/>
            <a:ext cx="6334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PowerYellow    : base #E5C547, roughness 0.55, metallic 0.0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733320" y="3663720"/>
            <a:ext cx="6334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DeepRed        : base #A23B30, roughness 0.60, metallic 0.0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733320" y="3863880"/>
            <a:ext cx="6334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Cream          : base #EDE8DE, roughness 0.80, metallic 0.0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733320" y="4073400"/>
            <a:ext cx="64418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DarkMetal      : base #2C2C2E, roughness 0.35, metallic 0.85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733320" y="4273200"/>
            <a:ext cx="67636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Glass          : base #DCE3DA, roughness 0.05, transmission 0.9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580680" y="2257200"/>
            <a:ext cx="1114920" cy="381240"/>
          </a:xfrm>
          <a:custGeom>
            <a:avLst/>
            <a:gdLst/>
            <a:ahLst/>
            <a:rect l="0" t="0" r="r" b="b"/>
            <a:pathLst>
              <a:path w="3097" h="1059">
                <a:moveTo>
                  <a:pt x="0" y="0"/>
                </a:moveTo>
                <a:lnTo>
                  <a:pt x="3097" y="0"/>
                </a:lnTo>
                <a:lnTo>
                  <a:pt x="309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1695240" y="2257200"/>
            <a:ext cx="1543320" cy="381240"/>
          </a:xfrm>
          <a:custGeom>
            <a:avLst/>
            <a:gdLst/>
            <a:ahLst/>
            <a:rect l="0" t="0" r="r" b="b"/>
            <a:pathLst>
              <a:path w="4287" h="1059">
                <a:moveTo>
                  <a:pt x="0" y="0"/>
                </a:moveTo>
                <a:lnTo>
                  <a:pt x="4287" y="0"/>
                </a:lnTo>
                <a:lnTo>
                  <a:pt x="428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3238200" y="2257200"/>
            <a:ext cx="2534040" cy="381240"/>
          </a:xfrm>
          <a:custGeom>
            <a:avLst/>
            <a:gdLst/>
            <a:ahLst/>
            <a:rect l="0" t="0" r="r" b="b"/>
            <a:pathLst>
              <a:path w="7039" h="1059">
                <a:moveTo>
                  <a:pt x="0" y="0"/>
                </a:moveTo>
                <a:lnTo>
                  <a:pt x="7039" y="0"/>
                </a:lnTo>
                <a:lnTo>
                  <a:pt x="703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580680" y="2257200"/>
            <a:ext cx="1114920" cy="381240"/>
          </a:xfrm>
          <a:custGeom>
            <a:avLst/>
            <a:gdLst/>
            <a:ahLst/>
            <a:rect l="0" t="0" r="r" b="b"/>
            <a:pathLst>
              <a:path w="3097" h="1059">
                <a:moveTo>
                  <a:pt x="0" y="0"/>
                </a:moveTo>
                <a:lnTo>
                  <a:pt x="3097" y="0"/>
                </a:lnTo>
                <a:lnTo>
                  <a:pt x="309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1695240" y="2257200"/>
            <a:ext cx="1543320" cy="381240"/>
          </a:xfrm>
          <a:custGeom>
            <a:avLst/>
            <a:gdLst/>
            <a:ahLst/>
            <a:rect l="0" t="0" r="r" b="b"/>
            <a:pathLst>
              <a:path w="4287" h="1059">
                <a:moveTo>
                  <a:pt x="0" y="0"/>
                </a:moveTo>
                <a:lnTo>
                  <a:pt x="4287" y="0"/>
                </a:lnTo>
                <a:lnTo>
                  <a:pt x="428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3238200" y="2257200"/>
            <a:ext cx="2534040" cy="381240"/>
          </a:xfrm>
          <a:custGeom>
            <a:avLst/>
            <a:gdLst/>
            <a:ahLst/>
            <a:rect l="0" t="0" r="r" b="b"/>
            <a:pathLst>
              <a:path w="7039" h="1059">
                <a:moveTo>
                  <a:pt x="0" y="0"/>
                </a:moveTo>
                <a:lnTo>
                  <a:pt x="7039" y="0"/>
                </a:lnTo>
                <a:lnTo>
                  <a:pt x="703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580680" y="263808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1695240" y="2638080"/>
            <a:ext cx="1543320" cy="371880"/>
          </a:xfrm>
          <a:custGeom>
            <a:avLst/>
            <a:gdLst/>
            <a:ahLst/>
            <a:rect l="0" t="0" r="r" b="b"/>
            <a:pathLst>
              <a:path w="4287" h="1033">
                <a:moveTo>
                  <a:pt x="0" y="0"/>
                </a:moveTo>
                <a:lnTo>
                  <a:pt x="4287" y="0"/>
                </a:lnTo>
                <a:lnTo>
                  <a:pt x="428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3238200" y="2638080"/>
            <a:ext cx="2534040" cy="371880"/>
          </a:xfrm>
          <a:custGeom>
            <a:avLst/>
            <a:gdLst/>
            <a:ahLst/>
            <a:rect l="0" t="0" r="r" b="b"/>
            <a:pathLst>
              <a:path w="7039" h="1033">
                <a:moveTo>
                  <a:pt x="0" y="0"/>
                </a:moveTo>
                <a:lnTo>
                  <a:pt x="7039" y="0"/>
                </a:lnTo>
                <a:lnTo>
                  <a:pt x="703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580680" y="300960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1695240" y="3009600"/>
            <a:ext cx="1543320" cy="371880"/>
          </a:xfrm>
          <a:custGeom>
            <a:avLst/>
            <a:gdLst/>
            <a:ahLst/>
            <a:rect l="0" t="0" r="r" b="b"/>
            <a:pathLst>
              <a:path w="4287" h="1033">
                <a:moveTo>
                  <a:pt x="0" y="0"/>
                </a:moveTo>
                <a:lnTo>
                  <a:pt x="4287" y="0"/>
                </a:lnTo>
                <a:lnTo>
                  <a:pt x="428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3238200" y="3009600"/>
            <a:ext cx="2534040" cy="371880"/>
          </a:xfrm>
          <a:custGeom>
            <a:avLst/>
            <a:gdLst/>
            <a:ahLst/>
            <a:rect l="0" t="0" r="r" b="b"/>
            <a:pathLst>
              <a:path w="7039" h="1033">
                <a:moveTo>
                  <a:pt x="0" y="0"/>
                </a:moveTo>
                <a:lnTo>
                  <a:pt x="7039" y="0"/>
                </a:lnTo>
                <a:lnTo>
                  <a:pt x="703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580680" y="338112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1695240" y="3381120"/>
            <a:ext cx="1543320" cy="371880"/>
          </a:xfrm>
          <a:custGeom>
            <a:avLst/>
            <a:gdLst/>
            <a:ahLst/>
            <a:rect l="0" t="0" r="r" b="b"/>
            <a:pathLst>
              <a:path w="4287" h="1033">
                <a:moveTo>
                  <a:pt x="0" y="0"/>
                </a:moveTo>
                <a:lnTo>
                  <a:pt x="4287" y="0"/>
                </a:lnTo>
                <a:lnTo>
                  <a:pt x="428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3238200" y="3381120"/>
            <a:ext cx="2534040" cy="371880"/>
          </a:xfrm>
          <a:custGeom>
            <a:avLst/>
            <a:gdLst/>
            <a:ahLst/>
            <a:rect l="0" t="0" r="r" b="b"/>
            <a:pathLst>
              <a:path w="7039" h="1033">
                <a:moveTo>
                  <a:pt x="0" y="0"/>
                </a:moveTo>
                <a:lnTo>
                  <a:pt x="7039" y="0"/>
                </a:lnTo>
                <a:lnTo>
                  <a:pt x="703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580680" y="375264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1695240" y="3752640"/>
            <a:ext cx="1543320" cy="371880"/>
          </a:xfrm>
          <a:custGeom>
            <a:avLst/>
            <a:gdLst/>
            <a:ahLst/>
            <a:rect l="0" t="0" r="r" b="b"/>
            <a:pathLst>
              <a:path w="4287" h="1033">
                <a:moveTo>
                  <a:pt x="0" y="0"/>
                </a:moveTo>
                <a:lnTo>
                  <a:pt x="4287" y="0"/>
                </a:lnTo>
                <a:lnTo>
                  <a:pt x="428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3238200" y="3752640"/>
            <a:ext cx="2534040" cy="371880"/>
          </a:xfrm>
          <a:custGeom>
            <a:avLst/>
            <a:gdLst/>
            <a:ahLst/>
            <a:rect l="0" t="0" r="r" b="b"/>
            <a:pathLst>
              <a:path w="7039" h="1033">
                <a:moveTo>
                  <a:pt x="0" y="0"/>
                </a:moveTo>
                <a:lnTo>
                  <a:pt x="7039" y="0"/>
                </a:lnTo>
                <a:lnTo>
                  <a:pt x="703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580680" y="412416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1695240" y="4124160"/>
            <a:ext cx="1543320" cy="371880"/>
          </a:xfrm>
          <a:custGeom>
            <a:avLst/>
            <a:gdLst/>
            <a:ahLst/>
            <a:rect l="0" t="0" r="r" b="b"/>
            <a:pathLst>
              <a:path w="4287" h="1033">
                <a:moveTo>
                  <a:pt x="0" y="0"/>
                </a:moveTo>
                <a:lnTo>
                  <a:pt x="4287" y="0"/>
                </a:lnTo>
                <a:lnTo>
                  <a:pt x="428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3238200" y="4124160"/>
            <a:ext cx="2534040" cy="371880"/>
          </a:xfrm>
          <a:custGeom>
            <a:avLst/>
            <a:gdLst/>
            <a:ahLst/>
            <a:rect l="0" t="0" r="r" b="b"/>
            <a:pathLst>
              <a:path w="7039" h="1033">
                <a:moveTo>
                  <a:pt x="0" y="0"/>
                </a:moveTo>
                <a:lnTo>
                  <a:pt x="7039" y="0"/>
                </a:lnTo>
                <a:lnTo>
                  <a:pt x="703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580680" y="449568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1695240" y="4495680"/>
            <a:ext cx="1543320" cy="371880"/>
          </a:xfrm>
          <a:custGeom>
            <a:avLst/>
            <a:gdLst/>
            <a:ahLst/>
            <a:rect l="0" t="0" r="r" b="b"/>
            <a:pathLst>
              <a:path w="4287" h="1033">
                <a:moveTo>
                  <a:pt x="0" y="0"/>
                </a:moveTo>
                <a:lnTo>
                  <a:pt x="4287" y="0"/>
                </a:lnTo>
                <a:lnTo>
                  <a:pt x="428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3238200" y="4495680"/>
            <a:ext cx="2534040" cy="371880"/>
          </a:xfrm>
          <a:custGeom>
            <a:avLst/>
            <a:gdLst/>
            <a:ahLst/>
            <a:rect l="0" t="0" r="r" b="b"/>
            <a:pathLst>
              <a:path w="7039" h="1033">
                <a:moveTo>
                  <a:pt x="0" y="0"/>
                </a:moveTo>
                <a:lnTo>
                  <a:pt x="7039" y="0"/>
                </a:lnTo>
                <a:lnTo>
                  <a:pt x="703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57132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571320" y="2257200"/>
            <a:ext cx="1124280" cy="10080"/>
          </a:xfrm>
          <a:custGeom>
            <a:avLst/>
            <a:gdLst/>
            <a:ahLst/>
            <a:rect l="0" t="0" r="r" b="b"/>
            <a:pathLst>
              <a:path w="3123" h="28">
                <a:moveTo>
                  <a:pt x="0" y="0"/>
                </a:moveTo>
                <a:lnTo>
                  <a:pt x="3123" y="0"/>
                </a:lnTo>
                <a:lnTo>
                  <a:pt x="31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168588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1695240" y="2257200"/>
            <a:ext cx="1553040" cy="10080"/>
          </a:xfrm>
          <a:custGeom>
            <a:avLst/>
            <a:gdLst/>
            <a:ahLst/>
            <a:rect l="0" t="0" r="r" b="b"/>
            <a:pathLst>
              <a:path w="4314" h="28">
                <a:moveTo>
                  <a:pt x="0" y="0"/>
                </a:moveTo>
                <a:lnTo>
                  <a:pt x="4314" y="0"/>
                </a:lnTo>
                <a:lnTo>
                  <a:pt x="43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3238200" y="2257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3247920" y="2257200"/>
            <a:ext cx="2534040" cy="10080"/>
          </a:xfrm>
          <a:custGeom>
            <a:avLst/>
            <a:gdLst/>
            <a:ahLst/>
            <a:rect l="0" t="0" r="r" b="b"/>
            <a:pathLst>
              <a:path w="7039" h="28">
                <a:moveTo>
                  <a:pt x="0" y="0"/>
                </a:moveTo>
                <a:lnTo>
                  <a:pt x="7039" y="0"/>
                </a:lnTo>
                <a:lnTo>
                  <a:pt x="70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5771880" y="2257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571320" y="262872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1695240" y="2628720"/>
            <a:ext cx="1553040" cy="9720"/>
          </a:xfrm>
          <a:custGeom>
            <a:avLst/>
            <a:gdLst/>
            <a:ahLst/>
            <a:rect l="0" t="0" r="r" b="b"/>
            <a:pathLst>
              <a:path w="4314" h="27">
                <a:moveTo>
                  <a:pt x="0" y="0"/>
                </a:moveTo>
                <a:lnTo>
                  <a:pt x="4314" y="0"/>
                </a:lnTo>
                <a:lnTo>
                  <a:pt x="43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3247920" y="2628720"/>
            <a:ext cx="2534040" cy="9720"/>
          </a:xfrm>
          <a:custGeom>
            <a:avLst/>
            <a:gdLst/>
            <a:ahLst/>
            <a:rect l="0" t="0" r="r" b="b"/>
            <a:pathLst>
              <a:path w="7039" h="27">
                <a:moveTo>
                  <a:pt x="0" y="0"/>
                </a:moveTo>
                <a:lnTo>
                  <a:pt x="7039" y="0"/>
                </a:lnTo>
                <a:lnTo>
                  <a:pt x="7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5713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168588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323820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577188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571320" y="300024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168588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1695240" y="3000240"/>
            <a:ext cx="1553040" cy="9720"/>
          </a:xfrm>
          <a:custGeom>
            <a:avLst/>
            <a:gdLst/>
            <a:ahLst/>
            <a:rect l="0" t="0" r="r" b="b"/>
            <a:pathLst>
              <a:path w="4314" h="27">
                <a:moveTo>
                  <a:pt x="0" y="0"/>
                </a:moveTo>
                <a:lnTo>
                  <a:pt x="4314" y="0"/>
                </a:lnTo>
                <a:lnTo>
                  <a:pt x="43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323820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3247920" y="3000240"/>
            <a:ext cx="2534040" cy="9720"/>
          </a:xfrm>
          <a:custGeom>
            <a:avLst/>
            <a:gdLst/>
            <a:ahLst/>
            <a:rect l="0" t="0" r="r" b="b"/>
            <a:pathLst>
              <a:path w="7039" h="27">
                <a:moveTo>
                  <a:pt x="0" y="0"/>
                </a:moveTo>
                <a:lnTo>
                  <a:pt x="7039" y="0"/>
                </a:lnTo>
                <a:lnTo>
                  <a:pt x="7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577188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571320" y="337176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168588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1695240" y="3371760"/>
            <a:ext cx="1553040" cy="9720"/>
          </a:xfrm>
          <a:custGeom>
            <a:avLst/>
            <a:gdLst/>
            <a:ahLst/>
            <a:rect l="0" t="0" r="r" b="b"/>
            <a:pathLst>
              <a:path w="4314" h="27">
                <a:moveTo>
                  <a:pt x="0" y="0"/>
                </a:moveTo>
                <a:lnTo>
                  <a:pt x="4314" y="0"/>
                </a:lnTo>
                <a:lnTo>
                  <a:pt x="43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323820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3247920" y="3371760"/>
            <a:ext cx="2534040" cy="9720"/>
          </a:xfrm>
          <a:custGeom>
            <a:avLst/>
            <a:gdLst/>
            <a:ahLst/>
            <a:rect l="0" t="0" r="r" b="b"/>
            <a:pathLst>
              <a:path w="7039" h="27">
                <a:moveTo>
                  <a:pt x="0" y="0"/>
                </a:moveTo>
                <a:lnTo>
                  <a:pt x="7039" y="0"/>
                </a:lnTo>
                <a:lnTo>
                  <a:pt x="7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577188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571320" y="374328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168588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1695240" y="3743280"/>
            <a:ext cx="1553040" cy="9720"/>
          </a:xfrm>
          <a:custGeom>
            <a:avLst/>
            <a:gdLst/>
            <a:ahLst/>
            <a:rect l="0" t="0" r="r" b="b"/>
            <a:pathLst>
              <a:path w="4314" h="27">
                <a:moveTo>
                  <a:pt x="0" y="0"/>
                </a:moveTo>
                <a:lnTo>
                  <a:pt x="4314" y="0"/>
                </a:lnTo>
                <a:lnTo>
                  <a:pt x="43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323820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3247920" y="3743280"/>
            <a:ext cx="2534040" cy="9720"/>
          </a:xfrm>
          <a:custGeom>
            <a:avLst/>
            <a:gdLst/>
            <a:ahLst/>
            <a:rect l="0" t="0" r="r" b="b"/>
            <a:pathLst>
              <a:path w="7039" h="27">
                <a:moveTo>
                  <a:pt x="0" y="0"/>
                </a:moveTo>
                <a:lnTo>
                  <a:pt x="7039" y="0"/>
                </a:lnTo>
                <a:lnTo>
                  <a:pt x="7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577188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571320" y="4114440"/>
            <a:ext cx="1124280" cy="10080"/>
          </a:xfrm>
          <a:custGeom>
            <a:avLst/>
            <a:gdLst/>
            <a:ahLst/>
            <a:rect l="0" t="0" r="r" b="b"/>
            <a:pathLst>
              <a:path w="3123" h="28">
                <a:moveTo>
                  <a:pt x="0" y="0"/>
                </a:moveTo>
                <a:lnTo>
                  <a:pt x="3123" y="0"/>
                </a:lnTo>
                <a:lnTo>
                  <a:pt x="31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168588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1695240" y="4114440"/>
            <a:ext cx="1553040" cy="10080"/>
          </a:xfrm>
          <a:custGeom>
            <a:avLst/>
            <a:gdLst/>
            <a:ahLst/>
            <a:rect l="0" t="0" r="r" b="b"/>
            <a:pathLst>
              <a:path w="4314" h="28">
                <a:moveTo>
                  <a:pt x="0" y="0"/>
                </a:moveTo>
                <a:lnTo>
                  <a:pt x="4314" y="0"/>
                </a:lnTo>
                <a:lnTo>
                  <a:pt x="43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323820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3247920" y="4114440"/>
            <a:ext cx="2534040" cy="10080"/>
          </a:xfrm>
          <a:custGeom>
            <a:avLst/>
            <a:gdLst/>
            <a:ahLst/>
            <a:rect l="0" t="0" r="r" b="b"/>
            <a:pathLst>
              <a:path w="7039" h="28">
                <a:moveTo>
                  <a:pt x="0" y="0"/>
                </a:moveTo>
                <a:lnTo>
                  <a:pt x="7039" y="0"/>
                </a:lnTo>
                <a:lnTo>
                  <a:pt x="70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577188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5713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571320" y="4485960"/>
            <a:ext cx="1124280" cy="10080"/>
          </a:xfrm>
          <a:custGeom>
            <a:avLst/>
            <a:gdLst/>
            <a:ahLst/>
            <a:rect l="0" t="0" r="r" b="b"/>
            <a:pathLst>
              <a:path w="3123" h="28">
                <a:moveTo>
                  <a:pt x="0" y="0"/>
                </a:moveTo>
                <a:lnTo>
                  <a:pt x="3123" y="0"/>
                </a:lnTo>
                <a:lnTo>
                  <a:pt x="31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168588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1695240" y="4485960"/>
            <a:ext cx="1553040" cy="10080"/>
          </a:xfrm>
          <a:custGeom>
            <a:avLst/>
            <a:gdLst/>
            <a:ahLst/>
            <a:rect l="0" t="0" r="r" b="b"/>
            <a:pathLst>
              <a:path w="4314" h="28">
                <a:moveTo>
                  <a:pt x="0" y="0"/>
                </a:moveTo>
                <a:lnTo>
                  <a:pt x="4314" y="0"/>
                </a:lnTo>
                <a:lnTo>
                  <a:pt x="43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323820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3247920" y="4485960"/>
            <a:ext cx="2534040" cy="10080"/>
          </a:xfrm>
          <a:custGeom>
            <a:avLst/>
            <a:gdLst/>
            <a:ahLst/>
            <a:rect l="0" t="0" r="r" b="b"/>
            <a:pathLst>
              <a:path w="7039" h="28">
                <a:moveTo>
                  <a:pt x="0" y="0"/>
                </a:moveTo>
                <a:lnTo>
                  <a:pt x="7039" y="0"/>
                </a:lnTo>
                <a:lnTo>
                  <a:pt x="70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577188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571320" y="486720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1695240" y="4867200"/>
            <a:ext cx="1553040" cy="9720"/>
          </a:xfrm>
          <a:custGeom>
            <a:avLst/>
            <a:gdLst/>
            <a:ahLst/>
            <a:rect l="0" t="0" r="r" b="b"/>
            <a:pathLst>
              <a:path w="4314" h="27">
                <a:moveTo>
                  <a:pt x="0" y="0"/>
                </a:moveTo>
                <a:lnTo>
                  <a:pt x="4314" y="0"/>
                </a:lnTo>
                <a:lnTo>
                  <a:pt x="43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3247920" y="4867200"/>
            <a:ext cx="2534040" cy="9720"/>
          </a:xfrm>
          <a:custGeom>
            <a:avLst/>
            <a:gdLst/>
            <a:ahLst/>
            <a:rect l="0" t="0" r="r" b="b"/>
            <a:pathLst>
              <a:path w="7039" h="27">
                <a:moveTo>
                  <a:pt x="0" y="0"/>
                </a:moveTo>
                <a:lnTo>
                  <a:pt x="7039" y="0"/>
                </a:lnTo>
                <a:lnTo>
                  <a:pt x="7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571320" y="166860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关键尺⼨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704880" y="232344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181944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尺⼨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337032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备注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704880" y="269496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⾃由⼒量区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1819440" y="2694960"/>
            <a:ext cx="1288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 × 4 m (24 m²)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3370320" y="2694960"/>
            <a:ext cx="21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层⾼净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3.4 m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，容杠铃甩放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704880" y="306612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瑜伽区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1819440" y="3066120"/>
            <a:ext cx="1288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 × 5 m (30 m²)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3370320" y="3066120"/>
            <a:ext cx="2455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垫位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2×3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格，垫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1.8×0.6 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704880" y="343764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镜⾯墙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1819440" y="3437640"/>
            <a:ext cx="841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 × 2.4 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3370320" y="3437640"/>
            <a:ext cx="1956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全反射，地⾯起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200 mm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704880" y="380916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储物柜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1819440" y="3809160"/>
            <a:ext cx="1186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 × 2 m (6 m²)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3370320" y="3809160"/>
            <a:ext cx="1305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柜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2×5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阵列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704880" y="418068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淋浴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1819440" y="4180680"/>
            <a:ext cx="459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 m²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3370320" y="4180680"/>
            <a:ext cx="2369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隔间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洗⼿台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⼲湿分离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704880" y="455220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私教咨询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1819440" y="4552200"/>
            <a:ext cx="391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 m²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3370320" y="4552200"/>
            <a:ext cx="143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桌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1.2×0.7 + 2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1182276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580680" y="2257200"/>
            <a:ext cx="943560" cy="381240"/>
          </a:xfrm>
          <a:custGeom>
            <a:avLst/>
            <a:gdLst/>
            <a:ahLst/>
            <a:rect l="0" t="0" r="r" b="b"/>
            <a:pathLst>
              <a:path w="2621" h="1059">
                <a:moveTo>
                  <a:pt x="0" y="0"/>
                </a:moveTo>
                <a:lnTo>
                  <a:pt x="2621" y="0"/>
                </a:lnTo>
                <a:lnTo>
                  <a:pt x="262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1523880" y="2257200"/>
            <a:ext cx="1457640" cy="381240"/>
          </a:xfrm>
          <a:custGeom>
            <a:avLst/>
            <a:gdLst/>
            <a:ahLst/>
            <a:rect l="0" t="0" r="r" b="b"/>
            <a:pathLst>
              <a:path w="4049" h="1059">
                <a:moveTo>
                  <a:pt x="0" y="0"/>
                </a:moveTo>
                <a:lnTo>
                  <a:pt x="4049" y="0"/>
                </a:lnTo>
                <a:lnTo>
                  <a:pt x="404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2981160" y="2257200"/>
            <a:ext cx="781560" cy="381240"/>
          </a:xfrm>
          <a:custGeom>
            <a:avLst/>
            <a:gdLst/>
            <a:ahLst/>
            <a:rect l="0" t="0" r="r" b="b"/>
            <a:pathLst>
              <a:path w="2171" h="1059">
                <a:moveTo>
                  <a:pt x="0" y="0"/>
                </a:moveTo>
                <a:lnTo>
                  <a:pt x="2171" y="0"/>
                </a:lnTo>
                <a:lnTo>
                  <a:pt x="217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3762360" y="2257200"/>
            <a:ext cx="1019520" cy="381240"/>
          </a:xfrm>
          <a:custGeom>
            <a:avLst/>
            <a:gdLst/>
            <a:ahLst/>
            <a:rect l="0" t="0" r="r" b="b"/>
            <a:pathLst>
              <a:path w="2832" h="1059">
                <a:moveTo>
                  <a:pt x="0" y="0"/>
                </a:moveTo>
                <a:lnTo>
                  <a:pt x="2832" y="0"/>
                </a:lnTo>
                <a:lnTo>
                  <a:pt x="283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580680" y="2257200"/>
            <a:ext cx="943560" cy="381240"/>
          </a:xfrm>
          <a:custGeom>
            <a:avLst/>
            <a:gdLst/>
            <a:ahLst/>
            <a:rect l="0" t="0" r="r" b="b"/>
            <a:pathLst>
              <a:path w="2621" h="1059">
                <a:moveTo>
                  <a:pt x="0" y="0"/>
                </a:moveTo>
                <a:lnTo>
                  <a:pt x="2621" y="0"/>
                </a:lnTo>
                <a:lnTo>
                  <a:pt x="262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1523880" y="2257200"/>
            <a:ext cx="1457640" cy="381240"/>
          </a:xfrm>
          <a:custGeom>
            <a:avLst/>
            <a:gdLst/>
            <a:ahLst/>
            <a:rect l="0" t="0" r="r" b="b"/>
            <a:pathLst>
              <a:path w="4049" h="1059">
                <a:moveTo>
                  <a:pt x="0" y="0"/>
                </a:moveTo>
                <a:lnTo>
                  <a:pt x="4049" y="0"/>
                </a:lnTo>
                <a:lnTo>
                  <a:pt x="404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2981160" y="2257200"/>
            <a:ext cx="781560" cy="381240"/>
          </a:xfrm>
          <a:custGeom>
            <a:avLst/>
            <a:gdLst/>
            <a:ahLst/>
            <a:rect l="0" t="0" r="r" b="b"/>
            <a:pathLst>
              <a:path w="2171" h="1059">
                <a:moveTo>
                  <a:pt x="0" y="0"/>
                </a:moveTo>
                <a:lnTo>
                  <a:pt x="2171" y="0"/>
                </a:lnTo>
                <a:lnTo>
                  <a:pt x="217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3762360" y="2257200"/>
            <a:ext cx="1019520" cy="381240"/>
          </a:xfrm>
          <a:custGeom>
            <a:avLst/>
            <a:gdLst/>
            <a:ahLst/>
            <a:rect l="0" t="0" r="r" b="b"/>
            <a:pathLst>
              <a:path w="2832" h="1059">
                <a:moveTo>
                  <a:pt x="0" y="0"/>
                </a:moveTo>
                <a:lnTo>
                  <a:pt x="2832" y="0"/>
                </a:lnTo>
                <a:lnTo>
                  <a:pt x="283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580680" y="263808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1523880" y="2638080"/>
            <a:ext cx="1457640" cy="371880"/>
          </a:xfrm>
          <a:custGeom>
            <a:avLst/>
            <a:gdLst/>
            <a:ahLst/>
            <a:rect l="0" t="0" r="r" b="b"/>
            <a:pathLst>
              <a:path w="4049" h="1033">
                <a:moveTo>
                  <a:pt x="0" y="0"/>
                </a:moveTo>
                <a:lnTo>
                  <a:pt x="4049" y="0"/>
                </a:lnTo>
                <a:lnTo>
                  <a:pt x="40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2981160" y="2638080"/>
            <a:ext cx="781560" cy="371880"/>
          </a:xfrm>
          <a:custGeom>
            <a:avLst/>
            <a:gdLst/>
            <a:ahLst/>
            <a:rect l="0" t="0" r="r" b="b"/>
            <a:pathLst>
              <a:path w="2171" h="1033">
                <a:moveTo>
                  <a:pt x="0" y="0"/>
                </a:moveTo>
                <a:lnTo>
                  <a:pt x="2171" y="0"/>
                </a:lnTo>
                <a:lnTo>
                  <a:pt x="217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3762360" y="2638080"/>
            <a:ext cx="1019520" cy="371880"/>
          </a:xfrm>
          <a:custGeom>
            <a:avLst/>
            <a:gdLst/>
            <a:ahLst/>
            <a:rect l="0" t="0" r="r" b="b"/>
            <a:pathLst>
              <a:path w="2832" h="1033">
                <a:moveTo>
                  <a:pt x="0" y="0"/>
                </a:moveTo>
                <a:lnTo>
                  <a:pt x="2832" y="0"/>
                </a:lnTo>
                <a:lnTo>
                  <a:pt x="2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580680" y="300960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1523880" y="3009600"/>
            <a:ext cx="1457640" cy="371880"/>
          </a:xfrm>
          <a:custGeom>
            <a:avLst/>
            <a:gdLst/>
            <a:ahLst/>
            <a:rect l="0" t="0" r="r" b="b"/>
            <a:pathLst>
              <a:path w="4049" h="1033">
                <a:moveTo>
                  <a:pt x="0" y="0"/>
                </a:moveTo>
                <a:lnTo>
                  <a:pt x="4049" y="0"/>
                </a:lnTo>
                <a:lnTo>
                  <a:pt x="40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2981160" y="3009600"/>
            <a:ext cx="781560" cy="371880"/>
          </a:xfrm>
          <a:custGeom>
            <a:avLst/>
            <a:gdLst/>
            <a:ahLst/>
            <a:rect l="0" t="0" r="r" b="b"/>
            <a:pathLst>
              <a:path w="2171" h="1033">
                <a:moveTo>
                  <a:pt x="0" y="0"/>
                </a:moveTo>
                <a:lnTo>
                  <a:pt x="2171" y="0"/>
                </a:lnTo>
                <a:lnTo>
                  <a:pt x="217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3762360" y="3009600"/>
            <a:ext cx="1019520" cy="371880"/>
          </a:xfrm>
          <a:custGeom>
            <a:avLst/>
            <a:gdLst/>
            <a:ahLst/>
            <a:rect l="0" t="0" r="r" b="b"/>
            <a:pathLst>
              <a:path w="2832" h="1033">
                <a:moveTo>
                  <a:pt x="0" y="0"/>
                </a:moveTo>
                <a:lnTo>
                  <a:pt x="2832" y="0"/>
                </a:lnTo>
                <a:lnTo>
                  <a:pt x="2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580680" y="338112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1523880" y="3381120"/>
            <a:ext cx="1457640" cy="371880"/>
          </a:xfrm>
          <a:custGeom>
            <a:avLst/>
            <a:gdLst/>
            <a:ahLst/>
            <a:rect l="0" t="0" r="r" b="b"/>
            <a:pathLst>
              <a:path w="4049" h="1033">
                <a:moveTo>
                  <a:pt x="0" y="0"/>
                </a:moveTo>
                <a:lnTo>
                  <a:pt x="4049" y="0"/>
                </a:lnTo>
                <a:lnTo>
                  <a:pt x="40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2981160" y="3381120"/>
            <a:ext cx="781560" cy="371880"/>
          </a:xfrm>
          <a:custGeom>
            <a:avLst/>
            <a:gdLst/>
            <a:ahLst/>
            <a:rect l="0" t="0" r="r" b="b"/>
            <a:pathLst>
              <a:path w="2171" h="1033">
                <a:moveTo>
                  <a:pt x="0" y="0"/>
                </a:moveTo>
                <a:lnTo>
                  <a:pt x="2171" y="0"/>
                </a:lnTo>
                <a:lnTo>
                  <a:pt x="217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3762360" y="3381120"/>
            <a:ext cx="1019520" cy="371880"/>
          </a:xfrm>
          <a:custGeom>
            <a:avLst/>
            <a:gdLst/>
            <a:ahLst/>
            <a:rect l="0" t="0" r="r" b="b"/>
            <a:pathLst>
              <a:path w="2832" h="1033">
                <a:moveTo>
                  <a:pt x="0" y="0"/>
                </a:moveTo>
                <a:lnTo>
                  <a:pt x="2832" y="0"/>
                </a:lnTo>
                <a:lnTo>
                  <a:pt x="2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580680" y="375264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1523880" y="3752640"/>
            <a:ext cx="1457640" cy="371880"/>
          </a:xfrm>
          <a:custGeom>
            <a:avLst/>
            <a:gdLst/>
            <a:ahLst/>
            <a:rect l="0" t="0" r="r" b="b"/>
            <a:pathLst>
              <a:path w="4049" h="1033">
                <a:moveTo>
                  <a:pt x="0" y="0"/>
                </a:moveTo>
                <a:lnTo>
                  <a:pt x="4049" y="0"/>
                </a:lnTo>
                <a:lnTo>
                  <a:pt x="40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2981160" y="3752640"/>
            <a:ext cx="781560" cy="371880"/>
          </a:xfrm>
          <a:custGeom>
            <a:avLst/>
            <a:gdLst/>
            <a:ahLst/>
            <a:rect l="0" t="0" r="r" b="b"/>
            <a:pathLst>
              <a:path w="2171" h="1033">
                <a:moveTo>
                  <a:pt x="0" y="0"/>
                </a:moveTo>
                <a:lnTo>
                  <a:pt x="2171" y="0"/>
                </a:lnTo>
                <a:lnTo>
                  <a:pt x="217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3762360" y="3752640"/>
            <a:ext cx="1019520" cy="371880"/>
          </a:xfrm>
          <a:custGeom>
            <a:avLst/>
            <a:gdLst/>
            <a:ahLst/>
            <a:rect l="0" t="0" r="r" b="b"/>
            <a:pathLst>
              <a:path w="2832" h="1033">
                <a:moveTo>
                  <a:pt x="0" y="0"/>
                </a:moveTo>
                <a:lnTo>
                  <a:pt x="2832" y="0"/>
                </a:lnTo>
                <a:lnTo>
                  <a:pt x="2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580680" y="412416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1523880" y="4124160"/>
            <a:ext cx="1457640" cy="371880"/>
          </a:xfrm>
          <a:custGeom>
            <a:avLst/>
            <a:gdLst/>
            <a:ahLst/>
            <a:rect l="0" t="0" r="r" b="b"/>
            <a:pathLst>
              <a:path w="4049" h="1033">
                <a:moveTo>
                  <a:pt x="0" y="0"/>
                </a:moveTo>
                <a:lnTo>
                  <a:pt x="4049" y="0"/>
                </a:lnTo>
                <a:lnTo>
                  <a:pt x="40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2981160" y="4124160"/>
            <a:ext cx="781560" cy="371880"/>
          </a:xfrm>
          <a:custGeom>
            <a:avLst/>
            <a:gdLst/>
            <a:ahLst/>
            <a:rect l="0" t="0" r="r" b="b"/>
            <a:pathLst>
              <a:path w="2171" h="1033">
                <a:moveTo>
                  <a:pt x="0" y="0"/>
                </a:moveTo>
                <a:lnTo>
                  <a:pt x="2171" y="0"/>
                </a:lnTo>
                <a:lnTo>
                  <a:pt x="217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3762360" y="4124160"/>
            <a:ext cx="1019520" cy="371880"/>
          </a:xfrm>
          <a:custGeom>
            <a:avLst/>
            <a:gdLst/>
            <a:ahLst/>
            <a:rect l="0" t="0" r="r" b="b"/>
            <a:pathLst>
              <a:path w="2832" h="1033">
                <a:moveTo>
                  <a:pt x="0" y="0"/>
                </a:moveTo>
                <a:lnTo>
                  <a:pt x="2832" y="0"/>
                </a:lnTo>
                <a:lnTo>
                  <a:pt x="2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580680" y="449568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1523880" y="4495680"/>
            <a:ext cx="1457640" cy="371880"/>
          </a:xfrm>
          <a:custGeom>
            <a:avLst/>
            <a:gdLst/>
            <a:ahLst/>
            <a:rect l="0" t="0" r="r" b="b"/>
            <a:pathLst>
              <a:path w="4049" h="1033">
                <a:moveTo>
                  <a:pt x="0" y="0"/>
                </a:moveTo>
                <a:lnTo>
                  <a:pt x="4049" y="0"/>
                </a:lnTo>
                <a:lnTo>
                  <a:pt x="40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2981160" y="4495680"/>
            <a:ext cx="781560" cy="371880"/>
          </a:xfrm>
          <a:custGeom>
            <a:avLst/>
            <a:gdLst/>
            <a:ahLst/>
            <a:rect l="0" t="0" r="r" b="b"/>
            <a:pathLst>
              <a:path w="2171" h="1033">
                <a:moveTo>
                  <a:pt x="0" y="0"/>
                </a:moveTo>
                <a:lnTo>
                  <a:pt x="2171" y="0"/>
                </a:lnTo>
                <a:lnTo>
                  <a:pt x="217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3762360" y="4495680"/>
            <a:ext cx="1019520" cy="371880"/>
          </a:xfrm>
          <a:custGeom>
            <a:avLst/>
            <a:gdLst/>
            <a:ahLst/>
            <a:rect l="0" t="0" r="r" b="b"/>
            <a:pathLst>
              <a:path w="2832" h="1033">
                <a:moveTo>
                  <a:pt x="0" y="0"/>
                </a:moveTo>
                <a:lnTo>
                  <a:pt x="2832" y="0"/>
                </a:lnTo>
                <a:lnTo>
                  <a:pt x="2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57132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571320" y="2257200"/>
            <a:ext cx="952920" cy="10080"/>
          </a:xfrm>
          <a:custGeom>
            <a:avLst/>
            <a:gdLst/>
            <a:ahLst/>
            <a:rect l="0" t="0" r="r" b="b"/>
            <a:pathLst>
              <a:path w="2647" h="28">
                <a:moveTo>
                  <a:pt x="0" y="0"/>
                </a:moveTo>
                <a:lnTo>
                  <a:pt x="2647" y="0"/>
                </a:lnTo>
                <a:lnTo>
                  <a:pt x="26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1514160" y="2257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1523880" y="2257200"/>
            <a:ext cx="1457640" cy="10080"/>
          </a:xfrm>
          <a:custGeom>
            <a:avLst/>
            <a:gdLst/>
            <a:ahLst/>
            <a:rect l="0" t="0" r="r" b="b"/>
            <a:pathLst>
              <a:path w="4049" h="28">
                <a:moveTo>
                  <a:pt x="0" y="0"/>
                </a:moveTo>
                <a:lnTo>
                  <a:pt x="4049" y="0"/>
                </a:lnTo>
                <a:lnTo>
                  <a:pt x="404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2971440" y="2257200"/>
            <a:ext cx="10440" cy="381240"/>
          </a:xfrm>
          <a:custGeom>
            <a:avLst/>
            <a:gdLst/>
            <a:ahLst/>
            <a:rect l="0" t="0" r="r" b="b"/>
            <a:pathLst>
              <a:path w="29" h="1059">
                <a:moveTo>
                  <a:pt x="0" y="0"/>
                </a:moveTo>
                <a:lnTo>
                  <a:pt x="29" y="0"/>
                </a:lnTo>
                <a:lnTo>
                  <a:pt x="2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2981160" y="2257200"/>
            <a:ext cx="790920" cy="10080"/>
          </a:xfrm>
          <a:custGeom>
            <a:avLst/>
            <a:gdLst/>
            <a:ahLst/>
            <a:rect l="0" t="0" r="r" b="b"/>
            <a:pathLst>
              <a:path w="2197" h="28">
                <a:moveTo>
                  <a:pt x="0" y="0"/>
                </a:moveTo>
                <a:lnTo>
                  <a:pt x="2197" y="0"/>
                </a:lnTo>
                <a:lnTo>
                  <a:pt x="21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376236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3771720" y="2257200"/>
            <a:ext cx="1019520" cy="10080"/>
          </a:xfrm>
          <a:custGeom>
            <a:avLst/>
            <a:gdLst/>
            <a:ahLst/>
            <a:rect l="0" t="0" r="r" b="b"/>
            <a:pathLst>
              <a:path w="2832" h="28">
                <a:moveTo>
                  <a:pt x="0" y="0"/>
                </a:moveTo>
                <a:lnTo>
                  <a:pt x="2832" y="0"/>
                </a:lnTo>
                <a:lnTo>
                  <a:pt x="28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478152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571320" y="262872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1523880" y="2628720"/>
            <a:ext cx="1457640" cy="9720"/>
          </a:xfrm>
          <a:custGeom>
            <a:avLst/>
            <a:gdLst/>
            <a:ahLst/>
            <a:rect l="0" t="0" r="r" b="b"/>
            <a:pathLst>
              <a:path w="4049" h="27">
                <a:moveTo>
                  <a:pt x="0" y="0"/>
                </a:moveTo>
                <a:lnTo>
                  <a:pt x="4049" y="0"/>
                </a:lnTo>
                <a:lnTo>
                  <a:pt x="40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2981160" y="2628720"/>
            <a:ext cx="790920" cy="9720"/>
          </a:xfrm>
          <a:custGeom>
            <a:avLst/>
            <a:gdLst/>
            <a:ahLst/>
            <a:rect l="0" t="0" r="r" b="b"/>
            <a:pathLst>
              <a:path w="2197" h="27">
                <a:moveTo>
                  <a:pt x="0" y="0"/>
                </a:moveTo>
                <a:lnTo>
                  <a:pt x="2197" y="0"/>
                </a:lnTo>
                <a:lnTo>
                  <a:pt x="21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3771720" y="2628720"/>
            <a:ext cx="1019520" cy="9720"/>
          </a:xfrm>
          <a:custGeom>
            <a:avLst/>
            <a:gdLst/>
            <a:ahLst/>
            <a:rect l="0" t="0" r="r" b="b"/>
            <a:pathLst>
              <a:path w="2832" h="27">
                <a:moveTo>
                  <a:pt x="0" y="0"/>
                </a:moveTo>
                <a:lnTo>
                  <a:pt x="2832" y="0"/>
                </a:lnTo>
                <a:lnTo>
                  <a:pt x="2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5713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151416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2971440" y="2638080"/>
            <a:ext cx="10440" cy="371880"/>
          </a:xfrm>
          <a:custGeom>
            <a:avLst/>
            <a:gdLst/>
            <a:ahLst/>
            <a:rect l="0" t="0" r="r" b="b"/>
            <a:pathLst>
              <a:path w="29" h="1033">
                <a:moveTo>
                  <a:pt x="0" y="0"/>
                </a:moveTo>
                <a:lnTo>
                  <a:pt x="29" y="0"/>
                </a:lnTo>
                <a:lnTo>
                  <a:pt x="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376236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47815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571320" y="300024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151416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1523880" y="3000240"/>
            <a:ext cx="1457640" cy="9720"/>
          </a:xfrm>
          <a:custGeom>
            <a:avLst/>
            <a:gdLst/>
            <a:ahLst/>
            <a:rect l="0" t="0" r="r" b="b"/>
            <a:pathLst>
              <a:path w="4049" h="27">
                <a:moveTo>
                  <a:pt x="0" y="0"/>
                </a:moveTo>
                <a:lnTo>
                  <a:pt x="4049" y="0"/>
                </a:lnTo>
                <a:lnTo>
                  <a:pt x="40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2971440" y="3009600"/>
            <a:ext cx="10440" cy="371880"/>
          </a:xfrm>
          <a:custGeom>
            <a:avLst/>
            <a:gdLst/>
            <a:ahLst/>
            <a:rect l="0" t="0" r="r" b="b"/>
            <a:pathLst>
              <a:path w="29" h="1033">
                <a:moveTo>
                  <a:pt x="0" y="0"/>
                </a:moveTo>
                <a:lnTo>
                  <a:pt x="29" y="0"/>
                </a:lnTo>
                <a:lnTo>
                  <a:pt x="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2981160" y="3000240"/>
            <a:ext cx="790920" cy="9720"/>
          </a:xfrm>
          <a:custGeom>
            <a:avLst/>
            <a:gdLst/>
            <a:ahLst/>
            <a:rect l="0" t="0" r="r" b="b"/>
            <a:pathLst>
              <a:path w="2197" h="27">
                <a:moveTo>
                  <a:pt x="0" y="0"/>
                </a:moveTo>
                <a:lnTo>
                  <a:pt x="2197" y="0"/>
                </a:lnTo>
                <a:lnTo>
                  <a:pt x="21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376236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3771720" y="3000240"/>
            <a:ext cx="1019520" cy="9720"/>
          </a:xfrm>
          <a:custGeom>
            <a:avLst/>
            <a:gdLst/>
            <a:ahLst/>
            <a:rect l="0" t="0" r="r" b="b"/>
            <a:pathLst>
              <a:path w="2832" h="27">
                <a:moveTo>
                  <a:pt x="0" y="0"/>
                </a:moveTo>
                <a:lnTo>
                  <a:pt x="2832" y="0"/>
                </a:lnTo>
                <a:lnTo>
                  <a:pt x="2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47815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571320" y="337176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151416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1523880" y="3371760"/>
            <a:ext cx="1457640" cy="9720"/>
          </a:xfrm>
          <a:custGeom>
            <a:avLst/>
            <a:gdLst/>
            <a:ahLst/>
            <a:rect l="0" t="0" r="r" b="b"/>
            <a:pathLst>
              <a:path w="4049" h="27">
                <a:moveTo>
                  <a:pt x="0" y="0"/>
                </a:moveTo>
                <a:lnTo>
                  <a:pt x="4049" y="0"/>
                </a:lnTo>
                <a:lnTo>
                  <a:pt x="40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2971440" y="3381120"/>
            <a:ext cx="10440" cy="371880"/>
          </a:xfrm>
          <a:custGeom>
            <a:avLst/>
            <a:gdLst/>
            <a:ahLst/>
            <a:rect l="0" t="0" r="r" b="b"/>
            <a:pathLst>
              <a:path w="29" h="1033">
                <a:moveTo>
                  <a:pt x="0" y="0"/>
                </a:moveTo>
                <a:lnTo>
                  <a:pt x="29" y="0"/>
                </a:lnTo>
                <a:lnTo>
                  <a:pt x="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2981160" y="3371760"/>
            <a:ext cx="790920" cy="9720"/>
          </a:xfrm>
          <a:custGeom>
            <a:avLst/>
            <a:gdLst/>
            <a:ahLst/>
            <a:rect l="0" t="0" r="r" b="b"/>
            <a:pathLst>
              <a:path w="2197" h="27">
                <a:moveTo>
                  <a:pt x="0" y="0"/>
                </a:moveTo>
                <a:lnTo>
                  <a:pt x="2197" y="0"/>
                </a:lnTo>
                <a:lnTo>
                  <a:pt x="21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376236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3771720" y="3371760"/>
            <a:ext cx="1019520" cy="9720"/>
          </a:xfrm>
          <a:custGeom>
            <a:avLst/>
            <a:gdLst/>
            <a:ahLst/>
            <a:rect l="0" t="0" r="r" b="b"/>
            <a:pathLst>
              <a:path w="2832" h="27">
                <a:moveTo>
                  <a:pt x="0" y="0"/>
                </a:moveTo>
                <a:lnTo>
                  <a:pt x="2832" y="0"/>
                </a:lnTo>
                <a:lnTo>
                  <a:pt x="2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47815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571320" y="374328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151416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1523880" y="3743280"/>
            <a:ext cx="1457640" cy="9720"/>
          </a:xfrm>
          <a:custGeom>
            <a:avLst/>
            <a:gdLst/>
            <a:ahLst/>
            <a:rect l="0" t="0" r="r" b="b"/>
            <a:pathLst>
              <a:path w="4049" h="27">
                <a:moveTo>
                  <a:pt x="0" y="0"/>
                </a:moveTo>
                <a:lnTo>
                  <a:pt x="4049" y="0"/>
                </a:lnTo>
                <a:lnTo>
                  <a:pt x="40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2971440" y="3752640"/>
            <a:ext cx="10440" cy="371880"/>
          </a:xfrm>
          <a:custGeom>
            <a:avLst/>
            <a:gdLst/>
            <a:ahLst/>
            <a:rect l="0" t="0" r="r" b="b"/>
            <a:pathLst>
              <a:path w="29" h="1033">
                <a:moveTo>
                  <a:pt x="0" y="0"/>
                </a:moveTo>
                <a:lnTo>
                  <a:pt x="29" y="0"/>
                </a:lnTo>
                <a:lnTo>
                  <a:pt x="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2981160" y="3743280"/>
            <a:ext cx="790920" cy="9720"/>
          </a:xfrm>
          <a:custGeom>
            <a:avLst/>
            <a:gdLst/>
            <a:ahLst/>
            <a:rect l="0" t="0" r="r" b="b"/>
            <a:pathLst>
              <a:path w="2197" h="27">
                <a:moveTo>
                  <a:pt x="0" y="0"/>
                </a:moveTo>
                <a:lnTo>
                  <a:pt x="2197" y="0"/>
                </a:lnTo>
                <a:lnTo>
                  <a:pt x="21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376236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3771720" y="3743280"/>
            <a:ext cx="1019520" cy="9720"/>
          </a:xfrm>
          <a:custGeom>
            <a:avLst/>
            <a:gdLst/>
            <a:ahLst/>
            <a:rect l="0" t="0" r="r" b="b"/>
            <a:pathLst>
              <a:path w="2832" h="27">
                <a:moveTo>
                  <a:pt x="0" y="0"/>
                </a:moveTo>
                <a:lnTo>
                  <a:pt x="2832" y="0"/>
                </a:lnTo>
                <a:lnTo>
                  <a:pt x="2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47815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571320" y="4114440"/>
            <a:ext cx="952920" cy="10080"/>
          </a:xfrm>
          <a:custGeom>
            <a:avLst/>
            <a:gdLst/>
            <a:ahLst/>
            <a:rect l="0" t="0" r="r" b="b"/>
            <a:pathLst>
              <a:path w="2647" h="28">
                <a:moveTo>
                  <a:pt x="0" y="0"/>
                </a:moveTo>
                <a:lnTo>
                  <a:pt x="2647" y="0"/>
                </a:lnTo>
                <a:lnTo>
                  <a:pt x="26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151416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1523880" y="4114440"/>
            <a:ext cx="1457640" cy="10080"/>
          </a:xfrm>
          <a:custGeom>
            <a:avLst/>
            <a:gdLst/>
            <a:ahLst/>
            <a:rect l="0" t="0" r="r" b="b"/>
            <a:pathLst>
              <a:path w="4049" h="28">
                <a:moveTo>
                  <a:pt x="0" y="0"/>
                </a:moveTo>
                <a:lnTo>
                  <a:pt x="4049" y="0"/>
                </a:lnTo>
                <a:lnTo>
                  <a:pt x="404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2971440" y="4124160"/>
            <a:ext cx="10440" cy="371880"/>
          </a:xfrm>
          <a:custGeom>
            <a:avLst/>
            <a:gdLst/>
            <a:ahLst/>
            <a:rect l="0" t="0" r="r" b="b"/>
            <a:pathLst>
              <a:path w="29" h="1033">
                <a:moveTo>
                  <a:pt x="0" y="0"/>
                </a:moveTo>
                <a:lnTo>
                  <a:pt x="29" y="0"/>
                </a:lnTo>
                <a:lnTo>
                  <a:pt x="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2981160" y="4114440"/>
            <a:ext cx="790920" cy="10080"/>
          </a:xfrm>
          <a:custGeom>
            <a:avLst/>
            <a:gdLst/>
            <a:ahLst/>
            <a:rect l="0" t="0" r="r" b="b"/>
            <a:pathLst>
              <a:path w="2197" h="28">
                <a:moveTo>
                  <a:pt x="0" y="0"/>
                </a:moveTo>
                <a:lnTo>
                  <a:pt x="2197" y="0"/>
                </a:lnTo>
                <a:lnTo>
                  <a:pt x="21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376236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3771720" y="4114440"/>
            <a:ext cx="1019520" cy="10080"/>
          </a:xfrm>
          <a:custGeom>
            <a:avLst/>
            <a:gdLst/>
            <a:ahLst/>
            <a:rect l="0" t="0" r="r" b="b"/>
            <a:pathLst>
              <a:path w="2832" h="28">
                <a:moveTo>
                  <a:pt x="0" y="0"/>
                </a:moveTo>
                <a:lnTo>
                  <a:pt x="2832" y="0"/>
                </a:lnTo>
                <a:lnTo>
                  <a:pt x="28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47815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5713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571320" y="4485960"/>
            <a:ext cx="952920" cy="10080"/>
          </a:xfrm>
          <a:custGeom>
            <a:avLst/>
            <a:gdLst/>
            <a:ahLst/>
            <a:rect l="0" t="0" r="r" b="b"/>
            <a:pathLst>
              <a:path w="2647" h="28">
                <a:moveTo>
                  <a:pt x="0" y="0"/>
                </a:moveTo>
                <a:lnTo>
                  <a:pt x="2647" y="0"/>
                </a:lnTo>
                <a:lnTo>
                  <a:pt x="26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151416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1523880" y="4485960"/>
            <a:ext cx="1457640" cy="10080"/>
          </a:xfrm>
          <a:custGeom>
            <a:avLst/>
            <a:gdLst/>
            <a:ahLst/>
            <a:rect l="0" t="0" r="r" b="b"/>
            <a:pathLst>
              <a:path w="4049" h="28">
                <a:moveTo>
                  <a:pt x="0" y="0"/>
                </a:moveTo>
                <a:lnTo>
                  <a:pt x="4049" y="0"/>
                </a:lnTo>
                <a:lnTo>
                  <a:pt x="404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2971440" y="4495680"/>
            <a:ext cx="10440" cy="381240"/>
          </a:xfrm>
          <a:custGeom>
            <a:avLst/>
            <a:gdLst/>
            <a:ahLst/>
            <a:rect l="0" t="0" r="r" b="b"/>
            <a:pathLst>
              <a:path w="29" h="1059">
                <a:moveTo>
                  <a:pt x="0" y="0"/>
                </a:moveTo>
                <a:lnTo>
                  <a:pt x="29" y="0"/>
                </a:lnTo>
                <a:lnTo>
                  <a:pt x="2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2981160" y="4485960"/>
            <a:ext cx="790920" cy="10080"/>
          </a:xfrm>
          <a:custGeom>
            <a:avLst/>
            <a:gdLst/>
            <a:ahLst/>
            <a:rect l="0" t="0" r="r" b="b"/>
            <a:pathLst>
              <a:path w="2197" h="28">
                <a:moveTo>
                  <a:pt x="0" y="0"/>
                </a:moveTo>
                <a:lnTo>
                  <a:pt x="2197" y="0"/>
                </a:lnTo>
                <a:lnTo>
                  <a:pt x="21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376236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3771720" y="4485960"/>
            <a:ext cx="1019520" cy="10080"/>
          </a:xfrm>
          <a:custGeom>
            <a:avLst/>
            <a:gdLst/>
            <a:ahLst/>
            <a:rect l="0" t="0" r="r" b="b"/>
            <a:pathLst>
              <a:path w="2832" h="28">
                <a:moveTo>
                  <a:pt x="0" y="0"/>
                </a:moveTo>
                <a:lnTo>
                  <a:pt x="2832" y="0"/>
                </a:lnTo>
                <a:lnTo>
                  <a:pt x="28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47815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571320" y="486720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1523880" y="4867200"/>
            <a:ext cx="1457640" cy="9720"/>
          </a:xfrm>
          <a:custGeom>
            <a:avLst/>
            <a:gdLst/>
            <a:ahLst/>
            <a:rect l="0" t="0" r="r" b="b"/>
            <a:pathLst>
              <a:path w="4049" h="27">
                <a:moveTo>
                  <a:pt x="0" y="0"/>
                </a:moveTo>
                <a:lnTo>
                  <a:pt x="4049" y="0"/>
                </a:lnTo>
                <a:lnTo>
                  <a:pt x="40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2981160" y="4867200"/>
            <a:ext cx="790920" cy="9720"/>
          </a:xfrm>
          <a:custGeom>
            <a:avLst/>
            <a:gdLst/>
            <a:ahLst/>
            <a:rect l="0" t="0" r="r" b="b"/>
            <a:pathLst>
              <a:path w="2197" h="27">
                <a:moveTo>
                  <a:pt x="0" y="0"/>
                </a:moveTo>
                <a:lnTo>
                  <a:pt x="2197" y="0"/>
                </a:lnTo>
                <a:lnTo>
                  <a:pt x="21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3771720" y="4867200"/>
            <a:ext cx="1019520" cy="9720"/>
          </a:xfrm>
          <a:custGeom>
            <a:avLst/>
            <a:gdLst/>
            <a:ahLst/>
            <a:rect l="0" t="0" r="r" b="b"/>
            <a:pathLst>
              <a:path w="2832" h="27">
                <a:moveTo>
                  <a:pt x="0" y="0"/>
                </a:moveTo>
                <a:lnTo>
                  <a:pt x="2832" y="0"/>
                </a:lnTo>
                <a:lnTo>
                  <a:pt x="2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571320" y="166860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照明规划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704880" y="232344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164772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灯具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310500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⾊温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389232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数量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704880" y="269496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⼒量区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1647720" y="269496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⿊⾊轨道射灯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3105000" y="2694960"/>
            <a:ext cx="528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4000K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3892320" y="269496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704880" y="306612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瑜伽区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1647720" y="3066120"/>
            <a:ext cx="119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线性灯带（顶）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3105000" y="3066120"/>
            <a:ext cx="528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4000K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3892320" y="3066120"/>
            <a:ext cx="856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条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 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704880" y="34376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镜⾯墙顶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1647720" y="34376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线性灯带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3105000" y="3437640"/>
            <a:ext cx="528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4000K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3892320" y="3437640"/>
            <a:ext cx="822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条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 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704880" y="3809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前台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1647720" y="38091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⻩铜吊灯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3105000" y="3809160"/>
            <a:ext cx="519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2700K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3892320" y="380916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704880" y="418068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私教⻆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1647720" y="418068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暖光射灯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3105000" y="4180680"/>
            <a:ext cx="519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2700K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3892320" y="418068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704880" y="45522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淋浴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1647720" y="455220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防潮⾯板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3105000" y="4552200"/>
            <a:ext cx="528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4000K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3892320" y="455220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628560" y="27810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571320" y="2078280"/>
            <a:ext cx="17197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⽂件编辑映射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2228760" y="2676240"/>
            <a:ext cx="1257480" cy="276840"/>
          </a:xfrm>
          <a:custGeom>
            <a:avLst/>
            <a:gdLst/>
            <a:ahLst/>
            <a:rect l="0" t="0" r="r" b="b"/>
            <a:pathLst>
              <a:path w="3493" h="769">
                <a:moveTo>
                  <a:pt x="0" y="68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3414" y="0"/>
                </a:lnTo>
                <a:cubicBezTo>
                  <a:pt x="3424" y="0"/>
                  <a:pt x="3435" y="2"/>
                  <a:pt x="3444" y="6"/>
                </a:cubicBezTo>
                <a:cubicBezTo>
                  <a:pt x="3454" y="10"/>
                  <a:pt x="3463" y="16"/>
                  <a:pt x="3470" y="24"/>
                </a:cubicBezTo>
                <a:cubicBezTo>
                  <a:pt x="3477" y="31"/>
                  <a:pt x="3483" y="40"/>
                  <a:pt x="3487" y="49"/>
                </a:cubicBezTo>
                <a:cubicBezTo>
                  <a:pt x="3491" y="59"/>
                  <a:pt x="3493" y="69"/>
                  <a:pt x="3493" y="80"/>
                </a:cubicBezTo>
                <a:lnTo>
                  <a:pt x="3493" y="689"/>
                </a:lnTo>
                <a:cubicBezTo>
                  <a:pt x="3493" y="700"/>
                  <a:pt x="3491" y="710"/>
                  <a:pt x="3487" y="720"/>
                </a:cubicBezTo>
                <a:cubicBezTo>
                  <a:pt x="3483" y="729"/>
                  <a:pt x="3477" y="738"/>
                  <a:pt x="3470" y="745"/>
                </a:cubicBezTo>
                <a:cubicBezTo>
                  <a:pt x="3463" y="753"/>
                  <a:pt x="3454" y="759"/>
                  <a:pt x="3444" y="763"/>
                </a:cubicBezTo>
                <a:cubicBezTo>
                  <a:pt x="3435" y="767"/>
                  <a:pt x="3424" y="769"/>
                  <a:pt x="3414" y="769"/>
                </a:cubicBezTo>
                <a:lnTo>
                  <a:pt x="79" y="769"/>
                </a:lnTo>
                <a:cubicBezTo>
                  <a:pt x="69" y="769"/>
                  <a:pt x="58" y="767"/>
                  <a:pt x="49" y="763"/>
                </a:cubicBezTo>
                <a:cubicBezTo>
                  <a:pt x="39" y="759"/>
                  <a:pt x="30" y="753"/>
                  <a:pt x="23" y="745"/>
                </a:cubicBezTo>
                <a:cubicBezTo>
                  <a:pt x="16" y="738"/>
                  <a:pt x="10" y="729"/>
                  <a:pt x="6" y="720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838080" y="2664000"/>
            <a:ext cx="1506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改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3D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物体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→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2289600" y="2691720"/>
            <a:ext cx="11322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room.json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5800680" y="2676240"/>
            <a:ext cx="2133720" cy="276840"/>
          </a:xfrm>
          <a:custGeom>
            <a:avLst/>
            <a:gdLst/>
            <a:ahLst/>
            <a:rect l="0" t="0" r="r" b="b"/>
            <a:pathLst>
              <a:path w="5927" h="769">
                <a:moveTo>
                  <a:pt x="0" y="68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5" y="31"/>
                  <a:pt x="23" y="24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lnTo>
                  <a:pt x="5848" y="0"/>
                </a:lnTo>
                <a:cubicBezTo>
                  <a:pt x="5858" y="0"/>
                  <a:pt x="5869" y="2"/>
                  <a:pt x="5878" y="6"/>
                </a:cubicBezTo>
                <a:cubicBezTo>
                  <a:pt x="5888" y="10"/>
                  <a:pt x="5897" y="16"/>
                  <a:pt x="5904" y="24"/>
                </a:cubicBezTo>
                <a:cubicBezTo>
                  <a:pt x="5911" y="31"/>
                  <a:pt x="5917" y="40"/>
                  <a:pt x="5921" y="49"/>
                </a:cubicBezTo>
                <a:cubicBezTo>
                  <a:pt x="5925" y="59"/>
                  <a:pt x="5927" y="69"/>
                  <a:pt x="5927" y="80"/>
                </a:cubicBezTo>
                <a:lnTo>
                  <a:pt x="5927" y="689"/>
                </a:lnTo>
                <a:cubicBezTo>
                  <a:pt x="5927" y="700"/>
                  <a:pt x="5925" y="710"/>
                  <a:pt x="5921" y="720"/>
                </a:cubicBezTo>
                <a:cubicBezTo>
                  <a:pt x="5917" y="729"/>
                  <a:pt x="5911" y="738"/>
                  <a:pt x="5904" y="745"/>
                </a:cubicBezTo>
                <a:cubicBezTo>
                  <a:pt x="5897" y="753"/>
                  <a:pt x="5888" y="759"/>
                  <a:pt x="5878" y="763"/>
                </a:cubicBezTo>
                <a:cubicBezTo>
                  <a:pt x="5869" y="767"/>
                  <a:pt x="5858" y="769"/>
                  <a:pt x="5848" y="769"/>
                </a:cubicBezTo>
                <a:lnTo>
                  <a:pt x="79" y="769"/>
                </a:lnTo>
                <a:cubicBezTo>
                  <a:pt x="68" y="769"/>
                  <a:pt x="58" y="767"/>
                  <a:pt x="49" y="763"/>
                </a:cubicBezTo>
                <a:cubicBezTo>
                  <a:pt x="39" y="759"/>
                  <a:pt x="30" y="753"/>
                  <a:pt x="23" y="745"/>
                </a:cubicBezTo>
                <a:cubicBezTo>
                  <a:pt x="15" y="738"/>
                  <a:pt x="10" y="729"/>
                  <a:pt x="6" y="720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3482280" y="2664000"/>
            <a:ext cx="2373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→ Blender CLI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重出 →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628560" y="3133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5861880" y="2691720"/>
            <a:ext cx="20120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_render_multi.py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1819080" y="3028680"/>
            <a:ext cx="1752840" cy="276840"/>
          </a:xfrm>
          <a:custGeom>
            <a:avLst/>
            <a:gdLst/>
            <a:ahLst/>
            <a:rect l="0" t="0" r="r" b="b"/>
            <a:pathLst>
              <a:path w="4869" h="769">
                <a:moveTo>
                  <a:pt x="0" y="68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4790" y="0"/>
                </a:lnTo>
                <a:cubicBezTo>
                  <a:pt x="4801" y="0"/>
                  <a:pt x="4811" y="2"/>
                  <a:pt x="4820" y="6"/>
                </a:cubicBezTo>
                <a:cubicBezTo>
                  <a:pt x="4830" y="10"/>
                  <a:pt x="4839" y="16"/>
                  <a:pt x="4846" y="23"/>
                </a:cubicBezTo>
                <a:cubicBezTo>
                  <a:pt x="4854" y="31"/>
                  <a:pt x="4859" y="40"/>
                  <a:pt x="4863" y="49"/>
                </a:cubicBezTo>
                <a:cubicBezTo>
                  <a:pt x="4867" y="59"/>
                  <a:pt x="4869" y="69"/>
                  <a:pt x="4869" y="80"/>
                </a:cubicBezTo>
                <a:lnTo>
                  <a:pt x="4869" y="689"/>
                </a:lnTo>
                <a:cubicBezTo>
                  <a:pt x="4869" y="700"/>
                  <a:pt x="4867" y="710"/>
                  <a:pt x="4863" y="720"/>
                </a:cubicBezTo>
                <a:cubicBezTo>
                  <a:pt x="4859" y="729"/>
                  <a:pt x="4854" y="738"/>
                  <a:pt x="4846" y="745"/>
                </a:cubicBezTo>
                <a:cubicBezTo>
                  <a:pt x="4839" y="753"/>
                  <a:pt x="4830" y="758"/>
                  <a:pt x="4820" y="762"/>
                </a:cubicBezTo>
                <a:cubicBezTo>
                  <a:pt x="4811" y="767"/>
                  <a:pt x="4801" y="769"/>
                  <a:pt x="4790" y="769"/>
                </a:cubicBezTo>
                <a:lnTo>
                  <a:pt x="79" y="769"/>
                </a:lnTo>
                <a:cubicBezTo>
                  <a:pt x="69" y="769"/>
                  <a:pt x="59" y="767"/>
                  <a:pt x="49" y="762"/>
                </a:cubicBezTo>
                <a:cubicBezTo>
                  <a:pt x="39" y="758"/>
                  <a:pt x="31" y="753"/>
                  <a:pt x="23" y="745"/>
                </a:cubicBezTo>
                <a:cubicBezTo>
                  <a:pt x="16" y="738"/>
                  <a:pt x="10" y="729"/>
                  <a:pt x="6" y="720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838080" y="3016440"/>
            <a:ext cx="974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改平⾯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→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1873080" y="3044160"/>
            <a:ext cx="16347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floorplan.svg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628560" y="3495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3570480" y="3016440"/>
            <a:ext cx="2957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(Inkscape) →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重导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PNG/DXF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628560" y="38574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838080" y="3378240"/>
            <a:ext cx="3777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改材质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→ 编辑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Blender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材质 → 重渲染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1866600" y="3752640"/>
            <a:ext cx="2010240" cy="276480"/>
          </a:xfrm>
          <a:custGeom>
            <a:avLst/>
            <a:gdLst/>
            <a:ahLst/>
            <a:rect l="0" t="0" r="r" b="b"/>
            <a:pathLst>
              <a:path w="5584" h="768">
                <a:moveTo>
                  <a:pt x="0" y="688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5505" y="0"/>
                </a:lnTo>
                <a:cubicBezTo>
                  <a:pt x="5515" y="0"/>
                  <a:pt x="5525" y="2"/>
                  <a:pt x="5535" y="6"/>
                </a:cubicBezTo>
                <a:cubicBezTo>
                  <a:pt x="5545" y="10"/>
                  <a:pt x="5553" y="16"/>
                  <a:pt x="5561" y="23"/>
                </a:cubicBezTo>
                <a:cubicBezTo>
                  <a:pt x="5568" y="31"/>
                  <a:pt x="5574" y="39"/>
                  <a:pt x="5578" y="49"/>
                </a:cubicBezTo>
                <a:cubicBezTo>
                  <a:pt x="5582" y="59"/>
                  <a:pt x="5584" y="69"/>
                  <a:pt x="5584" y="79"/>
                </a:cubicBezTo>
                <a:lnTo>
                  <a:pt x="5584" y="688"/>
                </a:lnTo>
                <a:cubicBezTo>
                  <a:pt x="5584" y="700"/>
                  <a:pt x="5582" y="710"/>
                  <a:pt x="5578" y="719"/>
                </a:cubicBezTo>
                <a:cubicBezTo>
                  <a:pt x="5574" y="729"/>
                  <a:pt x="5568" y="738"/>
                  <a:pt x="5561" y="745"/>
                </a:cubicBezTo>
                <a:cubicBezTo>
                  <a:pt x="5553" y="753"/>
                  <a:pt x="5545" y="758"/>
                  <a:pt x="5535" y="762"/>
                </a:cubicBezTo>
                <a:cubicBezTo>
                  <a:pt x="5525" y="766"/>
                  <a:pt x="5515" y="768"/>
                  <a:pt x="5505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3"/>
                  <a:pt x="24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10"/>
                  <a:pt x="0" y="700"/>
                  <a:pt x="0" y="688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838080" y="3740400"/>
            <a:ext cx="1086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改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PPT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→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1927440" y="3767760"/>
            <a:ext cx="18864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decks/deck-*.md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4933800" y="3752640"/>
            <a:ext cx="2010240" cy="276480"/>
          </a:xfrm>
          <a:custGeom>
            <a:avLst/>
            <a:gdLst/>
            <a:ahLst/>
            <a:rect l="0" t="0" r="r" b="b"/>
            <a:pathLst>
              <a:path w="5584" h="768">
                <a:moveTo>
                  <a:pt x="0" y="688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5504" y="0"/>
                </a:lnTo>
                <a:cubicBezTo>
                  <a:pt x="5515" y="0"/>
                  <a:pt x="5525" y="2"/>
                  <a:pt x="5535" y="6"/>
                </a:cubicBezTo>
                <a:cubicBezTo>
                  <a:pt x="5544" y="10"/>
                  <a:pt x="5553" y="16"/>
                  <a:pt x="5560" y="23"/>
                </a:cubicBezTo>
                <a:cubicBezTo>
                  <a:pt x="5568" y="31"/>
                  <a:pt x="5574" y="39"/>
                  <a:pt x="5578" y="49"/>
                </a:cubicBezTo>
                <a:cubicBezTo>
                  <a:pt x="5582" y="59"/>
                  <a:pt x="5584" y="69"/>
                  <a:pt x="5584" y="79"/>
                </a:cubicBezTo>
                <a:lnTo>
                  <a:pt x="5584" y="688"/>
                </a:lnTo>
                <a:cubicBezTo>
                  <a:pt x="5584" y="700"/>
                  <a:pt x="5582" y="710"/>
                  <a:pt x="5578" y="719"/>
                </a:cubicBezTo>
                <a:cubicBezTo>
                  <a:pt x="5574" y="729"/>
                  <a:pt x="5568" y="738"/>
                  <a:pt x="5560" y="745"/>
                </a:cubicBezTo>
                <a:cubicBezTo>
                  <a:pt x="5553" y="753"/>
                  <a:pt x="5544" y="758"/>
                  <a:pt x="5535" y="762"/>
                </a:cubicBezTo>
                <a:cubicBezTo>
                  <a:pt x="5525" y="766"/>
                  <a:pt x="5515" y="768"/>
                  <a:pt x="5504" y="768"/>
                </a:cubicBezTo>
                <a:lnTo>
                  <a:pt x="79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39" y="758"/>
                  <a:pt x="31" y="753"/>
                  <a:pt x="23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10"/>
                  <a:pt x="0" y="700"/>
                  <a:pt x="0" y="688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3876840" y="3740400"/>
            <a:ext cx="10566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(Marp) →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628560" y="421956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19"/>
                  <a:pt x="210" y="133"/>
                  <a:pt x="204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0"/>
                  <a:pt x="160" y="198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8"/>
                  <a:pt x="41" y="190"/>
                  <a:pt x="31" y="180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19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0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4993920" y="3767760"/>
            <a:ext cx="18864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build_pptx.sh 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1857240" y="4114440"/>
            <a:ext cx="1752840" cy="276840"/>
          </a:xfrm>
          <a:custGeom>
            <a:avLst/>
            <a:gdLst/>
            <a:ahLst/>
            <a:rect l="0" t="0" r="r" b="b"/>
            <a:pathLst>
              <a:path w="4869" h="769">
                <a:moveTo>
                  <a:pt x="0" y="68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1"/>
                  <a:pt x="49" y="7"/>
                </a:cubicBezTo>
                <a:cubicBezTo>
                  <a:pt x="59" y="3"/>
                  <a:pt x="69" y="0"/>
                  <a:pt x="79" y="0"/>
                </a:cubicBezTo>
                <a:lnTo>
                  <a:pt x="4790" y="0"/>
                </a:lnTo>
                <a:cubicBezTo>
                  <a:pt x="4800" y="0"/>
                  <a:pt x="4810" y="3"/>
                  <a:pt x="4820" y="7"/>
                </a:cubicBezTo>
                <a:cubicBezTo>
                  <a:pt x="4830" y="11"/>
                  <a:pt x="4839" y="16"/>
                  <a:pt x="4846" y="24"/>
                </a:cubicBezTo>
                <a:cubicBezTo>
                  <a:pt x="4853" y="31"/>
                  <a:pt x="4859" y="40"/>
                  <a:pt x="4863" y="49"/>
                </a:cubicBezTo>
                <a:cubicBezTo>
                  <a:pt x="4867" y="59"/>
                  <a:pt x="4869" y="69"/>
                  <a:pt x="4869" y="80"/>
                </a:cubicBezTo>
                <a:lnTo>
                  <a:pt x="4869" y="689"/>
                </a:lnTo>
                <a:cubicBezTo>
                  <a:pt x="4869" y="700"/>
                  <a:pt x="4867" y="710"/>
                  <a:pt x="4863" y="720"/>
                </a:cubicBezTo>
                <a:cubicBezTo>
                  <a:pt x="4859" y="730"/>
                  <a:pt x="4853" y="738"/>
                  <a:pt x="4846" y="746"/>
                </a:cubicBezTo>
                <a:cubicBezTo>
                  <a:pt x="4839" y="753"/>
                  <a:pt x="4830" y="759"/>
                  <a:pt x="4820" y="763"/>
                </a:cubicBezTo>
                <a:cubicBezTo>
                  <a:pt x="4810" y="767"/>
                  <a:pt x="4800" y="769"/>
                  <a:pt x="4790" y="769"/>
                </a:cubicBezTo>
                <a:lnTo>
                  <a:pt x="79" y="769"/>
                </a:lnTo>
                <a:cubicBezTo>
                  <a:pt x="69" y="769"/>
                  <a:pt x="59" y="767"/>
                  <a:pt x="49" y="763"/>
                </a:cubicBezTo>
                <a:cubicBezTo>
                  <a:pt x="39" y="759"/>
                  <a:pt x="31" y="753"/>
                  <a:pt x="23" y="746"/>
                </a:cubicBezTo>
                <a:cubicBezTo>
                  <a:pt x="16" y="738"/>
                  <a:pt x="10" y="730"/>
                  <a:pt x="6" y="720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838080" y="4102200"/>
            <a:ext cx="10713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改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BIM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→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1911600" y="4129920"/>
            <a:ext cx="16347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exports/*.ifc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3608640" y="4102200"/>
            <a:ext cx="1925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(BlenderBIM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编辑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142920" y="188640"/>
            <a:ext cx="6190920" cy="4194720"/>
          </a:xfrm>
          <a:custGeom>
            <a:avLst/>
            <a:gdLst/>
            <a:ahLst/>
            <a:rect l="0" t="0" r="r" b="b"/>
            <a:pathLst>
              <a:path w="17197" h="11652">
                <a:moveTo>
                  <a:pt x="1190" y="1195"/>
                </a:moveTo>
                <a:lnTo>
                  <a:pt x="1190" y="10033"/>
                </a:lnTo>
                <a:cubicBezTo>
                  <a:pt x="1190" y="10061"/>
                  <a:pt x="1195" y="10088"/>
                  <a:pt x="1206" y="10114"/>
                </a:cubicBezTo>
                <a:cubicBezTo>
                  <a:pt x="1217" y="10140"/>
                  <a:pt x="1232" y="10163"/>
                  <a:pt x="1252" y="10183"/>
                </a:cubicBezTo>
                <a:cubicBezTo>
                  <a:pt x="1272" y="10203"/>
                  <a:pt x="1295" y="10218"/>
                  <a:pt x="1321" y="10229"/>
                </a:cubicBezTo>
                <a:cubicBezTo>
                  <a:pt x="1347" y="10240"/>
                  <a:pt x="1374" y="10245"/>
                  <a:pt x="1402" y="10245"/>
                </a:cubicBezTo>
                <a:lnTo>
                  <a:pt x="15796" y="10245"/>
                </a:lnTo>
                <a:cubicBezTo>
                  <a:pt x="15824" y="10245"/>
                  <a:pt x="15851" y="10240"/>
                  <a:pt x="15877" y="10229"/>
                </a:cubicBezTo>
                <a:cubicBezTo>
                  <a:pt x="15903" y="10218"/>
                  <a:pt x="15926" y="10203"/>
                  <a:pt x="15946" y="10183"/>
                </a:cubicBezTo>
                <a:cubicBezTo>
                  <a:pt x="15966" y="10163"/>
                  <a:pt x="15981" y="10140"/>
                  <a:pt x="15992" y="10114"/>
                </a:cubicBezTo>
                <a:cubicBezTo>
                  <a:pt x="16002" y="10088"/>
                  <a:pt x="16008" y="10061"/>
                  <a:pt x="16008" y="10033"/>
                </a:cubicBezTo>
                <a:lnTo>
                  <a:pt x="16008" y="1195"/>
                </a:lnTo>
                <a:cubicBezTo>
                  <a:pt x="16008" y="1167"/>
                  <a:pt x="16002" y="1140"/>
                  <a:pt x="15992" y="1114"/>
                </a:cubicBezTo>
                <a:cubicBezTo>
                  <a:pt x="15981" y="1088"/>
                  <a:pt x="15966" y="1065"/>
                  <a:pt x="15946" y="1046"/>
                </a:cubicBezTo>
                <a:cubicBezTo>
                  <a:pt x="15926" y="1026"/>
                  <a:pt x="15903" y="1010"/>
                  <a:pt x="15877" y="1000"/>
                </a:cubicBezTo>
                <a:cubicBezTo>
                  <a:pt x="15851" y="989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89"/>
                  <a:pt x="1321" y="1000"/>
                </a:cubicBezTo>
                <a:cubicBezTo>
                  <a:pt x="1295" y="1010"/>
                  <a:pt x="1272" y="1026"/>
                  <a:pt x="1252" y="1046"/>
                </a:cubicBezTo>
                <a:cubicBezTo>
                  <a:pt x="1232" y="1065"/>
                  <a:pt x="1217" y="1088"/>
                  <a:pt x="1206" y="1114"/>
                </a:cubicBezTo>
                <a:cubicBezTo>
                  <a:pt x="1195" y="1140"/>
                  <a:pt x="1190" y="1167"/>
                  <a:pt x="1190" y="1195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2"/>
                </a:lnTo>
                <a:lnTo>
                  <a:pt x="0" y="116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39" name=""/>
          <p:cNvPicPr/>
          <p:nvPr/>
        </p:nvPicPr>
        <p:blipFill>
          <a:blip r:embed="rId1"/>
          <a:stretch/>
        </p:blipFill>
        <p:spPr>
          <a:xfrm>
            <a:off x="571320" y="5428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0" name=""/>
          <p:cNvSpPr/>
          <p:nvPr/>
        </p:nvSpPr>
        <p:spPr>
          <a:xfrm>
            <a:off x="628560" y="47052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6286320" y="1983240"/>
            <a:ext cx="20062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⼒量区深化要点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628560" y="50670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838080" y="4587840"/>
            <a:ext cx="4972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地⾯承重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：原楼板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+ 20 mm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胶合板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+ 20 mm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橡胶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628560" y="5419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838080" y="4950000"/>
            <a:ext cx="46062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局部加固⾄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800 kg/m²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（深蹲架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硬拉平台位）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628560" y="5781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838080" y="5302440"/>
            <a:ext cx="3996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墙⾯：哑⿊吸⾳板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50 mm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，吸收甩铁噪⾳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838080" y="5664240"/>
            <a:ext cx="36644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预留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个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220V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插座给拉伸枪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⾳响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11753640" y="6439320"/>
            <a:ext cx="15336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142920" y="188640"/>
            <a:ext cx="6190920" cy="4194720"/>
          </a:xfrm>
          <a:custGeom>
            <a:avLst/>
            <a:gdLst/>
            <a:ahLst/>
            <a:rect l="0" t="0" r="r" b="b"/>
            <a:pathLst>
              <a:path w="17197" h="11652">
                <a:moveTo>
                  <a:pt x="1190" y="1195"/>
                </a:moveTo>
                <a:lnTo>
                  <a:pt x="1190" y="10033"/>
                </a:lnTo>
                <a:cubicBezTo>
                  <a:pt x="1190" y="10061"/>
                  <a:pt x="1195" y="10088"/>
                  <a:pt x="1206" y="10114"/>
                </a:cubicBezTo>
                <a:cubicBezTo>
                  <a:pt x="1217" y="10140"/>
                  <a:pt x="1232" y="10163"/>
                  <a:pt x="1252" y="10183"/>
                </a:cubicBezTo>
                <a:cubicBezTo>
                  <a:pt x="1272" y="10203"/>
                  <a:pt x="1295" y="10218"/>
                  <a:pt x="1321" y="10229"/>
                </a:cubicBezTo>
                <a:cubicBezTo>
                  <a:pt x="1347" y="10240"/>
                  <a:pt x="1374" y="10245"/>
                  <a:pt x="1402" y="10245"/>
                </a:cubicBezTo>
                <a:lnTo>
                  <a:pt x="15796" y="10245"/>
                </a:lnTo>
                <a:cubicBezTo>
                  <a:pt x="15824" y="10245"/>
                  <a:pt x="15851" y="10240"/>
                  <a:pt x="15877" y="10229"/>
                </a:cubicBezTo>
                <a:cubicBezTo>
                  <a:pt x="15903" y="10218"/>
                  <a:pt x="15926" y="10203"/>
                  <a:pt x="15946" y="10183"/>
                </a:cubicBezTo>
                <a:cubicBezTo>
                  <a:pt x="15966" y="10163"/>
                  <a:pt x="15981" y="10140"/>
                  <a:pt x="15992" y="10114"/>
                </a:cubicBezTo>
                <a:cubicBezTo>
                  <a:pt x="16002" y="10088"/>
                  <a:pt x="16008" y="10061"/>
                  <a:pt x="16008" y="10033"/>
                </a:cubicBezTo>
                <a:lnTo>
                  <a:pt x="16008" y="1195"/>
                </a:lnTo>
                <a:cubicBezTo>
                  <a:pt x="16008" y="1167"/>
                  <a:pt x="16002" y="1140"/>
                  <a:pt x="15992" y="1114"/>
                </a:cubicBezTo>
                <a:cubicBezTo>
                  <a:pt x="15981" y="1088"/>
                  <a:pt x="15966" y="1065"/>
                  <a:pt x="15946" y="1046"/>
                </a:cubicBezTo>
                <a:cubicBezTo>
                  <a:pt x="15926" y="1026"/>
                  <a:pt x="15903" y="1010"/>
                  <a:pt x="15877" y="1000"/>
                </a:cubicBezTo>
                <a:cubicBezTo>
                  <a:pt x="15851" y="989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89"/>
                  <a:pt x="1321" y="1000"/>
                </a:cubicBezTo>
                <a:cubicBezTo>
                  <a:pt x="1295" y="1010"/>
                  <a:pt x="1272" y="1026"/>
                  <a:pt x="1252" y="1046"/>
                </a:cubicBezTo>
                <a:cubicBezTo>
                  <a:pt x="1232" y="1065"/>
                  <a:pt x="1217" y="1088"/>
                  <a:pt x="1206" y="1114"/>
                </a:cubicBezTo>
                <a:cubicBezTo>
                  <a:pt x="1195" y="1140"/>
                  <a:pt x="1190" y="1167"/>
                  <a:pt x="1190" y="1195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2"/>
                </a:lnTo>
                <a:lnTo>
                  <a:pt x="0" y="116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56" name=""/>
          <p:cNvPicPr/>
          <p:nvPr/>
        </p:nvPicPr>
        <p:blipFill>
          <a:blip r:embed="rId1"/>
          <a:stretch/>
        </p:blipFill>
        <p:spPr>
          <a:xfrm>
            <a:off x="571320" y="5428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7" name=""/>
          <p:cNvSpPr/>
          <p:nvPr/>
        </p:nvSpPr>
        <p:spPr>
          <a:xfrm>
            <a:off x="628560" y="47052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6286320" y="1983240"/>
            <a:ext cx="20062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瑜伽区深化要点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628560" y="50670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838080" y="4587840"/>
            <a:ext cx="4581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地板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15 mm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实⽊复合，弹性底层（运动缓冲）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628560" y="5419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838080" y="4950000"/>
            <a:ext cx="4767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声学：与⼒量区之间软隔断（移动帘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吸⾳软包）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628560" y="5781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838080" y="5302440"/>
            <a:ext cx="4834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空调：单独⽀路，温度独⽴控制（瑜伽偏暖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24°C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838080" y="5664240"/>
            <a:ext cx="21200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蓝⽛⾳箱嵌⼊天花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× 2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117838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628560" y="27810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838080" y="2676240"/>
            <a:ext cx="1505160" cy="276840"/>
          </a:xfrm>
          <a:custGeom>
            <a:avLst/>
            <a:gdLst/>
            <a:ahLst/>
            <a:rect l="0" t="0" r="r" b="b"/>
            <a:pathLst>
              <a:path w="4181" h="769">
                <a:moveTo>
                  <a:pt x="0" y="68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4102" y="0"/>
                </a:lnTo>
                <a:cubicBezTo>
                  <a:pt x="4112" y="0"/>
                  <a:pt x="4123" y="2"/>
                  <a:pt x="4132" y="6"/>
                </a:cubicBezTo>
                <a:cubicBezTo>
                  <a:pt x="4142" y="10"/>
                  <a:pt x="4151" y="16"/>
                  <a:pt x="4158" y="24"/>
                </a:cubicBezTo>
                <a:cubicBezTo>
                  <a:pt x="4165" y="31"/>
                  <a:pt x="4171" y="40"/>
                  <a:pt x="4175" y="49"/>
                </a:cubicBezTo>
                <a:cubicBezTo>
                  <a:pt x="4179" y="59"/>
                  <a:pt x="4181" y="69"/>
                  <a:pt x="4181" y="80"/>
                </a:cubicBezTo>
                <a:lnTo>
                  <a:pt x="4181" y="689"/>
                </a:lnTo>
                <a:cubicBezTo>
                  <a:pt x="4181" y="700"/>
                  <a:pt x="4179" y="710"/>
                  <a:pt x="4175" y="720"/>
                </a:cubicBezTo>
                <a:cubicBezTo>
                  <a:pt x="4171" y="729"/>
                  <a:pt x="4165" y="738"/>
                  <a:pt x="4158" y="745"/>
                </a:cubicBezTo>
                <a:cubicBezTo>
                  <a:pt x="4151" y="753"/>
                  <a:pt x="4142" y="759"/>
                  <a:pt x="4132" y="763"/>
                </a:cubicBezTo>
                <a:cubicBezTo>
                  <a:pt x="4123" y="767"/>
                  <a:pt x="4112" y="769"/>
                  <a:pt x="4102" y="769"/>
                </a:cubicBezTo>
                <a:lnTo>
                  <a:pt x="79" y="769"/>
                </a:lnTo>
                <a:cubicBezTo>
                  <a:pt x="69" y="769"/>
                  <a:pt x="59" y="767"/>
                  <a:pt x="49" y="763"/>
                </a:cubicBezTo>
                <a:cubicBezTo>
                  <a:pt x="39" y="759"/>
                  <a:pt x="31" y="753"/>
                  <a:pt x="23" y="745"/>
                </a:cubicBezTo>
                <a:cubicBezTo>
                  <a:pt x="16" y="738"/>
                  <a:pt x="10" y="729"/>
                  <a:pt x="6" y="720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571320" y="2078280"/>
            <a:ext cx="1488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CLI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⼯具链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895320" y="2691720"/>
            <a:ext cx="1383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blender-cli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628560" y="3133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838080" y="3028680"/>
            <a:ext cx="1629000" cy="276840"/>
          </a:xfrm>
          <a:custGeom>
            <a:avLst/>
            <a:gdLst/>
            <a:ahLst/>
            <a:rect l="0" t="0" r="r" b="b"/>
            <a:pathLst>
              <a:path w="4525" h="769">
                <a:moveTo>
                  <a:pt x="0" y="68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4445" y="0"/>
                </a:lnTo>
                <a:cubicBezTo>
                  <a:pt x="4455" y="0"/>
                  <a:pt x="4466" y="2"/>
                  <a:pt x="4476" y="6"/>
                </a:cubicBezTo>
                <a:cubicBezTo>
                  <a:pt x="4486" y="10"/>
                  <a:pt x="4495" y="16"/>
                  <a:pt x="4502" y="23"/>
                </a:cubicBezTo>
                <a:cubicBezTo>
                  <a:pt x="4509" y="31"/>
                  <a:pt x="4515" y="40"/>
                  <a:pt x="4519" y="49"/>
                </a:cubicBezTo>
                <a:cubicBezTo>
                  <a:pt x="4523" y="59"/>
                  <a:pt x="4525" y="69"/>
                  <a:pt x="4525" y="80"/>
                </a:cubicBezTo>
                <a:lnTo>
                  <a:pt x="4525" y="689"/>
                </a:lnTo>
                <a:cubicBezTo>
                  <a:pt x="4525" y="700"/>
                  <a:pt x="4523" y="710"/>
                  <a:pt x="4519" y="720"/>
                </a:cubicBezTo>
                <a:cubicBezTo>
                  <a:pt x="4515" y="729"/>
                  <a:pt x="4509" y="738"/>
                  <a:pt x="4502" y="745"/>
                </a:cubicBezTo>
                <a:cubicBezTo>
                  <a:pt x="4495" y="753"/>
                  <a:pt x="4486" y="758"/>
                  <a:pt x="4476" y="762"/>
                </a:cubicBezTo>
                <a:cubicBezTo>
                  <a:pt x="4466" y="767"/>
                  <a:pt x="4455" y="769"/>
                  <a:pt x="4445" y="769"/>
                </a:cubicBezTo>
                <a:lnTo>
                  <a:pt x="79" y="769"/>
                </a:lnTo>
                <a:cubicBezTo>
                  <a:pt x="69" y="769"/>
                  <a:pt x="59" y="767"/>
                  <a:pt x="49" y="762"/>
                </a:cubicBezTo>
                <a:cubicBezTo>
                  <a:pt x="39" y="758"/>
                  <a:pt x="31" y="753"/>
                  <a:pt x="23" y="745"/>
                </a:cubicBezTo>
                <a:cubicBezTo>
                  <a:pt x="16" y="738"/>
                  <a:pt x="10" y="729"/>
                  <a:pt x="6" y="720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2340360" y="2664000"/>
            <a:ext cx="4181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— room.json → GLB/OBJ/FBX/IFC4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导出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895320" y="3044160"/>
            <a:ext cx="15091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inkscape-cli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628560" y="3495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838080" y="3390840"/>
            <a:ext cx="1124280" cy="276480"/>
          </a:xfrm>
          <a:custGeom>
            <a:avLst/>
            <a:gdLst/>
            <a:ahLst/>
            <a:rect l="0" t="0" r="r" b="b"/>
            <a:pathLst>
              <a:path w="3123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3044" y="0"/>
                </a:lnTo>
                <a:cubicBezTo>
                  <a:pt x="3054" y="0"/>
                  <a:pt x="3064" y="2"/>
                  <a:pt x="3074" y="6"/>
                </a:cubicBezTo>
                <a:cubicBezTo>
                  <a:pt x="3084" y="10"/>
                  <a:pt x="3092" y="15"/>
                  <a:pt x="3100" y="23"/>
                </a:cubicBezTo>
                <a:cubicBezTo>
                  <a:pt x="3107" y="30"/>
                  <a:pt x="3113" y="39"/>
                  <a:pt x="3117" y="49"/>
                </a:cubicBezTo>
                <a:cubicBezTo>
                  <a:pt x="3121" y="58"/>
                  <a:pt x="3123" y="69"/>
                  <a:pt x="3123" y="79"/>
                </a:cubicBezTo>
                <a:lnTo>
                  <a:pt x="3123" y="689"/>
                </a:lnTo>
                <a:cubicBezTo>
                  <a:pt x="3123" y="699"/>
                  <a:pt x="3121" y="709"/>
                  <a:pt x="3117" y="719"/>
                </a:cubicBezTo>
                <a:cubicBezTo>
                  <a:pt x="3113" y="729"/>
                  <a:pt x="3107" y="737"/>
                  <a:pt x="3100" y="745"/>
                </a:cubicBezTo>
                <a:cubicBezTo>
                  <a:pt x="3092" y="752"/>
                  <a:pt x="3084" y="758"/>
                  <a:pt x="3074" y="762"/>
                </a:cubicBezTo>
                <a:cubicBezTo>
                  <a:pt x="3064" y="766"/>
                  <a:pt x="3054" y="768"/>
                  <a:pt x="3044" y="768"/>
                </a:cubicBezTo>
                <a:lnTo>
                  <a:pt x="79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39" y="758"/>
                  <a:pt x="31" y="752"/>
                  <a:pt x="23" y="745"/>
                </a:cubicBezTo>
                <a:cubicBezTo>
                  <a:pt x="16" y="737"/>
                  <a:pt x="10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2466360" y="3016440"/>
            <a:ext cx="3424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— ﬂoorplan.svg → PNG/DXF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导出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895320" y="3405960"/>
            <a:ext cx="10062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marp-cli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628560" y="38574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838080" y="3752640"/>
            <a:ext cx="2010240" cy="276480"/>
          </a:xfrm>
          <a:custGeom>
            <a:avLst/>
            <a:gdLst/>
            <a:ahLst/>
            <a:rect l="0" t="0" r="r" b="b"/>
            <a:pathLst>
              <a:path w="5584" h="768">
                <a:moveTo>
                  <a:pt x="0" y="688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5504" y="0"/>
                </a:lnTo>
                <a:cubicBezTo>
                  <a:pt x="5515" y="0"/>
                  <a:pt x="5525" y="2"/>
                  <a:pt x="5535" y="6"/>
                </a:cubicBezTo>
                <a:cubicBezTo>
                  <a:pt x="5544" y="10"/>
                  <a:pt x="5553" y="16"/>
                  <a:pt x="5560" y="23"/>
                </a:cubicBezTo>
                <a:cubicBezTo>
                  <a:pt x="5568" y="31"/>
                  <a:pt x="5573" y="39"/>
                  <a:pt x="5577" y="49"/>
                </a:cubicBezTo>
                <a:cubicBezTo>
                  <a:pt x="5582" y="59"/>
                  <a:pt x="5584" y="69"/>
                  <a:pt x="5584" y="79"/>
                </a:cubicBezTo>
                <a:lnTo>
                  <a:pt x="5584" y="688"/>
                </a:lnTo>
                <a:cubicBezTo>
                  <a:pt x="5584" y="700"/>
                  <a:pt x="5582" y="710"/>
                  <a:pt x="5577" y="719"/>
                </a:cubicBezTo>
                <a:cubicBezTo>
                  <a:pt x="5573" y="729"/>
                  <a:pt x="5568" y="738"/>
                  <a:pt x="5560" y="745"/>
                </a:cubicBezTo>
                <a:cubicBezTo>
                  <a:pt x="5553" y="753"/>
                  <a:pt x="5544" y="758"/>
                  <a:pt x="5535" y="762"/>
                </a:cubicBezTo>
                <a:cubicBezTo>
                  <a:pt x="5525" y="766"/>
                  <a:pt x="5515" y="768"/>
                  <a:pt x="5504" y="768"/>
                </a:cubicBezTo>
                <a:lnTo>
                  <a:pt x="79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39" y="758"/>
                  <a:pt x="31" y="753"/>
                  <a:pt x="23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10"/>
                  <a:pt x="0" y="700"/>
                  <a:pt x="0" y="688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1962000" y="3378240"/>
            <a:ext cx="2783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— deck-*.md → PPTX/PDF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895320" y="3767760"/>
            <a:ext cx="18864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libreoffice-cli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2845080" y="3740400"/>
            <a:ext cx="1881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— 备⽤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ODP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导出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1056960" y="4171680"/>
            <a:ext cx="4915440" cy="276840"/>
          </a:xfrm>
          <a:custGeom>
            <a:avLst/>
            <a:gdLst/>
            <a:ahLst/>
            <a:rect l="0" t="0" r="r" b="b"/>
            <a:pathLst>
              <a:path w="13654" h="769">
                <a:moveTo>
                  <a:pt x="0" y="68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3574" y="0"/>
                </a:lnTo>
                <a:cubicBezTo>
                  <a:pt x="13585" y="0"/>
                  <a:pt x="13595" y="2"/>
                  <a:pt x="13605" y="6"/>
                </a:cubicBezTo>
                <a:cubicBezTo>
                  <a:pt x="13615" y="10"/>
                  <a:pt x="13623" y="16"/>
                  <a:pt x="13631" y="23"/>
                </a:cubicBezTo>
                <a:cubicBezTo>
                  <a:pt x="13638" y="31"/>
                  <a:pt x="13644" y="40"/>
                  <a:pt x="13648" y="49"/>
                </a:cubicBezTo>
                <a:cubicBezTo>
                  <a:pt x="13652" y="59"/>
                  <a:pt x="13654" y="69"/>
                  <a:pt x="13654" y="80"/>
                </a:cubicBezTo>
                <a:lnTo>
                  <a:pt x="13654" y="689"/>
                </a:lnTo>
                <a:cubicBezTo>
                  <a:pt x="13654" y="700"/>
                  <a:pt x="13652" y="710"/>
                  <a:pt x="13648" y="720"/>
                </a:cubicBezTo>
                <a:cubicBezTo>
                  <a:pt x="13644" y="729"/>
                  <a:pt x="13638" y="738"/>
                  <a:pt x="13631" y="745"/>
                </a:cubicBezTo>
                <a:cubicBezTo>
                  <a:pt x="13623" y="753"/>
                  <a:pt x="13615" y="758"/>
                  <a:pt x="13605" y="762"/>
                </a:cubicBezTo>
                <a:cubicBezTo>
                  <a:pt x="13595" y="767"/>
                  <a:pt x="13585" y="769"/>
                  <a:pt x="13574" y="769"/>
                </a:cubicBezTo>
                <a:lnTo>
                  <a:pt x="80" y="769"/>
                </a:lnTo>
                <a:cubicBezTo>
                  <a:pt x="69" y="769"/>
                  <a:pt x="59" y="767"/>
                  <a:pt x="49" y="762"/>
                </a:cubicBezTo>
                <a:cubicBezTo>
                  <a:pt x="40" y="758"/>
                  <a:pt x="31" y="753"/>
                  <a:pt x="24" y="745"/>
                </a:cubicBezTo>
                <a:cubicBezTo>
                  <a:pt x="16" y="738"/>
                  <a:pt x="10" y="729"/>
                  <a:pt x="6" y="720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571320" y="4159440"/>
            <a:ext cx="4878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详⻅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1117440" y="4187160"/>
            <a:ext cx="47772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CLI-Anything/.claude/skills/*/SKILL.md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11753640" y="6439320"/>
            <a:ext cx="15336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571320" y="2666880"/>
            <a:ext cx="11049480" cy="57600"/>
          </a:xfrm>
          <a:custGeom>
            <a:avLst/>
            <a:gdLst/>
            <a:ahLst/>
            <a:rect l="0" t="0" r="r" b="b"/>
            <a:pathLst>
              <a:path w="30693" h="160">
                <a:moveTo>
                  <a:pt x="0" y="0"/>
                </a:moveTo>
                <a:lnTo>
                  <a:pt x="30693" y="0"/>
                </a:lnTo>
                <a:lnTo>
                  <a:pt x="30693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A3B5A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571320" y="1706400"/>
            <a:ext cx="182952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下⼀步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628560" y="348588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571320" y="2949840"/>
            <a:ext cx="41763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你来深化哪个区？告诉我，源⽂件即刻给到：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628560" y="384804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0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20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838080" y="3368880"/>
            <a:ext cx="30236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⼒量区承重节点 →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DXF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分层图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628560" y="42098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2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2"/>
                  <a:pt x="181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838080" y="3730680"/>
            <a:ext cx="2827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瑜伽区声学 →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STC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模拟报告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628560" y="45716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838080" y="4092840"/>
            <a:ext cx="2227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镜⾯墙挂装 → 节点⼤样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838080" y="4454640"/>
            <a:ext cx="3255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品牌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VI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延展 →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AI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⾊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VI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模板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11753640" y="6439320"/>
            <a:ext cx="15336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LibreOffice/26.2.2.2$MacOSX_X86_64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