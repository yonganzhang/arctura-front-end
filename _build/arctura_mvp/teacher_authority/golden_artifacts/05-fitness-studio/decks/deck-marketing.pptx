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571320" y="3162240"/>
            <a:ext cx="11049480" cy="57240"/>
          </a:xfrm>
          <a:custGeom>
            <a:avLst/>
            <a:gdLst/>
            <a:ahLst/>
            <a:rect l="0" t="0" r="r" b="b"/>
            <a:pathLst>
              <a:path w="30693" h="159">
                <a:moveTo>
                  <a:pt x="0" y="0"/>
                </a:moveTo>
                <a:lnTo>
                  <a:pt x="30693" y="0"/>
                </a:lnTo>
                <a:lnTo>
                  <a:pt x="30693" y="159"/>
                </a:lnTo>
                <a:lnTo>
                  <a:pt x="0" y="159"/>
                </a:lnTo>
                <a:lnTo>
                  <a:pt x="0" y="0"/>
                </a:lnTo>
                <a:close/>
              </a:path>
            </a:pathLst>
          </a:custGeom>
          <a:solidFill>
            <a:srgbClr val="C97D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571320" y="2201760"/>
            <a:ext cx="305604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Lift Studio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571320" y="3420360"/>
            <a:ext cx="335340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你身边的精品⼒量⼯作室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571320" y="4015440"/>
            <a:ext cx="25282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给 品牌经理 </a:t>
            </a:r>
            <a:r>
              <a:rPr lang="en-US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社媒运营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营销团队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18450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142920" y="188640"/>
            <a:ext cx="6190920" cy="4194720"/>
          </a:xfrm>
          <a:custGeom>
            <a:avLst/>
            <a:gdLst/>
            <a:ahLst/>
            <a:rect l="0" t="0" r="r" b="b"/>
            <a:pathLst>
              <a:path w="17197" h="11652">
                <a:moveTo>
                  <a:pt x="1190" y="1195"/>
                </a:moveTo>
                <a:lnTo>
                  <a:pt x="1190" y="10033"/>
                </a:lnTo>
                <a:cubicBezTo>
                  <a:pt x="1190" y="10061"/>
                  <a:pt x="1195" y="10088"/>
                  <a:pt x="1206" y="10114"/>
                </a:cubicBezTo>
                <a:cubicBezTo>
                  <a:pt x="1217" y="10140"/>
                  <a:pt x="1232" y="10163"/>
                  <a:pt x="1252" y="10183"/>
                </a:cubicBezTo>
                <a:cubicBezTo>
                  <a:pt x="1272" y="10203"/>
                  <a:pt x="1295" y="10218"/>
                  <a:pt x="1321" y="10229"/>
                </a:cubicBezTo>
                <a:cubicBezTo>
                  <a:pt x="1347" y="10240"/>
                  <a:pt x="1374" y="10245"/>
                  <a:pt x="1402" y="10245"/>
                </a:cubicBezTo>
                <a:lnTo>
                  <a:pt x="15796" y="10245"/>
                </a:lnTo>
                <a:cubicBezTo>
                  <a:pt x="15824" y="10245"/>
                  <a:pt x="15851" y="10240"/>
                  <a:pt x="15877" y="10229"/>
                </a:cubicBezTo>
                <a:cubicBezTo>
                  <a:pt x="15903" y="10218"/>
                  <a:pt x="15926" y="10203"/>
                  <a:pt x="15946" y="10183"/>
                </a:cubicBezTo>
                <a:cubicBezTo>
                  <a:pt x="15966" y="10163"/>
                  <a:pt x="15981" y="10140"/>
                  <a:pt x="15992" y="10114"/>
                </a:cubicBezTo>
                <a:cubicBezTo>
                  <a:pt x="16002" y="10088"/>
                  <a:pt x="16008" y="10061"/>
                  <a:pt x="16008" y="10033"/>
                </a:cubicBezTo>
                <a:lnTo>
                  <a:pt x="16008" y="1195"/>
                </a:lnTo>
                <a:cubicBezTo>
                  <a:pt x="16008" y="1167"/>
                  <a:pt x="16002" y="1140"/>
                  <a:pt x="15992" y="1114"/>
                </a:cubicBezTo>
                <a:cubicBezTo>
                  <a:pt x="15981" y="1088"/>
                  <a:pt x="15966" y="1065"/>
                  <a:pt x="15946" y="1046"/>
                </a:cubicBezTo>
                <a:cubicBezTo>
                  <a:pt x="15926" y="1026"/>
                  <a:pt x="15903" y="1010"/>
                  <a:pt x="15877" y="1000"/>
                </a:cubicBezTo>
                <a:cubicBezTo>
                  <a:pt x="15851" y="989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89"/>
                  <a:pt x="1321" y="1000"/>
                </a:cubicBezTo>
                <a:cubicBezTo>
                  <a:pt x="1295" y="1010"/>
                  <a:pt x="1272" y="1026"/>
                  <a:pt x="1252" y="1046"/>
                </a:cubicBezTo>
                <a:cubicBezTo>
                  <a:pt x="1232" y="1065"/>
                  <a:pt x="1217" y="1088"/>
                  <a:pt x="1206" y="1114"/>
                </a:cubicBezTo>
                <a:cubicBezTo>
                  <a:pt x="1195" y="1140"/>
                  <a:pt x="1190" y="1167"/>
                  <a:pt x="1190" y="1195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2"/>
                </a:lnTo>
                <a:lnTo>
                  <a:pt x="0" y="116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3" name=""/>
          <p:cNvPicPr/>
          <p:nvPr/>
        </p:nvPicPr>
        <p:blipFill>
          <a:blip r:embed="rId1"/>
          <a:stretch/>
        </p:blipFill>
        <p:spPr>
          <a:xfrm>
            <a:off x="571320" y="5428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628560" y="47052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6286320" y="198324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⽬标⼈群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628560" y="50670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838080" y="4587840"/>
            <a:ext cx="3434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25-35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都市⽩领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：追求体态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打卡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628560" y="54194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838080" y="4950000"/>
            <a:ext cx="3550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健身⽼⼿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：不满⼤店拥挤、要⾃由⼒量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628560" y="5781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838080" y="5302440"/>
            <a:ext cx="4083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瑜伽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普拉提爱好者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：需要安静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⽊地板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838080" y="5664240"/>
            <a:ext cx="36273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⼩团体私教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对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或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对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场景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营销团队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142920" y="371520"/>
            <a:ext cx="6190920" cy="4191480"/>
          </a:xfrm>
          <a:custGeom>
            <a:avLst/>
            <a:gdLst/>
            <a:ahLst/>
            <a:rect l="0" t="0" r="r" b="b"/>
            <a:pathLst>
              <a:path w="17197" h="11643">
                <a:moveTo>
                  <a:pt x="1190" y="1190"/>
                </a:moveTo>
                <a:lnTo>
                  <a:pt x="1190" y="10028"/>
                </a:lnTo>
                <a:cubicBezTo>
                  <a:pt x="1190" y="10056"/>
                  <a:pt x="1195" y="10083"/>
                  <a:pt x="1206" y="10109"/>
                </a:cubicBezTo>
                <a:cubicBezTo>
                  <a:pt x="1217" y="10135"/>
                  <a:pt x="1232" y="10158"/>
                  <a:pt x="1252" y="10178"/>
                </a:cubicBezTo>
                <a:cubicBezTo>
                  <a:pt x="1272" y="10198"/>
                  <a:pt x="1295" y="10213"/>
                  <a:pt x="1321" y="10224"/>
                </a:cubicBezTo>
                <a:cubicBezTo>
                  <a:pt x="1347" y="10234"/>
                  <a:pt x="1374" y="10240"/>
                  <a:pt x="1402" y="10240"/>
                </a:cubicBezTo>
                <a:lnTo>
                  <a:pt x="15796" y="10240"/>
                </a:lnTo>
                <a:cubicBezTo>
                  <a:pt x="15824" y="10240"/>
                  <a:pt x="15851" y="10234"/>
                  <a:pt x="15877" y="10224"/>
                </a:cubicBezTo>
                <a:cubicBezTo>
                  <a:pt x="15903" y="10213"/>
                  <a:pt x="15926" y="10198"/>
                  <a:pt x="15946" y="10178"/>
                </a:cubicBezTo>
                <a:cubicBezTo>
                  <a:pt x="15966" y="10158"/>
                  <a:pt x="15981" y="10135"/>
                  <a:pt x="15992" y="10109"/>
                </a:cubicBezTo>
                <a:cubicBezTo>
                  <a:pt x="16002" y="10083"/>
                  <a:pt x="16008" y="10056"/>
                  <a:pt x="16008" y="10028"/>
                </a:cubicBezTo>
                <a:lnTo>
                  <a:pt x="16008" y="1190"/>
                </a:lnTo>
                <a:cubicBezTo>
                  <a:pt x="16008" y="1162"/>
                  <a:pt x="16002" y="1135"/>
                  <a:pt x="15992" y="1109"/>
                </a:cubicBezTo>
                <a:cubicBezTo>
                  <a:pt x="15981" y="1083"/>
                  <a:pt x="15966" y="1060"/>
                  <a:pt x="15946" y="1040"/>
                </a:cubicBezTo>
                <a:cubicBezTo>
                  <a:pt x="15926" y="1020"/>
                  <a:pt x="15903" y="1005"/>
                  <a:pt x="15877" y="994"/>
                </a:cubicBezTo>
                <a:cubicBezTo>
                  <a:pt x="15851" y="984"/>
                  <a:pt x="15824" y="978"/>
                  <a:pt x="15796" y="978"/>
                </a:cubicBezTo>
                <a:lnTo>
                  <a:pt x="1402" y="978"/>
                </a:lnTo>
                <a:cubicBezTo>
                  <a:pt x="1374" y="978"/>
                  <a:pt x="1347" y="984"/>
                  <a:pt x="1321" y="994"/>
                </a:cubicBezTo>
                <a:cubicBezTo>
                  <a:pt x="1295" y="1005"/>
                  <a:pt x="1272" y="1020"/>
                  <a:pt x="1252" y="1040"/>
                </a:cubicBezTo>
                <a:cubicBezTo>
                  <a:pt x="1232" y="1060"/>
                  <a:pt x="1217" y="1083"/>
                  <a:pt x="1206" y="1109"/>
                </a:cubicBezTo>
                <a:cubicBezTo>
                  <a:pt x="1195" y="1135"/>
                  <a:pt x="1190" y="1162"/>
                  <a:pt x="1190" y="1190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43"/>
                </a:lnTo>
                <a:lnTo>
                  <a:pt x="0" y="11643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70" name=""/>
          <p:cNvPicPr/>
          <p:nvPr/>
        </p:nvPicPr>
        <p:blipFill>
          <a:blip r:embed="rId1"/>
          <a:stretch/>
        </p:blipFill>
        <p:spPr>
          <a:xfrm>
            <a:off x="571320" y="72396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"/>
          <p:cNvSpPr/>
          <p:nvPr/>
        </p:nvSpPr>
        <p:spPr>
          <a:xfrm>
            <a:off x="628560" y="488628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2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6286320" y="2163960"/>
            <a:ext cx="17805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3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个核⼼卖点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628560" y="524808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838080" y="4768920"/>
            <a:ext cx="4594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①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全反射镜⾯墙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 m × 2.4 m —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社媒出⽚神器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628560" y="56005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59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838080" y="5131080"/>
            <a:ext cx="4558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②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⼒量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×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瑜伽声学分隔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— 互不打扰，各练各的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838080" y="5483520"/>
            <a:ext cx="4815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③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精品⼩班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— 不像⼤店等器械，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90%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并发不排队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营销团队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142920" y="188640"/>
            <a:ext cx="6190920" cy="4194720"/>
          </a:xfrm>
          <a:custGeom>
            <a:avLst/>
            <a:gdLst/>
            <a:ahLst/>
            <a:rect l="0" t="0" r="r" b="b"/>
            <a:pathLst>
              <a:path w="17197" h="11652">
                <a:moveTo>
                  <a:pt x="1190" y="1195"/>
                </a:moveTo>
                <a:lnTo>
                  <a:pt x="1190" y="10033"/>
                </a:lnTo>
                <a:cubicBezTo>
                  <a:pt x="1190" y="10061"/>
                  <a:pt x="1195" y="10088"/>
                  <a:pt x="1206" y="10114"/>
                </a:cubicBezTo>
                <a:cubicBezTo>
                  <a:pt x="1217" y="10140"/>
                  <a:pt x="1232" y="10163"/>
                  <a:pt x="1252" y="10183"/>
                </a:cubicBezTo>
                <a:cubicBezTo>
                  <a:pt x="1272" y="10203"/>
                  <a:pt x="1295" y="10218"/>
                  <a:pt x="1321" y="10229"/>
                </a:cubicBezTo>
                <a:cubicBezTo>
                  <a:pt x="1347" y="10240"/>
                  <a:pt x="1374" y="10245"/>
                  <a:pt x="1402" y="10245"/>
                </a:cubicBezTo>
                <a:lnTo>
                  <a:pt x="15796" y="10245"/>
                </a:lnTo>
                <a:cubicBezTo>
                  <a:pt x="15824" y="10245"/>
                  <a:pt x="15851" y="10240"/>
                  <a:pt x="15877" y="10229"/>
                </a:cubicBezTo>
                <a:cubicBezTo>
                  <a:pt x="15903" y="10218"/>
                  <a:pt x="15926" y="10203"/>
                  <a:pt x="15946" y="10183"/>
                </a:cubicBezTo>
                <a:cubicBezTo>
                  <a:pt x="15966" y="10163"/>
                  <a:pt x="15981" y="10140"/>
                  <a:pt x="15992" y="10114"/>
                </a:cubicBezTo>
                <a:cubicBezTo>
                  <a:pt x="16002" y="10088"/>
                  <a:pt x="16008" y="10061"/>
                  <a:pt x="16008" y="10033"/>
                </a:cubicBezTo>
                <a:lnTo>
                  <a:pt x="16008" y="1195"/>
                </a:lnTo>
                <a:cubicBezTo>
                  <a:pt x="16008" y="1167"/>
                  <a:pt x="16002" y="1140"/>
                  <a:pt x="15992" y="1114"/>
                </a:cubicBezTo>
                <a:cubicBezTo>
                  <a:pt x="15981" y="1088"/>
                  <a:pt x="15966" y="1065"/>
                  <a:pt x="15946" y="1046"/>
                </a:cubicBezTo>
                <a:cubicBezTo>
                  <a:pt x="15926" y="1026"/>
                  <a:pt x="15903" y="1010"/>
                  <a:pt x="15877" y="1000"/>
                </a:cubicBezTo>
                <a:cubicBezTo>
                  <a:pt x="15851" y="989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89"/>
                  <a:pt x="1321" y="1000"/>
                </a:cubicBezTo>
                <a:cubicBezTo>
                  <a:pt x="1295" y="1010"/>
                  <a:pt x="1272" y="1026"/>
                  <a:pt x="1252" y="1046"/>
                </a:cubicBezTo>
                <a:cubicBezTo>
                  <a:pt x="1232" y="1065"/>
                  <a:pt x="1217" y="1088"/>
                  <a:pt x="1206" y="1114"/>
                </a:cubicBezTo>
                <a:cubicBezTo>
                  <a:pt x="1195" y="1140"/>
                  <a:pt x="1190" y="1167"/>
                  <a:pt x="1190" y="1195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2"/>
                </a:lnTo>
                <a:lnTo>
                  <a:pt x="0" y="116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85" name=""/>
          <p:cNvPicPr/>
          <p:nvPr/>
        </p:nvPicPr>
        <p:blipFill>
          <a:blip r:embed="rId1"/>
          <a:stretch/>
        </p:blipFill>
        <p:spPr>
          <a:xfrm>
            <a:off x="571320" y="5428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"/>
          <p:cNvSpPr/>
          <p:nvPr/>
        </p:nvSpPr>
        <p:spPr>
          <a:xfrm>
            <a:off x="628560" y="47052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6286320" y="1983240"/>
            <a:ext cx="41821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转型照⽚系列（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Before/After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628560" y="50670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838080" y="4587840"/>
            <a:ext cx="43812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⽉卡会员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⼊会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/ 3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个⽉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/ 6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个⽉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三张图打包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628560" y="54194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838080" y="4950000"/>
            <a:ext cx="2088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统⼀拍摄位：镜⾯墙前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628560" y="5781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838080" y="5302440"/>
            <a:ext cx="1879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统⼀灯光：顶部线灯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838080" y="5664240"/>
            <a:ext cx="3631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会员授权后 → ⼩红书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抖⾳投放素材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营销团队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571320" y="155448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关键数字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571320" y="2135880"/>
            <a:ext cx="2195280" cy="12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¥599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571320" y="3235320"/>
            <a:ext cx="627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⽉卡起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4330440" y="2135880"/>
            <a:ext cx="924120" cy="12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10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4330440" y="3235320"/>
            <a:ext cx="1061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镜⾯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⻓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8089920" y="2135880"/>
            <a:ext cx="1098000" cy="12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80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8089920" y="3235320"/>
            <a:ext cx="835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会员上限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571320" y="3583800"/>
            <a:ext cx="2024280" cy="12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6 </a:t>
            </a:r>
            <a:r>
              <a:rPr lang="zh-CN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週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571320" y="4683240"/>
            <a:ext cx="1044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开业倒计时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营销团队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17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"/>
          <p:cNvSpPr/>
          <p:nvPr/>
        </p:nvSpPr>
        <p:spPr>
          <a:xfrm>
            <a:off x="628560" y="4638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6286320" y="1916280"/>
            <a:ext cx="24717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⼀天的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Lift Studio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628560" y="50004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838080" y="4521240"/>
            <a:ext cx="24310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7:00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晨瑜伽（舒缓唤醒）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628560" y="536256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19"/>
                  <a:pt x="210" y="133"/>
                  <a:pt x="204" y="146"/>
                </a:cubicBezTo>
                <a:cubicBezTo>
                  <a:pt x="199" y="159"/>
                  <a:pt x="191" y="170"/>
                  <a:pt x="181" y="180"/>
                </a:cubicBezTo>
                <a:cubicBezTo>
                  <a:pt x="171" y="190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0"/>
                  <a:pt x="31" y="180"/>
                </a:cubicBezTo>
                <a:cubicBezTo>
                  <a:pt x="21" y="170"/>
                  <a:pt x="13" y="159"/>
                  <a:pt x="8" y="146"/>
                </a:cubicBezTo>
                <a:cubicBezTo>
                  <a:pt x="2" y="133"/>
                  <a:pt x="0" y="119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0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838080" y="4883400"/>
            <a:ext cx="33195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12:00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午间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HIIT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 min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速战）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628560" y="57243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838080" y="5245200"/>
            <a:ext cx="2677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19:00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⼒量课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私教⻩⾦档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628560" y="60768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838080" y="5607000"/>
            <a:ext cx="3343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20:00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普拉提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瑜伽（放松收官）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838080" y="5959440"/>
            <a:ext cx="17406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全天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⽉卡⾃由训练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营销团队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580680" y="2447640"/>
            <a:ext cx="772200" cy="371880"/>
          </a:xfrm>
          <a:custGeom>
            <a:avLst/>
            <a:gdLst/>
            <a:ahLst/>
            <a:rect l="0" t="0" r="r" b="b"/>
            <a:pathLst>
              <a:path w="2145" h="1033">
                <a:moveTo>
                  <a:pt x="0" y="0"/>
                </a:moveTo>
                <a:lnTo>
                  <a:pt x="2145" y="0"/>
                </a:lnTo>
                <a:lnTo>
                  <a:pt x="214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1352520" y="2447640"/>
            <a:ext cx="2705400" cy="371880"/>
          </a:xfrm>
          <a:custGeom>
            <a:avLst/>
            <a:gdLst/>
            <a:ahLst/>
            <a:rect l="0" t="0" r="r" b="b"/>
            <a:pathLst>
              <a:path w="7515" h="1033">
                <a:moveTo>
                  <a:pt x="0" y="0"/>
                </a:moveTo>
                <a:lnTo>
                  <a:pt x="7515" y="0"/>
                </a:lnTo>
                <a:lnTo>
                  <a:pt x="751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4057560" y="2447640"/>
            <a:ext cx="762120" cy="371880"/>
          </a:xfrm>
          <a:custGeom>
            <a:avLst/>
            <a:gdLst/>
            <a:ahLst/>
            <a:rect l="0" t="0" r="r" b="b"/>
            <a:pathLst>
              <a:path w="2117" h="1033">
                <a:moveTo>
                  <a:pt x="0" y="0"/>
                </a:moveTo>
                <a:lnTo>
                  <a:pt x="2117" y="0"/>
                </a:lnTo>
                <a:lnTo>
                  <a:pt x="211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580680" y="2447640"/>
            <a:ext cx="772200" cy="371880"/>
          </a:xfrm>
          <a:custGeom>
            <a:avLst/>
            <a:gdLst/>
            <a:ahLst/>
            <a:rect l="0" t="0" r="r" b="b"/>
            <a:pathLst>
              <a:path w="2145" h="1033">
                <a:moveTo>
                  <a:pt x="0" y="0"/>
                </a:moveTo>
                <a:lnTo>
                  <a:pt x="2145" y="0"/>
                </a:lnTo>
                <a:lnTo>
                  <a:pt x="214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1352520" y="2447640"/>
            <a:ext cx="2705400" cy="371880"/>
          </a:xfrm>
          <a:custGeom>
            <a:avLst/>
            <a:gdLst/>
            <a:ahLst/>
            <a:rect l="0" t="0" r="r" b="b"/>
            <a:pathLst>
              <a:path w="7515" h="1033">
                <a:moveTo>
                  <a:pt x="0" y="0"/>
                </a:moveTo>
                <a:lnTo>
                  <a:pt x="7515" y="0"/>
                </a:lnTo>
                <a:lnTo>
                  <a:pt x="751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4057560" y="2447640"/>
            <a:ext cx="762120" cy="371880"/>
          </a:xfrm>
          <a:custGeom>
            <a:avLst/>
            <a:gdLst/>
            <a:ahLst/>
            <a:rect l="0" t="0" r="r" b="b"/>
            <a:pathLst>
              <a:path w="2117" h="1033">
                <a:moveTo>
                  <a:pt x="0" y="0"/>
                </a:moveTo>
                <a:lnTo>
                  <a:pt x="2117" y="0"/>
                </a:lnTo>
                <a:lnTo>
                  <a:pt x="211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580680" y="2819160"/>
            <a:ext cx="772200" cy="371880"/>
          </a:xfrm>
          <a:custGeom>
            <a:avLst/>
            <a:gdLst/>
            <a:ahLst/>
            <a:rect l="0" t="0" r="r" b="b"/>
            <a:pathLst>
              <a:path w="2145" h="1033">
                <a:moveTo>
                  <a:pt x="0" y="0"/>
                </a:moveTo>
                <a:lnTo>
                  <a:pt x="2145" y="0"/>
                </a:lnTo>
                <a:lnTo>
                  <a:pt x="214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1352520" y="2819160"/>
            <a:ext cx="2705400" cy="371880"/>
          </a:xfrm>
          <a:custGeom>
            <a:avLst/>
            <a:gdLst/>
            <a:ahLst/>
            <a:rect l="0" t="0" r="r" b="b"/>
            <a:pathLst>
              <a:path w="7515" h="1033">
                <a:moveTo>
                  <a:pt x="0" y="0"/>
                </a:moveTo>
                <a:lnTo>
                  <a:pt x="7515" y="0"/>
                </a:lnTo>
                <a:lnTo>
                  <a:pt x="751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4057560" y="2819160"/>
            <a:ext cx="762120" cy="371880"/>
          </a:xfrm>
          <a:custGeom>
            <a:avLst/>
            <a:gdLst/>
            <a:ahLst/>
            <a:rect l="0" t="0" r="r" b="b"/>
            <a:pathLst>
              <a:path w="2117" h="1033">
                <a:moveTo>
                  <a:pt x="0" y="0"/>
                </a:moveTo>
                <a:lnTo>
                  <a:pt x="2117" y="0"/>
                </a:lnTo>
                <a:lnTo>
                  <a:pt x="211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580680" y="3190680"/>
            <a:ext cx="772200" cy="371880"/>
          </a:xfrm>
          <a:custGeom>
            <a:avLst/>
            <a:gdLst/>
            <a:ahLst/>
            <a:rect l="0" t="0" r="r" b="b"/>
            <a:pathLst>
              <a:path w="2145" h="1033">
                <a:moveTo>
                  <a:pt x="0" y="0"/>
                </a:moveTo>
                <a:lnTo>
                  <a:pt x="2145" y="0"/>
                </a:lnTo>
                <a:lnTo>
                  <a:pt x="214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1352520" y="3190680"/>
            <a:ext cx="2705400" cy="371880"/>
          </a:xfrm>
          <a:custGeom>
            <a:avLst/>
            <a:gdLst/>
            <a:ahLst/>
            <a:rect l="0" t="0" r="r" b="b"/>
            <a:pathLst>
              <a:path w="7515" h="1033">
                <a:moveTo>
                  <a:pt x="0" y="0"/>
                </a:moveTo>
                <a:lnTo>
                  <a:pt x="7515" y="0"/>
                </a:lnTo>
                <a:lnTo>
                  <a:pt x="751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4057560" y="3190680"/>
            <a:ext cx="762120" cy="371880"/>
          </a:xfrm>
          <a:custGeom>
            <a:avLst/>
            <a:gdLst/>
            <a:ahLst/>
            <a:rect l="0" t="0" r="r" b="b"/>
            <a:pathLst>
              <a:path w="2117" h="1033">
                <a:moveTo>
                  <a:pt x="0" y="0"/>
                </a:moveTo>
                <a:lnTo>
                  <a:pt x="2117" y="0"/>
                </a:lnTo>
                <a:lnTo>
                  <a:pt x="211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580680" y="3562200"/>
            <a:ext cx="772200" cy="371880"/>
          </a:xfrm>
          <a:custGeom>
            <a:avLst/>
            <a:gdLst/>
            <a:ahLst/>
            <a:rect l="0" t="0" r="r" b="b"/>
            <a:pathLst>
              <a:path w="2145" h="1033">
                <a:moveTo>
                  <a:pt x="0" y="0"/>
                </a:moveTo>
                <a:lnTo>
                  <a:pt x="2145" y="0"/>
                </a:lnTo>
                <a:lnTo>
                  <a:pt x="214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1352520" y="3562200"/>
            <a:ext cx="2705400" cy="371880"/>
          </a:xfrm>
          <a:custGeom>
            <a:avLst/>
            <a:gdLst/>
            <a:ahLst/>
            <a:rect l="0" t="0" r="r" b="b"/>
            <a:pathLst>
              <a:path w="7515" h="1033">
                <a:moveTo>
                  <a:pt x="0" y="0"/>
                </a:moveTo>
                <a:lnTo>
                  <a:pt x="7515" y="0"/>
                </a:lnTo>
                <a:lnTo>
                  <a:pt x="751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4057560" y="3562200"/>
            <a:ext cx="762120" cy="371880"/>
          </a:xfrm>
          <a:custGeom>
            <a:avLst/>
            <a:gdLst/>
            <a:ahLst/>
            <a:rect l="0" t="0" r="r" b="b"/>
            <a:pathLst>
              <a:path w="2117" h="1033">
                <a:moveTo>
                  <a:pt x="0" y="0"/>
                </a:moveTo>
                <a:lnTo>
                  <a:pt x="2117" y="0"/>
                </a:lnTo>
                <a:lnTo>
                  <a:pt x="211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580680" y="3933720"/>
            <a:ext cx="772200" cy="371880"/>
          </a:xfrm>
          <a:custGeom>
            <a:avLst/>
            <a:gdLst/>
            <a:ahLst/>
            <a:rect l="0" t="0" r="r" b="b"/>
            <a:pathLst>
              <a:path w="2145" h="1033">
                <a:moveTo>
                  <a:pt x="0" y="0"/>
                </a:moveTo>
                <a:lnTo>
                  <a:pt x="2145" y="0"/>
                </a:lnTo>
                <a:lnTo>
                  <a:pt x="214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1352520" y="3933720"/>
            <a:ext cx="2705400" cy="371880"/>
          </a:xfrm>
          <a:custGeom>
            <a:avLst/>
            <a:gdLst/>
            <a:ahLst/>
            <a:rect l="0" t="0" r="r" b="b"/>
            <a:pathLst>
              <a:path w="7515" h="1033">
                <a:moveTo>
                  <a:pt x="0" y="0"/>
                </a:moveTo>
                <a:lnTo>
                  <a:pt x="7515" y="0"/>
                </a:lnTo>
                <a:lnTo>
                  <a:pt x="751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4057560" y="3933720"/>
            <a:ext cx="762120" cy="371880"/>
          </a:xfrm>
          <a:custGeom>
            <a:avLst/>
            <a:gdLst/>
            <a:ahLst/>
            <a:rect l="0" t="0" r="r" b="b"/>
            <a:pathLst>
              <a:path w="2117" h="1033">
                <a:moveTo>
                  <a:pt x="0" y="0"/>
                </a:moveTo>
                <a:lnTo>
                  <a:pt x="2117" y="0"/>
                </a:lnTo>
                <a:lnTo>
                  <a:pt x="211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580680" y="4305240"/>
            <a:ext cx="772200" cy="381240"/>
          </a:xfrm>
          <a:custGeom>
            <a:avLst/>
            <a:gdLst/>
            <a:ahLst/>
            <a:rect l="0" t="0" r="r" b="b"/>
            <a:pathLst>
              <a:path w="2145" h="1059">
                <a:moveTo>
                  <a:pt x="0" y="0"/>
                </a:moveTo>
                <a:lnTo>
                  <a:pt x="2145" y="0"/>
                </a:lnTo>
                <a:lnTo>
                  <a:pt x="214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1352520" y="4305240"/>
            <a:ext cx="2705400" cy="381240"/>
          </a:xfrm>
          <a:custGeom>
            <a:avLst/>
            <a:gdLst/>
            <a:ahLst/>
            <a:rect l="0" t="0" r="r" b="b"/>
            <a:pathLst>
              <a:path w="7515" h="1059">
                <a:moveTo>
                  <a:pt x="0" y="0"/>
                </a:moveTo>
                <a:lnTo>
                  <a:pt x="7515" y="0"/>
                </a:lnTo>
                <a:lnTo>
                  <a:pt x="751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4057560" y="4305240"/>
            <a:ext cx="762120" cy="381240"/>
          </a:xfrm>
          <a:custGeom>
            <a:avLst/>
            <a:gdLst/>
            <a:ahLst/>
            <a:rect l="0" t="0" r="r" b="b"/>
            <a:pathLst>
              <a:path w="2117" h="1059">
                <a:moveTo>
                  <a:pt x="0" y="0"/>
                </a:moveTo>
                <a:lnTo>
                  <a:pt x="2117" y="0"/>
                </a:lnTo>
                <a:lnTo>
                  <a:pt x="211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57132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571320" y="2438280"/>
            <a:ext cx="781560" cy="9720"/>
          </a:xfrm>
          <a:custGeom>
            <a:avLst/>
            <a:gdLst/>
            <a:ahLst/>
            <a:rect l="0" t="0" r="r" b="b"/>
            <a:pathLst>
              <a:path w="2171" h="27">
                <a:moveTo>
                  <a:pt x="0" y="0"/>
                </a:moveTo>
                <a:lnTo>
                  <a:pt x="2171" y="0"/>
                </a:lnTo>
                <a:lnTo>
                  <a:pt x="21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1342800" y="2438280"/>
            <a:ext cx="10440" cy="390960"/>
          </a:xfrm>
          <a:custGeom>
            <a:avLst/>
            <a:gdLst/>
            <a:ahLst/>
            <a:rect l="0" t="0" r="r" b="b"/>
            <a:pathLst>
              <a:path w="29" h="1086">
                <a:moveTo>
                  <a:pt x="0" y="0"/>
                </a:moveTo>
                <a:lnTo>
                  <a:pt x="29" y="0"/>
                </a:lnTo>
                <a:lnTo>
                  <a:pt x="29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1352520" y="2438280"/>
            <a:ext cx="2714760" cy="9720"/>
          </a:xfrm>
          <a:custGeom>
            <a:avLst/>
            <a:gdLst/>
            <a:ahLst/>
            <a:rect l="0" t="0" r="r" b="b"/>
            <a:pathLst>
              <a:path w="7541" h="27">
                <a:moveTo>
                  <a:pt x="0" y="0"/>
                </a:moveTo>
                <a:lnTo>
                  <a:pt x="7541" y="0"/>
                </a:lnTo>
                <a:lnTo>
                  <a:pt x="75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405756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4066920" y="2438280"/>
            <a:ext cx="762480" cy="9720"/>
          </a:xfrm>
          <a:custGeom>
            <a:avLst/>
            <a:gdLst/>
            <a:ahLst/>
            <a:rect l="0" t="0" r="r" b="b"/>
            <a:pathLst>
              <a:path w="2118" h="27">
                <a:moveTo>
                  <a:pt x="0" y="0"/>
                </a:moveTo>
                <a:lnTo>
                  <a:pt x="2118" y="0"/>
                </a:lnTo>
                <a:lnTo>
                  <a:pt x="21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4819320" y="243828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571320" y="2819160"/>
            <a:ext cx="781560" cy="10080"/>
          </a:xfrm>
          <a:custGeom>
            <a:avLst/>
            <a:gdLst/>
            <a:ahLst/>
            <a:rect l="0" t="0" r="r" b="b"/>
            <a:pathLst>
              <a:path w="2171" h="28">
                <a:moveTo>
                  <a:pt x="0" y="0"/>
                </a:moveTo>
                <a:lnTo>
                  <a:pt x="2171" y="0"/>
                </a:lnTo>
                <a:lnTo>
                  <a:pt x="21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1352520" y="2819160"/>
            <a:ext cx="2714760" cy="10080"/>
          </a:xfrm>
          <a:custGeom>
            <a:avLst/>
            <a:gdLst/>
            <a:ahLst/>
            <a:rect l="0" t="0" r="r" b="b"/>
            <a:pathLst>
              <a:path w="7541" h="28">
                <a:moveTo>
                  <a:pt x="0" y="0"/>
                </a:moveTo>
                <a:lnTo>
                  <a:pt x="7541" y="0"/>
                </a:lnTo>
                <a:lnTo>
                  <a:pt x="75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4066920" y="2819160"/>
            <a:ext cx="762480" cy="10080"/>
          </a:xfrm>
          <a:custGeom>
            <a:avLst/>
            <a:gdLst/>
            <a:ahLst/>
            <a:rect l="0" t="0" r="r" b="b"/>
            <a:pathLst>
              <a:path w="2118" h="28">
                <a:moveTo>
                  <a:pt x="0" y="0"/>
                </a:moveTo>
                <a:lnTo>
                  <a:pt x="2118" y="0"/>
                </a:lnTo>
                <a:lnTo>
                  <a:pt x="211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5713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1342800" y="2828880"/>
            <a:ext cx="10440" cy="371520"/>
          </a:xfrm>
          <a:custGeom>
            <a:avLst/>
            <a:gdLst/>
            <a:ahLst/>
            <a:rect l="0" t="0" r="r" b="b"/>
            <a:pathLst>
              <a:path w="29" h="1032">
                <a:moveTo>
                  <a:pt x="0" y="0"/>
                </a:moveTo>
                <a:lnTo>
                  <a:pt x="29" y="0"/>
                </a:lnTo>
                <a:lnTo>
                  <a:pt x="29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405756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481932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5713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571320" y="3190680"/>
            <a:ext cx="781560" cy="9720"/>
          </a:xfrm>
          <a:custGeom>
            <a:avLst/>
            <a:gdLst/>
            <a:ahLst/>
            <a:rect l="0" t="0" r="r" b="b"/>
            <a:pathLst>
              <a:path w="2171" h="27">
                <a:moveTo>
                  <a:pt x="0" y="0"/>
                </a:moveTo>
                <a:lnTo>
                  <a:pt x="2171" y="0"/>
                </a:lnTo>
                <a:lnTo>
                  <a:pt x="21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1342800" y="3200040"/>
            <a:ext cx="10440" cy="371880"/>
          </a:xfrm>
          <a:custGeom>
            <a:avLst/>
            <a:gdLst/>
            <a:ahLst/>
            <a:rect l="0" t="0" r="r" b="b"/>
            <a:pathLst>
              <a:path w="29" h="1033">
                <a:moveTo>
                  <a:pt x="0" y="0"/>
                </a:moveTo>
                <a:lnTo>
                  <a:pt x="29" y="0"/>
                </a:lnTo>
                <a:lnTo>
                  <a:pt x="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1352520" y="3190680"/>
            <a:ext cx="2714760" cy="9720"/>
          </a:xfrm>
          <a:custGeom>
            <a:avLst/>
            <a:gdLst/>
            <a:ahLst/>
            <a:rect l="0" t="0" r="r" b="b"/>
            <a:pathLst>
              <a:path w="7541" h="27">
                <a:moveTo>
                  <a:pt x="0" y="0"/>
                </a:moveTo>
                <a:lnTo>
                  <a:pt x="7541" y="0"/>
                </a:lnTo>
                <a:lnTo>
                  <a:pt x="75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405756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4066920" y="3190680"/>
            <a:ext cx="762480" cy="9720"/>
          </a:xfrm>
          <a:custGeom>
            <a:avLst/>
            <a:gdLst/>
            <a:ahLst/>
            <a:rect l="0" t="0" r="r" b="b"/>
            <a:pathLst>
              <a:path w="2118" h="27">
                <a:moveTo>
                  <a:pt x="0" y="0"/>
                </a:moveTo>
                <a:lnTo>
                  <a:pt x="2118" y="0"/>
                </a:lnTo>
                <a:lnTo>
                  <a:pt x="21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481932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5713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571320" y="3562200"/>
            <a:ext cx="781560" cy="9720"/>
          </a:xfrm>
          <a:custGeom>
            <a:avLst/>
            <a:gdLst/>
            <a:ahLst/>
            <a:rect l="0" t="0" r="r" b="b"/>
            <a:pathLst>
              <a:path w="2171" h="27">
                <a:moveTo>
                  <a:pt x="0" y="0"/>
                </a:moveTo>
                <a:lnTo>
                  <a:pt x="2171" y="0"/>
                </a:lnTo>
                <a:lnTo>
                  <a:pt x="21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1342800" y="3571560"/>
            <a:ext cx="10440" cy="371880"/>
          </a:xfrm>
          <a:custGeom>
            <a:avLst/>
            <a:gdLst/>
            <a:ahLst/>
            <a:rect l="0" t="0" r="r" b="b"/>
            <a:pathLst>
              <a:path w="29" h="1033">
                <a:moveTo>
                  <a:pt x="0" y="0"/>
                </a:moveTo>
                <a:lnTo>
                  <a:pt x="29" y="0"/>
                </a:lnTo>
                <a:lnTo>
                  <a:pt x="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1352520" y="3562200"/>
            <a:ext cx="2714760" cy="9720"/>
          </a:xfrm>
          <a:custGeom>
            <a:avLst/>
            <a:gdLst/>
            <a:ahLst/>
            <a:rect l="0" t="0" r="r" b="b"/>
            <a:pathLst>
              <a:path w="7541" h="27">
                <a:moveTo>
                  <a:pt x="0" y="0"/>
                </a:moveTo>
                <a:lnTo>
                  <a:pt x="7541" y="0"/>
                </a:lnTo>
                <a:lnTo>
                  <a:pt x="75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405756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4066920" y="3562200"/>
            <a:ext cx="762480" cy="9720"/>
          </a:xfrm>
          <a:custGeom>
            <a:avLst/>
            <a:gdLst/>
            <a:ahLst/>
            <a:rect l="0" t="0" r="r" b="b"/>
            <a:pathLst>
              <a:path w="2118" h="27">
                <a:moveTo>
                  <a:pt x="0" y="0"/>
                </a:moveTo>
                <a:lnTo>
                  <a:pt x="2118" y="0"/>
                </a:lnTo>
                <a:lnTo>
                  <a:pt x="21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481932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5713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571320" y="3933720"/>
            <a:ext cx="781560" cy="9720"/>
          </a:xfrm>
          <a:custGeom>
            <a:avLst/>
            <a:gdLst/>
            <a:ahLst/>
            <a:rect l="0" t="0" r="r" b="b"/>
            <a:pathLst>
              <a:path w="2171" h="27">
                <a:moveTo>
                  <a:pt x="0" y="0"/>
                </a:moveTo>
                <a:lnTo>
                  <a:pt x="2171" y="0"/>
                </a:lnTo>
                <a:lnTo>
                  <a:pt x="21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1342800" y="3943080"/>
            <a:ext cx="10440" cy="371880"/>
          </a:xfrm>
          <a:custGeom>
            <a:avLst/>
            <a:gdLst/>
            <a:ahLst/>
            <a:rect l="0" t="0" r="r" b="b"/>
            <a:pathLst>
              <a:path w="29" h="1033">
                <a:moveTo>
                  <a:pt x="0" y="0"/>
                </a:moveTo>
                <a:lnTo>
                  <a:pt x="29" y="0"/>
                </a:lnTo>
                <a:lnTo>
                  <a:pt x="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1352520" y="3933720"/>
            <a:ext cx="2714760" cy="9720"/>
          </a:xfrm>
          <a:custGeom>
            <a:avLst/>
            <a:gdLst/>
            <a:ahLst/>
            <a:rect l="0" t="0" r="r" b="b"/>
            <a:pathLst>
              <a:path w="7541" h="27">
                <a:moveTo>
                  <a:pt x="0" y="0"/>
                </a:moveTo>
                <a:lnTo>
                  <a:pt x="7541" y="0"/>
                </a:lnTo>
                <a:lnTo>
                  <a:pt x="75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405756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4066920" y="3933720"/>
            <a:ext cx="762480" cy="9720"/>
          </a:xfrm>
          <a:custGeom>
            <a:avLst/>
            <a:gdLst/>
            <a:ahLst/>
            <a:rect l="0" t="0" r="r" b="b"/>
            <a:pathLst>
              <a:path w="2118" h="27">
                <a:moveTo>
                  <a:pt x="0" y="0"/>
                </a:moveTo>
                <a:lnTo>
                  <a:pt x="2118" y="0"/>
                </a:lnTo>
                <a:lnTo>
                  <a:pt x="21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481932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5713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571320" y="4305240"/>
            <a:ext cx="781560" cy="9720"/>
          </a:xfrm>
          <a:custGeom>
            <a:avLst/>
            <a:gdLst/>
            <a:ahLst/>
            <a:rect l="0" t="0" r="r" b="b"/>
            <a:pathLst>
              <a:path w="2171" h="27">
                <a:moveTo>
                  <a:pt x="0" y="0"/>
                </a:moveTo>
                <a:lnTo>
                  <a:pt x="2171" y="0"/>
                </a:lnTo>
                <a:lnTo>
                  <a:pt x="21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1342800" y="4314600"/>
            <a:ext cx="10440" cy="371880"/>
          </a:xfrm>
          <a:custGeom>
            <a:avLst/>
            <a:gdLst/>
            <a:ahLst/>
            <a:rect l="0" t="0" r="r" b="b"/>
            <a:pathLst>
              <a:path w="29" h="1033">
                <a:moveTo>
                  <a:pt x="0" y="0"/>
                </a:moveTo>
                <a:lnTo>
                  <a:pt x="29" y="0"/>
                </a:lnTo>
                <a:lnTo>
                  <a:pt x="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1352520" y="4305240"/>
            <a:ext cx="2714760" cy="9720"/>
          </a:xfrm>
          <a:custGeom>
            <a:avLst/>
            <a:gdLst/>
            <a:ahLst/>
            <a:rect l="0" t="0" r="r" b="b"/>
            <a:pathLst>
              <a:path w="7541" h="27">
                <a:moveTo>
                  <a:pt x="0" y="0"/>
                </a:moveTo>
                <a:lnTo>
                  <a:pt x="7541" y="0"/>
                </a:lnTo>
                <a:lnTo>
                  <a:pt x="75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405756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4066920" y="4305240"/>
            <a:ext cx="762480" cy="9720"/>
          </a:xfrm>
          <a:custGeom>
            <a:avLst/>
            <a:gdLst/>
            <a:ahLst/>
            <a:rect l="0" t="0" r="r" b="b"/>
            <a:pathLst>
              <a:path w="2118" h="27">
                <a:moveTo>
                  <a:pt x="0" y="0"/>
                </a:moveTo>
                <a:lnTo>
                  <a:pt x="2118" y="0"/>
                </a:lnTo>
                <a:lnTo>
                  <a:pt x="21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481932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571320" y="4676760"/>
            <a:ext cx="781560" cy="9720"/>
          </a:xfrm>
          <a:custGeom>
            <a:avLst/>
            <a:gdLst/>
            <a:ahLst/>
            <a:rect l="0" t="0" r="r" b="b"/>
            <a:pathLst>
              <a:path w="2171" h="27">
                <a:moveTo>
                  <a:pt x="0" y="0"/>
                </a:moveTo>
                <a:lnTo>
                  <a:pt x="2171" y="0"/>
                </a:lnTo>
                <a:lnTo>
                  <a:pt x="21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1352520" y="4676760"/>
            <a:ext cx="2714760" cy="9720"/>
          </a:xfrm>
          <a:custGeom>
            <a:avLst/>
            <a:gdLst/>
            <a:ahLst/>
            <a:rect l="0" t="0" r="r" b="b"/>
            <a:pathLst>
              <a:path w="7541" h="27">
                <a:moveTo>
                  <a:pt x="0" y="0"/>
                </a:moveTo>
                <a:lnTo>
                  <a:pt x="7541" y="0"/>
                </a:lnTo>
                <a:lnTo>
                  <a:pt x="75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4066920" y="4676760"/>
            <a:ext cx="762480" cy="9720"/>
          </a:xfrm>
          <a:custGeom>
            <a:avLst/>
            <a:gdLst/>
            <a:ahLst/>
            <a:rect l="0" t="0" r="r" b="b"/>
            <a:pathLst>
              <a:path w="2118" h="27">
                <a:moveTo>
                  <a:pt x="0" y="0"/>
                </a:moveTo>
                <a:lnTo>
                  <a:pt x="2118" y="0"/>
                </a:lnTo>
                <a:lnTo>
                  <a:pt x="21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571320" y="1859400"/>
            <a:ext cx="17197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社媒内容矩阵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70488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平台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147636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⽅向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419076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频率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704880" y="288540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⼩红书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1476360" y="2885400"/>
            <a:ext cx="2467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转型⽇记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镜⾯墙打卡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穿搭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4190760" y="2885400"/>
            <a:ext cx="54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每周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704880" y="325692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抖⾳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1476360" y="3256920"/>
            <a:ext cx="2638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课程⽚段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教练讲解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会员挑战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4190760" y="3256920"/>
            <a:ext cx="54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每周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704880" y="362844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视频号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1476360" y="3628440"/>
            <a:ext cx="2041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会员故事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vlog 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品牌⽇常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4190760" y="3628440"/>
            <a:ext cx="54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每周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704880" y="3999600"/>
            <a:ext cx="393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B </a:t>
            </a:r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站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1476360" y="3999600"/>
            <a:ext cx="2370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训练科普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AI 9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分钟设计幕后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4190760" y="3999600"/>
            <a:ext cx="54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每⽉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704880" y="437112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公众号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1476360" y="4371120"/>
            <a:ext cx="2297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课表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会员故事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运营通知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4190760" y="4371120"/>
            <a:ext cx="515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每周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营销团队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1182276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580680" y="2257200"/>
            <a:ext cx="619560" cy="381240"/>
          </a:xfrm>
          <a:custGeom>
            <a:avLst/>
            <a:gdLst/>
            <a:ahLst/>
            <a:rect l="0" t="0" r="r" b="b"/>
            <a:pathLst>
              <a:path w="1721" h="1059">
                <a:moveTo>
                  <a:pt x="0" y="0"/>
                </a:moveTo>
                <a:lnTo>
                  <a:pt x="1721" y="0"/>
                </a:lnTo>
                <a:lnTo>
                  <a:pt x="172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1199880" y="2257200"/>
            <a:ext cx="3877200" cy="381240"/>
          </a:xfrm>
          <a:custGeom>
            <a:avLst/>
            <a:gdLst/>
            <a:ahLst/>
            <a:rect l="0" t="0" r="r" b="b"/>
            <a:pathLst>
              <a:path w="10770" h="1059">
                <a:moveTo>
                  <a:pt x="0" y="0"/>
                </a:moveTo>
                <a:lnTo>
                  <a:pt x="10770" y="0"/>
                </a:lnTo>
                <a:lnTo>
                  <a:pt x="1077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580680" y="2257200"/>
            <a:ext cx="619560" cy="381240"/>
          </a:xfrm>
          <a:custGeom>
            <a:avLst/>
            <a:gdLst/>
            <a:ahLst/>
            <a:rect l="0" t="0" r="r" b="b"/>
            <a:pathLst>
              <a:path w="1721" h="1059">
                <a:moveTo>
                  <a:pt x="0" y="0"/>
                </a:moveTo>
                <a:lnTo>
                  <a:pt x="1721" y="0"/>
                </a:lnTo>
                <a:lnTo>
                  <a:pt x="172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1199880" y="2257200"/>
            <a:ext cx="3877200" cy="381240"/>
          </a:xfrm>
          <a:custGeom>
            <a:avLst/>
            <a:gdLst/>
            <a:ahLst/>
            <a:rect l="0" t="0" r="r" b="b"/>
            <a:pathLst>
              <a:path w="10770" h="1059">
                <a:moveTo>
                  <a:pt x="0" y="0"/>
                </a:moveTo>
                <a:lnTo>
                  <a:pt x="10770" y="0"/>
                </a:lnTo>
                <a:lnTo>
                  <a:pt x="1077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580680" y="2638080"/>
            <a:ext cx="619560" cy="371880"/>
          </a:xfrm>
          <a:custGeom>
            <a:avLst/>
            <a:gdLst/>
            <a:ahLst/>
            <a:rect l="0" t="0" r="r" b="b"/>
            <a:pathLst>
              <a:path w="1721" h="1033">
                <a:moveTo>
                  <a:pt x="0" y="0"/>
                </a:moveTo>
                <a:lnTo>
                  <a:pt x="1721" y="0"/>
                </a:lnTo>
                <a:lnTo>
                  <a:pt x="17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1199880" y="2638080"/>
            <a:ext cx="3877200" cy="371880"/>
          </a:xfrm>
          <a:custGeom>
            <a:avLst/>
            <a:gdLst/>
            <a:ahLst/>
            <a:rect l="0" t="0" r="r" b="b"/>
            <a:pathLst>
              <a:path w="10770" h="1033">
                <a:moveTo>
                  <a:pt x="0" y="0"/>
                </a:moveTo>
                <a:lnTo>
                  <a:pt x="10770" y="0"/>
                </a:lnTo>
                <a:lnTo>
                  <a:pt x="1077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580680" y="3009600"/>
            <a:ext cx="619560" cy="371880"/>
          </a:xfrm>
          <a:custGeom>
            <a:avLst/>
            <a:gdLst/>
            <a:ahLst/>
            <a:rect l="0" t="0" r="r" b="b"/>
            <a:pathLst>
              <a:path w="1721" h="1033">
                <a:moveTo>
                  <a:pt x="0" y="0"/>
                </a:moveTo>
                <a:lnTo>
                  <a:pt x="1721" y="0"/>
                </a:lnTo>
                <a:lnTo>
                  <a:pt x="17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1199880" y="3009600"/>
            <a:ext cx="3877200" cy="371880"/>
          </a:xfrm>
          <a:custGeom>
            <a:avLst/>
            <a:gdLst/>
            <a:ahLst/>
            <a:rect l="0" t="0" r="r" b="b"/>
            <a:pathLst>
              <a:path w="10770" h="1033">
                <a:moveTo>
                  <a:pt x="0" y="0"/>
                </a:moveTo>
                <a:lnTo>
                  <a:pt x="10770" y="0"/>
                </a:lnTo>
                <a:lnTo>
                  <a:pt x="1077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580680" y="3381120"/>
            <a:ext cx="619560" cy="371880"/>
          </a:xfrm>
          <a:custGeom>
            <a:avLst/>
            <a:gdLst/>
            <a:ahLst/>
            <a:rect l="0" t="0" r="r" b="b"/>
            <a:pathLst>
              <a:path w="1721" h="1033">
                <a:moveTo>
                  <a:pt x="0" y="0"/>
                </a:moveTo>
                <a:lnTo>
                  <a:pt x="1721" y="0"/>
                </a:lnTo>
                <a:lnTo>
                  <a:pt x="17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1199880" y="3381120"/>
            <a:ext cx="3877200" cy="371880"/>
          </a:xfrm>
          <a:custGeom>
            <a:avLst/>
            <a:gdLst/>
            <a:ahLst/>
            <a:rect l="0" t="0" r="r" b="b"/>
            <a:pathLst>
              <a:path w="10770" h="1033">
                <a:moveTo>
                  <a:pt x="0" y="0"/>
                </a:moveTo>
                <a:lnTo>
                  <a:pt x="10770" y="0"/>
                </a:lnTo>
                <a:lnTo>
                  <a:pt x="1077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580680" y="3752640"/>
            <a:ext cx="619560" cy="371880"/>
          </a:xfrm>
          <a:custGeom>
            <a:avLst/>
            <a:gdLst/>
            <a:ahLst/>
            <a:rect l="0" t="0" r="r" b="b"/>
            <a:pathLst>
              <a:path w="1721" h="1033">
                <a:moveTo>
                  <a:pt x="0" y="0"/>
                </a:moveTo>
                <a:lnTo>
                  <a:pt x="1721" y="0"/>
                </a:lnTo>
                <a:lnTo>
                  <a:pt x="17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1199880" y="3752640"/>
            <a:ext cx="3877200" cy="371880"/>
          </a:xfrm>
          <a:custGeom>
            <a:avLst/>
            <a:gdLst/>
            <a:ahLst/>
            <a:rect l="0" t="0" r="r" b="b"/>
            <a:pathLst>
              <a:path w="10770" h="1033">
                <a:moveTo>
                  <a:pt x="0" y="0"/>
                </a:moveTo>
                <a:lnTo>
                  <a:pt x="10770" y="0"/>
                </a:lnTo>
                <a:lnTo>
                  <a:pt x="1077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580680" y="4124160"/>
            <a:ext cx="619560" cy="371880"/>
          </a:xfrm>
          <a:custGeom>
            <a:avLst/>
            <a:gdLst/>
            <a:ahLst/>
            <a:rect l="0" t="0" r="r" b="b"/>
            <a:pathLst>
              <a:path w="1721" h="1033">
                <a:moveTo>
                  <a:pt x="0" y="0"/>
                </a:moveTo>
                <a:lnTo>
                  <a:pt x="1721" y="0"/>
                </a:lnTo>
                <a:lnTo>
                  <a:pt x="17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1199880" y="4124160"/>
            <a:ext cx="3877200" cy="371880"/>
          </a:xfrm>
          <a:custGeom>
            <a:avLst/>
            <a:gdLst/>
            <a:ahLst/>
            <a:rect l="0" t="0" r="r" b="b"/>
            <a:pathLst>
              <a:path w="10770" h="1033">
                <a:moveTo>
                  <a:pt x="0" y="0"/>
                </a:moveTo>
                <a:lnTo>
                  <a:pt x="10770" y="0"/>
                </a:lnTo>
                <a:lnTo>
                  <a:pt x="1077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580680" y="4495680"/>
            <a:ext cx="619560" cy="371880"/>
          </a:xfrm>
          <a:custGeom>
            <a:avLst/>
            <a:gdLst/>
            <a:ahLst/>
            <a:rect l="0" t="0" r="r" b="b"/>
            <a:pathLst>
              <a:path w="1721" h="1033">
                <a:moveTo>
                  <a:pt x="0" y="0"/>
                </a:moveTo>
                <a:lnTo>
                  <a:pt x="1721" y="0"/>
                </a:lnTo>
                <a:lnTo>
                  <a:pt x="17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1199880" y="4495680"/>
            <a:ext cx="3877200" cy="371880"/>
          </a:xfrm>
          <a:custGeom>
            <a:avLst/>
            <a:gdLst/>
            <a:ahLst/>
            <a:rect l="0" t="0" r="r" b="b"/>
            <a:pathLst>
              <a:path w="10770" h="1033">
                <a:moveTo>
                  <a:pt x="0" y="0"/>
                </a:moveTo>
                <a:lnTo>
                  <a:pt x="10770" y="0"/>
                </a:lnTo>
                <a:lnTo>
                  <a:pt x="1077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57132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571320" y="2257200"/>
            <a:ext cx="628920" cy="10080"/>
          </a:xfrm>
          <a:custGeom>
            <a:avLst/>
            <a:gdLst/>
            <a:ahLst/>
            <a:rect l="0" t="0" r="r" b="b"/>
            <a:pathLst>
              <a:path w="1747" h="28">
                <a:moveTo>
                  <a:pt x="0" y="0"/>
                </a:moveTo>
                <a:lnTo>
                  <a:pt x="1747" y="0"/>
                </a:lnTo>
                <a:lnTo>
                  <a:pt x="1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119052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1199880" y="2257200"/>
            <a:ext cx="3886560" cy="10080"/>
          </a:xfrm>
          <a:custGeom>
            <a:avLst/>
            <a:gdLst/>
            <a:ahLst/>
            <a:rect l="0" t="0" r="r" b="b"/>
            <a:pathLst>
              <a:path w="10796" h="28">
                <a:moveTo>
                  <a:pt x="0" y="0"/>
                </a:moveTo>
                <a:lnTo>
                  <a:pt x="10796" y="0"/>
                </a:lnTo>
                <a:lnTo>
                  <a:pt x="107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507672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571320" y="2628720"/>
            <a:ext cx="628920" cy="9720"/>
          </a:xfrm>
          <a:custGeom>
            <a:avLst/>
            <a:gdLst/>
            <a:ahLst/>
            <a:rect l="0" t="0" r="r" b="b"/>
            <a:pathLst>
              <a:path w="1747" h="27">
                <a:moveTo>
                  <a:pt x="0" y="0"/>
                </a:moveTo>
                <a:lnTo>
                  <a:pt x="1747" y="0"/>
                </a:lnTo>
                <a:lnTo>
                  <a:pt x="1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1199880" y="2628720"/>
            <a:ext cx="3886560" cy="9720"/>
          </a:xfrm>
          <a:custGeom>
            <a:avLst/>
            <a:gdLst/>
            <a:ahLst/>
            <a:rect l="0" t="0" r="r" b="b"/>
            <a:pathLst>
              <a:path w="10796" h="27">
                <a:moveTo>
                  <a:pt x="0" y="0"/>
                </a:moveTo>
                <a:lnTo>
                  <a:pt x="10796" y="0"/>
                </a:lnTo>
                <a:lnTo>
                  <a:pt x="107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5713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11905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50767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571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571320" y="3000240"/>
            <a:ext cx="628920" cy="9720"/>
          </a:xfrm>
          <a:custGeom>
            <a:avLst/>
            <a:gdLst/>
            <a:ahLst/>
            <a:rect l="0" t="0" r="r" b="b"/>
            <a:pathLst>
              <a:path w="1747" h="27">
                <a:moveTo>
                  <a:pt x="0" y="0"/>
                </a:moveTo>
                <a:lnTo>
                  <a:pt x="1747" y="0"/>
                </a:lnTo>
                <a:lnTo>
                  <a:pt x="1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11905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1199880" y="3000240"/>
            <a:ext cx="3886560" cy="9720"/>
          </a:xfrm>
          <a:custGeom>
            <a:avLst/>
            <a:gdLst/>
            <a:ahLst/>
            <a:rect l="0" t="0" r="r" b="b"/>
            <a:pathLst>
              <a:path w="10796" h="27">
                <a:moveTo>
                  <a:pt x="0" y="0"/>
                </a:moveTo>
                <a:lnTo>
                  <a:pt x="10796" y="0"/>
                </a:lnTo>
                <a:lnTo>
                  <a:pt x="107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50767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571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571320" y="3371760"/>
            <a:ext cx="628920" cy="9720"/>
          </a:xfrm>
          <a:custGeom>
            <a:avLst/>
            <a:gdLst/>
            <a:ahLst/>
            <a:rect l="0" t="0" r="r" b="b"/>
            <a:pathLst>
              <a:path w="1747" h="27">
                <a:moveTo>
                  <a:pt x="0" y="0"/>
                </a:moveTo>
                <a:lnTo>
                  <a:pt x="1747" y="0"/>
                </a:lnTo>
                <a:lnTo>
                  <a:pt x="1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11905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1199880" y="3371760"/>
            <a:ext cx="3886560" cy="9720"/>
          </a:xfrm>
          <a:custGeom>
            <a:avLst/>
            <a:gdLst/>
            <a:ahLst/>
            <a:rect l="0" t="0" r="r" b="b"/>
            <a:pathLst>
              <a:path w="10796" h="27">
                <a:moveTo>
                  <a:pt x="0" y="0"/>
                </a:moveTo>
                <a:lnTo>
                  <a:pt x="10796" y="0"/>
                </a:lnTo>
                <a:lnTo>
                  <a:pt x="107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50767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571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571320" y="3743280"/>
            <a:ext cx="628920" cy="9720"/>
          </a:xfrm>
          <a:custGeom>
            <a:avLst/>
            <a:gdLst/>
            <a:ahLst/>
            <a:rect l="0" t="0" r="r" b="b"/>
            <a:pathLst>
              <a:path w="1747" h="27">
                <a:moveTo>
                  <a:pt x="0" y="0"/>
                </a:moveTo>
                <a:lnTo>
                  <a:pt x="1747" y="0"/>
                </a:lnTo>
                <a:lnTo>
                  <a:pt x="1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11905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1199880" y="3743280"/>
            <a:ext cx="3886560" cy="9720"/>
          </a:xfrm>
          <a:custGeom>
            <a:avLst/>
            <a:gdLst/>
            <a:ahLst/>
            <a:rect l="0" t="0" r="r" b="b"/>
            <a:pathLst>
              <a:path w="10796" h="27">
                <a:moveTo>
                  <a:pt x="0" y="0"/>
                </a:moveTo>
                <a:lnTo>
                  <a:pt x="10796" y="0"/>
                </a:lnTo>
                <a:lnTo>
                  <a:pt x="107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50767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571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571320" y="4114440"/>
            <a:ext cx="628920" cy="10080"/>
          </a:xfrm>
          <a:custGeom>
            <a:avLst/>
            <a:gdLst/>
            <a:ahLst/>
            <a:rect l="0" t="0" r="r" b="b"/>
            <a:pathLst>
              <a:path w="1747" h="28">
                <a:moveTo>
                  <a:pt x="0" y="0"/>
                </a:moveTo>
                <a:lnTo>
                  <a:pt x="1747" y="0"/>
                </a:lnTo>
                <a:lnTo>
                  <a:pt x="1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11905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1199880" y="4114440"/>
            <a:ext cx="3886560" cy="10080"/>
          </a:xfrm>
          <a:custGeom>
            <a:avLst/>
            <a:gdLst/>
            <a:ahLst/>
            <a:rect l="0" t="0" r="r" b="b"/>
            <a:pathLst>
              <a:path w="10796" h="28">
                <a:moveTo>
                  <a:pt x="0" y="0"/>
                </a:moveTo>
                <a:lnTo>
                  <a:pt x="10796" y="0"/>
                </a:lnTo>
                <a:lnTo>
                  <a:pt x="107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50767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57132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571320" y="4485960"/>
            <a:ext cx="628920" cy="10080"/>
          </a:xfrm>
          <a:custGeom>
            <a:avLst/>
            <a:gdLst/>
            <a:ahLst/>
            <a:rect l="0" t="0" r="r" b="b"/>
            <a:pathLst>
              <a:path w="1747" h="28">
                <a:moveTo>
                  <a:pt x="0" y="0"/>
                </a:moveTo>
                <a:lnTo>
                  <a:pt x="1747" y="0"/>
                </a:lnTo>
                <a:lnTo>
                  <a:pt x="1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119052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1199880" y="4485960"/>
            <a:ext cx="3886560" cy="10080"/>
          </a:xfrm>
          <a:custGeom>
            <a:avLst/>
            <a:gdLst/>
            <a:ahLst/>
            <a:rect l="0" t="0" r="r" b="b"/>
            <a:pathLst>
              <a:path w="10796" h="28">
                <a:moveTo>
                  <a:pt x="0" y="0"/>
                </a:moveTo>
                <a:lnTo>
                  <a:pt x="10796" y="0"/>
                </a:lnTo>
                <a:lnTo>
                  <a:pt x="107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507672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571320" y="4867200"/>
            <a:ext cx="628920" cy="9720"/>
          </a:xfrm>
          <a:custGeom>
            <a:avLst/>
            <a:gdLst/>
            <a:ahLst/>
            <a:rect l="0" t="0" r="r" b="b"/>
            <a:pathLst>
              <a:path w="1747" h="27">
                <a:moveTo>
                  <a:pt x="0" y="0"/>
                </a:moveTo>
                <a:lnTo>
                  <a:pt x="1747" y="0"/>
                </a:lnTo>
                <a:lnTo>
                  <a:pt x="1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1199880" y="4867200"/>
            <a:ext cx="3886560" cy="9720"/>
          </a:xfrm>
          <a:custGeom>
            <a:avLst/>
            <a:gdLst/>
            <a:ahLst/>
            <a:rect l="0" t="0" r="r" b="b"/>
            <a:pathLst>
              <a:path w="10796" h="27">
                <a:moveTo>
                  <a:pt x="0" y="0"/>
                </a:moveTo>
                <a:lnTo>
                  <a:pt x="10796" y="0"/>
                </a:lnTo>
                <a:lnTo>
                  <a:pt x="107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571320" y="1668600"/>
            <a:ext cx="30067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开业营销节奏（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6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周）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704880" y="232344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132804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活动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704880" y="2694960"/>
            <a:ext cx="365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W-4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1328040" y="2694960"/>
            <a:ext cx="3893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官宣海报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⼩红书悬念贴（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"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家附近有件⼤事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"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704880" y="3066120"/>
            <a:ext cx="365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W-3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1328040" y="3066120"/>
            <a:ext cx="3331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会员早⻦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399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元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⽉体验卡（限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50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名）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704880" y="3437640"/>
            <a:ext cx="365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W-2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1328040" y="3437640"/>
            <a:ext cx="2361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教练阵容发布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免费体验报名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704880" y="3809160"/>
            <a:ext cx="331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W-1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1328040" y="3809160"/>
            <a:ext cx="2897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试营业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种⼦会员体验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KOC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探店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704880" y="4180680"/>
            <a:ext cx="261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1328040" y="4180680"/>
            <a:ext cx="3215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开业⽇活动（签到领券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会员打卡挑战）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704880" y="4552200"/>
            <a:ext cx="365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W+2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1328040" y="4552200"/>
            <a:ext cx="3179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天转型挑战（镜⾯墙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Before/After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营销团队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580680" y="2095200"/>
            <a:ext cx="1629360" cy="371880"/>
          </a:xfrm>
          <a:custGeom>
            <a:avLst/>
            <a:gdLst/>
            <a:ahLst/>
            <a:rect l="0" t="0" r="r" b="b"/>
            <a:pathLst>
              <a:path w="4526" h="1033">
                <a:moveTo>
                  <a:pt x="0" y="0"/>
                </a:moveTo>
                <a:lnTo>
                  <a:pt x="4526" y="0"/>
                </a:lnTo>
                <a:lnTo>
                  <a:pt x="452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2209680" y="2095200"/>
            <a:ext cx="3772080" cy="371880"/>
          </a:xfrm>
          <a:custGeom>
            <a:avLst/>
            <a:gdLst/>
            <a:ahLst/>
            <a:rect l="0" t="0" r="r" b="b"/>
            <a:pathLst>
              <a:path w="10478" h="1033">
                <a:moveTo>
                  <a:pt x="0" y="0"/>
                </a:moveTo>
                <a:lnTo>
                  <a:pt x="10478" y="0"/>
                </a:lnTo>
                <a:lnTo>
                  <a:pt x="1047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5981400" y="209520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580680" y="2095200"/>
            <a:ext cx="1629360" cy="371880"/>
          </a:xfrm>
          <a:custGeom>
            <a:avLst/>
            <a:gdLst/>
            <a:ahLst/>
            <a:rect l="0" t="0" r="r" b="b"/>
            <a:pathLst>
              <a:path w="4526" h="1033">
                <a:moveTo>
                  <a:pt x="0" y="0"/>
                </a:moveTo>
                <a:lnTo>
                  <a:pt x="4526" y="0"/>
                </a:lnTo>
                <a:lnTo>
                  <a:pt x="452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2209680" y="2095200"/>
            <a:ext cx="3772080" cy="371880"/>
          </a:xfrm>
          <a:custGeom>
            <a:avLst/>
            <a:gdLst/>
            <a:ahLst/>
            <a:rect l="0" t="0" r="r" b="b"/>
            <a:pathLst>
              <a:path w="10478" h="1033">
                <a:moveTo>
                  <a:pt x="0" y="0"/>
                </a:moveTo>
                <a:lnTo>
                  <a:pt x="10478" y="0"/>
                </a:lnTo>
                <a:lnTo>
                  <a:pt x="1047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5981400" y="209520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580680" y="2466720"/>
            <a:ext cx="1629360" cy="429120"/>
          </a:xfrm>
          <a:custGeom>
            <a:avLst/>
            <a:gdLst/>
            <a:ahLst/>
            <a:rect l="0" t="0" r="r" b="b"/>
            <a:pathLst>
              <a:path w="4526" h="1192">
                <a:moveTo>
                  <a:pt x="0" y="0"/>
                </a:moveTo>
                <a:lnTo>
                  <a:pt x="4526" y="0"/>
                </a:lnTo>
                <a:lnTo>
                  <a:pt x="4526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2209680" y="2466720"/>
            <a:ext cx="3772080" cy="429120"/>
          </a:xfrm>
          <a:custGeom>
            <a:avLst/>
            <a:gdLst/>
            <a:ahLst/>
            <a:rect l="0" t="0" r="r" b="b"/>
            <a:pathLst>
              <a:path w="10478" h="1192">
                <a:moveTo>
                  <a:pt x="0" y="0"/>
                </a:moveTo>
                <a:lnTo>
                  <a:pt x="10478" y="0"/>
                </a:lnTo>
                <a:lnTo>
                  <a:pt x="1047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5981400" y="2466720"/>
            <a:ext cx="1114920" cy="429120"/>
          </a:xfrm>
          <a:custGeom>
            <a:avLst/>
            <a:gdLst/>
            <a:ahLst/>
            <a:rect l="0" t="0" r="r" b="b"/>
            <a:pathLst>
              <a:path w="3097" h="1192">
                <a:moveTo>
                  <a:pt x="0" y="0"/>
                </a:moveTo>
                <a:lnTo>
                  <a:pt x="3097" y="0"/>
                </a:lnTo>
                <a:lnTo>
                  <a:pt x="309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580680" y="2895480"/>
            <a:ext cx="1629360" cy="428760"/>
          </a:xfrm>
          <a:custGeom>
            <a:avLst/>
            <a:gdLst/>
            <a:ahLst/>
            <a:rect l="0" t="0" r="r" b="b"/>
            <a:pathLst>
              <a:path w="4526" h="1191">
                <a:moveTo>
                  <a:pt x="0" y="0"/>
                </a:moveTo>
                <a:lnTo>
                  <a:pt x="4526" y="0"/>
                </a:lnTo>
                <a:lnTo>
                  <a:pt x="4526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2209680" y="2895480"/>
            <a:ext cx="3772080" cy="428760"/>
          </a:xfrm>
          <a:custGeom>
            <a:avLst/>
            <a:gdLst/>
            <a:ahLst/>
            <a:rect l="0" t="0" r="r" b="b"/>
            <a:pathLst>
              <a:path w="10478" h="1191">
                <a:moveTo>
                  <a:pt x="0" y="0"/>
                </a:moveTo>
                <a:lnTo>
                  <a:pt x="10478" y="0"/>
                </a:lnTo>
                <a:lnTo>
                  <a:pt x="1047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5981400" y="2895480"/>
            <a:ext cx="1114920" cy="428760"/>
          </a:xfrm>
          <a:custGeom>
            <a:avLst/>
            <a:gdLst/>
            <a:ahLst/>
            <a:rect l="0" t="0" r="r" b="b"/>
            <a:pathLst>
              <a:path w="3097" h="1191">
                <a:moveTo>
                  <a:pt x="0" y="0"/>
                </a:moveTo>
                <a:lnTo>
                  <a:pt x="3097" y="0"/>
                </a:lnTo>
                <a:lnTo>
                  <a:pt x="309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580680" y="3323880"/>
            <a:ext cx="1629360" cy="429120"/>
          </a:xfrm>
          <a:custGeom>
            <a:avLst/>
            <a:gdLst/>
            <a:ahLst/>
            <a:rect l="0" t="0" r="r" b="b"/>
            <a:pathLst>
              <a:path w="4526" h="1192">
                <a:moveTo>
                  <a:pt x="0" y="0"/>
                </a:moveTo>
                <a:lnTo>
                  <a:pt x="4526" y="0"/>
                </a:lnTo>
                <a:lnTo>
                  <a:pt x="4526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2209680" y="3323880"/>
            <a:ext cx="3772080" cy="429120"/>
          </a:xfrm>
          <a:custGeom>
            <a:avLst/>
            <a:gdLst/>
            <a:ahLst/>
            <a:rect l="0" t="0" r="r" b="b"/>
            <a:pathLst>
              <a:path w="10478" h="1192">
                <a:moveTo>
                  <a:pt x="0" y="0"/>
                </a:moveTo>
                <a:lnTo>
                  <a:pt x="10478" y="0"/>
                </a:lnTo>
                <a:lnTo>
                  <a:pt x="1047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5981400" y="3323880"/>
            <a:ext cx="1114920" cy="429120"/>
          </a:xfrm>
          <a:custGeom>
            <a:avLst/>
            <a:gdLst/>
            <a:ahLst/>
            <a:rect l="0" t="0" r="r" b="b"/>
            <a:pathLst>
              <a:path w="3097" h="1192">
                <a:moveTo>
                  <a:pt x="0" y="0"/>
                </a:moveTo>
                <a:lnTo>
                  <a:pt x="3097" y="0"/>
                </a:lnTo>
                <a:lnTo>
                  <a:pt x="309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580680" y="3752640"/>
            <a:ext cx="1629360" cy="429120"/>
          </a:xfrm>
          <a:custGeom>
            <a:avLst/>
            <a:gdLst/>
            <a:ahLst/>
            <a:rect l="0" t="0" r="r" b="b"/>
            <a:pathLst>
              <a:path w="4526" h="1192">
                <a:moveTo>
                  <a:pt x="0" y="0"/>
                </a:moveTo>
                <a:lnTo>
                  <a:pt x="4526" y="0"/>
                </a:lnTo>
                <a:lnTo>
                  <a:pt x="4526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2209680" y="3752640"/>
            <a:ext cx="3772080" cy="429120"/>
          </a:xfrm>
          <a:custGeom>
            <a:avLst/>
            <a:gdLst/>
            <a:ahLst/>
            <a:rect l="0" t="0" r="r" b="b"/>
            <a:pathLst>
              <a:path w="10478" h="1192">
                <a:moveTo>
                  <a:pt x="0" y="0"/>
                </a:moveTo>
                <a:lnTo>
                  <a:pt x="10478" y="0"/>
                </a:lnTo>
                <a:lnTo>
                  <a:pt x="1047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5981400" y="3752640"/>
            <a:ext cx="1114920" cy="429120"/>
          </a:xfrm>
          <a:custGeom>
            <a:avLst/>
            <a:gdLst/>
            <a:ahLst/>
            <a:rect l="0" t="0" r="r" b="b"/>
            <a:pathLst>
              <a:path w="3097" h="1192">
                <a:moveTo>
                  <a:pt x="0" y="0"/>
                </a:moveTo>
                <a:lnTo>
                  <a:pt x="3097" y="0"/>
                </a:lnTo>
                <a:lnTo>
                  <a:pt x="309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580680" y="4181400"/>
            <a:ext cx="1629360" cy="428760"/>
          </a:xfrm>
          <a:custGeom>
            <a:avLst/>
            <a:gdLst/>
            <a:ahLst/>
            <a:rect l="0" t="0" r="r" b="b"/>
            <a:pathLst>
              <a:path w="4526" h="1191">
                <a:moveTo>
                  <a:pt x="0" y="0"/>
                </a:moveTo>
                <a:lnTo>
                  <a:pt x="4526" y="0"/>
                </a:lnTo>
                <a:lnTo>
                  <a:pt x="4526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2209680" y="4181400"/>
            <a:ext cx="3772080" cy="428760"/>
          </a:xfrm>
          <a:custGeom>
            <a:avLst/>
            <a:gdLst/>
            <a:ahLst/>
            <a:rect l="0" t="0" r="r" b="b"/>
            <a:pathLst>
              <a:path w="10478" h="1191">
                <a:moveTo>
                  <a:pt x="0" y="0"/>
                </a:moveTo>
                <a:lnTo>
                  <a:pt x="10478" y="0"/>
                </a:lnTo>
                <a:lnTo>
                  <a:pt x="1047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5981400" y="4181400"/>
            <a:ext cx="1114920" cy="428760"/>
          </a:xfrm>
          <a:custGeom>
            <a:avLst/>
            <a:gdLst/>
            <a:ahLst/>
            <a:rect l="0" t="0" r="r" b="b"/>
            <a:pathLst>
              <a:path w="3097" h="1191">
                <a:moveTo>
                  <a:pt x="0" y="0"/>
                </a:moveTo>
                <a:lnTo>
                  <a:pt x="3097" y="0"/>
                </a:lnTo>
                <a:lnTo>
                  <a:pt x="309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580680" y="4609800"/>
            <a:ext cx="1629360" cy="419400"/>
          </a:xfrm>
          <a:custGeom>
            <a:avLst/>
            <a:gdLst/>
            <a:ahLst/>
            <a:rect l="0" t="0" r="r" b="b"/>
            <a:pathLst>
              <a:path w="4526" h="1165">
                <a:moveTo>
                  <a:pt x="0" y="0"/>
                </a:moveTo>
                <a:lnTo>
                  <a:pt x="4526" y="0"/>
                </a:lnTo>
                <a:lnTo>
                  <a:pt x="452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2209680" y="4609800"/>
            <a:ext cx="3772080" cy="419400"/>
          </a:xfrm>
          <a:custGeom>
            <a:avLst/>
            <a:gdLst/>
            <a:ahLst/>
            <a:rect l="0" t="0" r="r" b="b"/>
            <a:pathLst>
              <a:path w="10478" h="1165">
                <a:moveTo>
                  <a:pt x="0" y="0"/>
                </a:moveTo>
                <a:lnTo>
                  <a:pt x="10478" y="0"/>
                </a:lnTo>
                <a:lnTo>
                  <a:pt x="1047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5981400" y="4609800"/>
            <a:ext cx="1114920" cy="419400"/>
          </a:xfrm>
          <a:custGeom>
            <a:avLst/>
            <a:gdLst/>
            <a:ahLst/>
            <a:rect l="0" t="0" r="r" b="b"/>
            <a:pathLst>
              <a:path w="3097" h="1165">
                <a:moveTo>
                  <a:pt x="0" y="0"/>
                </a:moveTo>
                <a:lnTo>
                  <a:pt x="3097" y="0"/>
                </a:lnTo>
                <a:lnTo>
                  <a:pt x="309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571320" y="209520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571320" y="2095200"/>
            <a:ext cx="1638720" cy="10080"/>
          </a:xfrm>
          <a:custGeom>
            <a:avLst/>
            <a:gdLst/>
            <a:ahLst/>
            <a:rect l="0" t="0" r="r" b="b"/>
            <a:pathLst>
              <a:path w="4552" h="28">
                <a:moveTo>
                  <a:pt x="0" y="0"/>
                </a:moveTo>
                <a:lnTo>
                  <a:pt x="4552" y="0"/>
                </a:lnTo>
                <a:lnTo>
                  <a:pt x="45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2199960" y="209520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2209680" y="2095200"/>
            <a:ext cx="3781800" cy="10080"/>
          </a:xfrm>
          <a:custGeom>
            <a:avLst/>
            <a:gdLst/>
            <a:ahLst/>
            <a:rect l="0" t="0" r="r" b="b"/>
            <a:pathLst>
              <a:path w="10505" h="28">
                <a:moveTo>
                  <a:pt x="0" y="0"/>
                </a:moveTo>
                <a:lnTo>
                  <a:pt x="10505" y="0"/>
                </a:lnTo>
                <a:lnTo>
                  <a:pt x="105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5981400" y="209520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5991120" y="2095200"/>
            <a:ext cx="1114560" cy="10080"/>
          </a:xfrm>
          <a:custGeom>
            <a:avLst/>
            <a:gdLst/>
            <a:ahLst/>
            <a:rect l="0" t="0" r="r" b="b"/>
            <a:pathLst>
              <a:path w="3096" h="28">
                <a:moveTo>
                  <a:pt x="0" y="0"/>
                </a:moveTo>
                <a:lnTo>
                  <a:pt x="3096" y="0"/>
                </a:lnTo>
                <a:lnTo>
                  <a:pt x="30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7095960" y="209520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571320" y="2466720"/>
            <a:ext cx="1638720" cy="10080"/>
          </a:xfrm>
          <a:custGeom>
            <a:avLst/>
            <a:gdLst/>
            <a:ahLst/>
            <a:rect l="0" t="0" r="r" b="b"/>
            <a:pathLst>
              <a:path w="4552" h="28">
                <a:moveTo>
                  <a:pt x="0" y="0"/>
                </a:moveTo>
                <a:lnTo>
                  <a:pt x="4552" y="0"/>
                </a:lnTo>
                <a:lnTo>
                  <a:pt x="45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2209680" y="2466720"/>
            <a:ext cx="3781800" cy="10080"/>
          </a:xfrm>
          <a:custGeom>
            <a:avLst/>
            <a:gdLst/>
            <a:ahLst/>
            <a:rect l="0" t="0" r="r" b="b"/>
            <a:pathLst>
              <a:path w="10505" h="28">
                <a:moveTo>
                  <a:pt x="0" y="0"/>
                </a:moveTo>
                <a:lnTo>
                  <a:pt x="10505" y="0"/>
                </a:lnTo>
                <a:lnTo>
                  <a:pt x="105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5991120" y="2466720"/>
            <a:ext cx="1114560" cy="10080"/>
          </a:xfrm>
          <a:custGeom>
            <a:avLst/>
            <a:gdLst/>
            <a:ahLst/>
            <a:rect l="0" t="0" r="r" b="b"/>
            <a:pathLst>
              <a:path w="3096" h="28">
                <a:moveTo>
                  <a:pt x="0" y="0"/>
                </a:moveTo>
                <a:lnTo>
                  <a:pt x="3096" y="0"/>
                </a:lnTo>
                <a:lnTo>
                  <a:pt x="30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571320" y="247644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2199960" y="247644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5981400" y="247644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7095960" y="247644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571320" y="2904840"/>
            <a:ext cx="9720" cy="419400"/>
          </a:xfrm>
          <a:custGeom>
            <a:avLst/>
            <a:gdLst/>
            <a:ah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571320" y="2895480"/>
            <a:ext cx="1638720" cy="9720"/>
          </a:xfrm>
          <a:custGeom>
            <a:avLst/>
            <a:gdLst/>
            <a:ahLst/>
            <a:rect l="0" t="0" r="r" b="b"/>
            <a:pathLst>
              <a:path w="4552" h="27">
                <a:moveTo>
                  <a:pt x="0" y="0"/>
                </a:moveTo>
                <a:lnTo>
                  <a:pt x="4552" y="0"/>
                </a:lnTo>
                <a:lnTo>
                  <a:pt x="45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2199960" y="2904840"/>
            <a:ext cx="10080" cy="419400"/>
          </a:xfrm>
          <a:custGeom>
            <a:avLst/>
            <a:gdLst/>
            <a:ah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2209680" y="2895480"/>
            <a:ext cx="3781800" cy="9720"/>
          </a:xfrm>
          <a:custGeom>
            <a:avLst/>
            <a:gdLst/>
            <a:ahLst/>
            <a:rect l="0" t="0" r="r" b="b"/>
            <a:pathLst>
              <a:path w="10505" h="27">
                <a:moveTo>
                  <a:pt x="0" y="0"/>
                </a:moveTo>
                <a:lnTo>
                  <a:pt x="10505" y="0"/>
                </a:lnTo>
                <a:lnTo>
                  <a:pt x="105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5981400" y="2904840"/>
            <a:ext cx="10080" cy="419400"/>
          </a:xfrm>
          <a:custGeom>
            <a:avLst/>
            <a:gdLst/>
            <a:ah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5991120" y="2895480"/>
            <a:ext cx="1114560" cy="9720"/>
          </a:xfrm>
          <a:custGeom>
            <a:avLst/>
            <a:gdLst/>
            <a:ahLst/>
            <a:rect l="0" t="0" r="r" b="b"/>
            <a:pathLst>
              <a:path w="3096" h="27">
                <a:moveTo>
                  <a:pt x="0" y="0"/>
                </a:moveTo>
                <a:lnTo>
                  <a:pt x="3096" y="0"/>
                </a:lnTo>
                <a:lnTo>
                  <a:pt x="30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7095960" y="2904840"/>
            <a:ext cx="9720" cy="419400"/>
          </a:xfrm>
          <a:custGeom>
            <a:avLst/>
            <a:gdLst/>
            <a:ah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571320" y="332388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571320" y="3314520"/>
            <a:ext cx="1638720" cy="9720"/>
          </a:xfrm>
          <a:custGeom>
            <a:avLst/>
            <a:gdLst/>
            <a:ahLst/>
            <a:rect l="0" t="0" r="r" b="b"/>
            <a:pathLst>
              <a:path w="4552" h="27">
                <a:moveTo>
                  <a:pt x="0" y="0"/>
                </a:moveTo>
                <a:lnTo>
                  <a:pt x="4552" y="0"/>
                </a:lnTo>
                <a:lnTo>
                  <a:pt x="45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2199960" y="332388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2209680" y="3314520"/>
            <a:ext cx="3781800" cy="9720"/>
          </a:xfrm>
          <a:custGeom>
            <a:avLst/>
            <a:gdLst/>
            <a:ahLst/>
            <a:rect l="0" t="0" r="r" b="b"/>
            <a:pathLst>
              <a:path w="10505" h="27">
                <a:moveTo>
                  <a:pt x="0" y="0"/>
                </a:moveTo>
                <a:lnTo>
                  <a:pt x="10505" y="0"/>
                </a:lnTo>
                <a:lnTo>
                  <a:pt x="105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5981400" y="332388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5991120" y="3314520"/>
            <a:ext cx="1114560" cy="9720"/>
          </a:xfrm>
          <a:custGeom>
            <a:avLst/>
            <a:gdLst/>
            <a:ahLst/>
            <a:rect l="0" t="0" r="r" b="b"/>
            <a:pathLst>
              <a:path w="3096" h="27">
                <a:moveTo>
                  <a:pt x="0" y="0"/>
                </a:moveTo>
                <a:lnTo>
                  <a:pt x="3096" y="0"/>
                </a:lnTo>
                <a:lnTo>
                  <a:pt x="30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7095960" y="332388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571320" y="375264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571320" y="3743280"/>
            <a:ext cx="1638720" cy="9720"/>
          </a:xfrm>
          <a:custGeom>
            <a:avLst/>
            <a:gdLst/>
            <a:ahLst/>
            <a:rect l="0" t="0" r="r" b="b"/>
            <a:pathLst>
              <a:path w="4552" h="27">
                <a:moveTo>
                  <a:pt x="0" y="0"/>
                </a:moveTo>
                <a:lnTo>
                  <a:pt x="4552" y="0"/>
                </a:lnTo>
                <a:lnTo>
                  <a:pt x="45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2199960" y="375264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2209680" y="3743280"/>
            <a:ext cx="3781800" cy="9720"/>
          </a:xfrm>
          <a:custGeom>
            <a:avLst/>
            <a:gdLst/>
            <a:ahLst/>
            <a:rect l="0" t="0" r="r" b="b"/>
            <a:pathLst>
              <a:path w="10505" h="27">
                <a:moveTo>
                  <a:pt x="0" y="0"/>
                </a:moveTo>
                <a:lnTo>
                  <a:pt x="10505" y="0"/>
                </a:lnTo>
                <a:lnTo>
                  <a:pt x="105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5981400" y="375264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5991120" y="3743280"/>
            <a:ext cx="1114560" cy="9720"/>
          </a:xfrm>
          <a:custGeom>
            <a:avLst/>
            <a:gdLst/>
            <a:ahLst/>
            <a:rect l="0" t="0" r="r" b="b"/>
            <a:pathLst>
              <a:path w="3096" h="27">
                <a:moveTo>
                  <a:pt x="0" y="0"/>
                </a:moveTo>
                <a:lnTo>
                  <a:pt x="3096" y="0"/>
                </a:lnTo>
                <a:lnTo>
                  <a:pt x="30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7095960" y="375264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571320" y="418140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571320" y="4171680"/>
            <a:ext cx="1638720" cy="10080"/>
          </a:xfrm>
          <a:custGeom>
            <a:avLst/>
            <a:gdLst/>
            <a:ahLst/>
            <a:rect l="0" t="0" r="r" b="b"/>
            <a:pathLst>
              <a:path w="4552" h="28">
                <a:moveTo>
                  <a:pt x="0" y="0"/>
                </a:moveTo>
                <a:lnTo>
                  <a:pt x="4552" y="0"/>
                </a:lnTo>
                <a:lnTo>
                  <a:pt x="45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2199960" y="418140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2209680" y="4171680"/>
            <a:ext cx="3781800" cy="10080"/>
          </a:xfrm>
          <a:custGeom>
            <a:avLst/>
            <a:gdLst/>
            <a:ahLst/>
            <a:rect l="0" t="0" r="r" b="b"/>
            <a:pathLst>
              <a:path w="10505" h="28">
                <a:moveTo>
                  <a:pt x="0" y="0"/>
                </a:moveTo>
                <a:lnTo>
                  <a:pt x="10505" y="0"/>
                </a:lnTo>
                <a:lnTo>
                  <a:pt x="105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5981400" y="418140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5991120" y="4171680"/>
            <a:ext cx="1114560" cy="10080"/>
          </a:xfrm>
          <a:custGeom>
            <a:avLst/>
            <a:gdLst/>
            <a:ahLst/>
            <a:rect l="0" t="0" r="r" b="b"/>
            <a:pathLst>
              <a:path w="3096" h="28">
                <a:moveTo>
                  <a:pt x="0" y="0"/>
                </a:moveTo>
                <a:lnTo>
                  <a:pt x="3096" y="0"/>
                </a:lnTo>
                <a:lnTo>
                  <a:pt x="30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7095960" y="418140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571320" y="460980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571320" y="4600440"/>
            <a:ext cx="1638720" cy="9720"/>
          </a:xfrm>
          <a:custGeom>
            <a:avLst/>
            <a:gdLst/>
            <a:ahLst/>
            <a:rect l="0" t="0" r="r" b="b"/>
            <a:pathLst>
              <a:path w="4552" h="27">
                <a:moveTo>
                  <a:pt x="0" y="0"/>
                </a:moveTo>
                <a:lnTo>
                  <a:pt x="4552" y="0"/>
                </a:lnTo>
                <a:lnTo>
                  <a:pt x="45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2199960" y="460980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2209680" y="4600440"/>
            <a:ext cx="3781800" cy="9720"/>
          </a:xfrm>
          <a:custGeom>
            <a:avLst/>
            <a:gdLst/>
            <a:ahLst/>
            <a:rect l="0" t="0" r="r" b="b"/>
            <a:pathLst>
              <a:path w="10505" h="27">
                <a:moveTo>
                  <a:pt x="0" y="0"/>
                </a:moveTo>
                <a:lnTo>
                  <a:pt x="10505" y="0"/>
                </a:lnTo>
                <a:lnTo>
                  <a:pt x="105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5981400" y="460980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5991120" y="4600440"/>
            <a:ext cx="1114560" cy="9720"/>
          </a:xfrm>
          <a:custGeom>
            <a:avLst/>
            <a:gdLst/>
            <a:ahLst/>
            <a:rect l="0" t="0" r="r" b="b"/>
            <a:pathLst>
              <a:path w="3096" h="27">
                <a:moveTo>
                  <a:pt x="0" y="0"/>
                </a:moveTo>
                <a:lnTo>
                  <a:pt x="3096" y="0"/>
                </a:lnTo>
                <a:lnTo>
                  <a:pt x="30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7095960" y="460980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571320" y="5028840"/>
            <a:ext cx="1638720" cy="10080"/>
          </a:xfrm>
          <a:custGeom>
            <a:avLst/>
            <a:gdLst/>
            <a:ahLst/>
            <a:rect l="0" t="0" r="r" b="b"/>
            <a:pathLst>
              <a:path w="4552" h="28">
                <a:moveTo>
                  <a:pt x="0" y="0"/>
                </a:moveTo>
                <a:lnTo>
                  <a:pt x="4552" y="0"/>
                </a:lnTo>
                <a:lnTo>
                  <a:pt x="45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2209680" y="5028840"/>
            <a:ext cx="3781800" cy="10080"/>
          </a:xfrm>
          <a:custGeom>
            <a:avLst/>
            <a:gdLst/>
            <a:ahLst/>
            <a:rect l="0" t="0" r="r" b="b"/>
            <a:pathLst>
              <a:path w="10505" h="28">
                <a:moveTo>
                  <a:pt x="0" y="0"/>
                </a:moveTo>
                <a:lnTo>
                  <a:pt x="10505" y="0"/>
                </a:lnTo>
                <a:lnTo>
                  <a:pt x="105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5991120" y="5028840"/>
            <a:ext cx="1114560" cy="10080"/>
          </a:xfrm>
          <a:custGeom>
            <a:avLst/>
            <a:gdLst/>
            <a:ahLst/>
            <a:rect l="0" t="0" r="r" b="b"/>
            <a:pathLst>
              <a:path w="3096" h="28">
                <a:moveTo>
                  <a:pt x="0" y="0"/>
                </a:moveTo>
                <a:lnTo>
                  <a:pt x="3096" y="0"/>
                </a:lnTo>
                <a:lnTo>
                  <a:pt x="30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571320" y="1506960"/>
            <a:ext cx="17197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必备素材清单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704880" y="2161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⽤途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2333520" y="2161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⽂件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6111360" y="2161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尺⼨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2333520" y="2543040"/>
            <a:ext cx="3391200" cy="276480"/>
          </a:xfrm>
          <a:custGeom>
            <a:avLst/>
            <a:gdLst/>
            <a:ahLst/>
            <a:rect l="0" t="0" r="r" b="b"/>
            <a:pathLst>
              <a:path w="9420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9341" y="0"/>
                </a:lnTo>
                <a:cubicBezTo>
                  <a:pt x="9351" y="0"/>
                  <a:pt x="9361" y="2"/>
                  <a:pt x="9371" y="6"/>
                </a:cubicBezTo>
                <a:cubicBezTo>
                  <a:pt x="9381" y="10"/>
                  <a:pt x="9389" y="16"/>
                  <a:pt x="9397" y="23"/>
                </a:cubicBezTo>
                <a:cubicBezTo>
                  <a:pt x="9404" y="31"/>
                  <a:pt x="9410" y="39"/>
                  <a:pt x="9414" y="49"/>
                </a:cubicBezTo>
                <a:cubicBezTo>
                  <a:pt x="9418" y="59"/>
                  <a:pt x="9420" y="69"/>
                  <a:pt x="9420" y="79"/>
                </a:cubicBezTo>
                <a:lnTo>
                  <a:pt x="9420" y="689"/>
                </a:lnTo>
                <a:cubicBezTo>
                  <a:pt x="9420" y="699"/>
                  <a:pt x="9418" y="709"/>
                  <a:pt x="9414" y="719"/>
                </a:cubicBezTo>
                <a:cubicBezTo>
                  <a:pt x="9410" y="729"/>
                  <a:pt x="9404" y="737"/>
                  <a:pt x="9397" y="745"/>
                </a:cubicBezTo>
                <a:cubicBezTo>
                  <a:pt x="9389" y="752"/>
                  <a:pt x="9381" y="758"/>
                  <a:pt x="9371" y="762"/>
                </a:cubicBezTo>
                <a:cubicBezTo>
                  <a:pt x="9361" y="766"/>
                  <a:pt x="9351" y="768"/>
                  <a:pt x="9341" y="768"/>
                </a:cubicBezTo>
                <a:lnTo>
                  <a:pt x="79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39" y="758"/>
                  <a:pt x="30" y="752"/>
                  <a:pt x="23" y="745"/>
                </a:cubicBezTo>
                <a:cubicBezTo>
                  <a:pt x="16" y="737"/>
                  <a:pt x="10" y="729"/>
                  <a:pt x="6" y="719"/>
                </a:cubicBezTo>
                <a:cubicBezTo>
                  <a:pt x="2" y="709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704880" y="256140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公众号头图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2390760" y="2558160"/>
            <a:ext cx="32688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renders/01_hero_corner.png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6111360" y="2561400"/>
            <a:ext cx="855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1600×1000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2333520" y="2971440"/>
            <a:ext cx="2514960" cy="276840"/>
          </a:xfrm>
          <a:custGeom>
            <a:avLst/>
            <a:gdLst/>
            <a:ahLst/>
            <a:rect l="0" t="0" r="r" b="b"/>
            <a:pathLst>
              <a:path w="6986" h="769">
                <a:moveTo>
                  <a:pt x="0" y="689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0" y="16"/>
                  <a:pt x="39" y="11"/>
                  <a:pt x="49" y="7"/>
                </a:cubicBezTo>
                <a:cubicBezTo>
                  <a:pt x="59" y="3"/>
                  <a:pt x="69" y="0"/>
                  <a:pt x="79" y="0"/>
                </a:cubicBezTo>
                <a:lnTo>
                  <a:pt x="6906" y="0"/>
                </a:lnTo>
                <a:cubicBezTo>
                  <a:pt x="6917" y="0"/>
                  <a:pt x="6927" y="3"/>
                  <a:pt x="6937" y="7"/>
                </a:cubicBezTo>
                <a:cubicBezTo>
                  <a:pt x="6947" y="11"/>
                  <a:pt x="6955" y="16"/>
                  <a:pt x="6963" y="24"/>
                </a:cubicBezTo>
                <a:cubicBezTo>
                  <a:pt x="6970" y="31"/>
                  <a:pt x="6976" y="40"/>
                  <a:pt x="6980" y="49"/>
                </a:cubicBezTo>
                <a:cubicBezTo>
                  <a:pt x="6984" y="59"/>
                  <a:pt x="6986" y="69"/>
                  <a:pt x="6986" y="80"/>
                </a:cubicBezTo>
                <a:lnTo>
                  <a:pt x="6986" y="689"/>
                </a:lnTo>
                <a:cubicBezTo>
                  <a:pt x="6986" y="700"/>
                  <a:pt x="6984" y="710"/>
                  <a:pt x="6980" y="720"/>
                </a:cubicBezTo>
                <a:cubicBezTo>
                  <a:pt x="6976" y="730"/>
                  <a:pt x="6970" y="738"/>
                  <a:pt x="6963" y="746"/>
                </a:cubicBezTo>
                <a:cubicBezTo>
                  <a:pt x="6955" y="753"/>
                  <a:pt x="6947" y="759"/>
                  <a:pt x="6937" y="763"/>
                </a:cubicBezTo>
                <a:cubicBezTo>
                  <a:pt x="6927" y="767"/>
                  <a:pt x="6917" y="769"/>
                  <a:pt x="6906" y="769"/>
                </a:cubicBezTo>
                <a:lnTo>
                  <a:pt x="79" y="769"/>
                </a:lnTo>
                <a:cubicBezTo>
                  <a:pt x="69" y="769"/>
                  <a:pt x="59" y="767"/>
                  <a:pt x="49" y="763"/>
                </a:cubicBezTo>
                <a:cubicBezTo>
                  <a:pt x="39" y="759"/>
                  <a:pt x="30" y="753"/>
                  <a:pt x="23" y="746"/>
                </a:cubicBezTo>
                <a:cubicBezTo>
                  <a:pt x="16" y="738"/>
                  <a:pt x="10" y="730"/>
                  <a:pt x="6" y="720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704880" y="298044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⼩红书九宫格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2390760" y="2986920"/>
            <a:ext cx="23889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renders/02-06_*.png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6111360" y="2980440"/>
            <a:ext cx="855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1600×1000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2333520" y="3390840"/>
            <a:ext cx="3524400" cy="276480"/>
          </a:xfrm>
          <a:custGeom>
            <a:avLst/>
            <a:gdLst/>
            <a:ahLst/>
            <a:rect l="0" t="0" r="r" b="b"/>
            <a:pathLst>
              <a:path w="9790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9711" y="0"/>
                </a:lnTo>
                <a:cubicBezTo>
                  <a:pt x="9722" y="0"/>
                  <a:pt x="9732" y="2"/>
                  <a:pt x="9741" y="6"/>
                </a:cubicBezTo>
                <a:cubicBezTo>
                  <a:pt x="9751" y="10"/>
                  <a:pt x="9760" y="15"/>
                  <a:pt x="9767" y="23"/>
                </a:cubicBezTo>
                <a:cubicBezTo>
                  <a:pt x="9775" y="30"/>
                  <a:pt x="9780" y="39"/>
                  <a:pt x="9784" y="49"/>
                </a:cubicBezTo>
                <a:cubicBezTo>
                  <a:pt x="9788" y="58"/>
                  <a:pt x="9790" y="69"/>
                  <a:pt x="9790" y="79"/>
                </a:cubicBezTo>
                <a:lnTo>
                  <a:pt x="9790" y="689"/>
                </a:lnTo>
                <a:cubicBezTo>
                  <a:pt x="9790" y="699"/>
                  <a:pt x="9788" y="709"/>
                  <a:pt x="9784" y="719"/>
                </a:cubicBezTo>
                <a:cubicBezTo>
                  <a:pt x="9780" y="729"/>
                  <a:pt x="9775" y="737"/>
                  <a:pt x="9767" y="745"/>
                </a:cubicBezTo>
                <a:cubicBezTo>
                  <a:pt x="9760" y="752"/>
                  <a:pt x="9751" y="758"/>
                  <a:pt x="9741" y="762"/>
                </a:cubicBezTo>
                <a:cubicBezTo>
                  <a:pt x="9732" y="766"/>
                  <a:pt x="9722" y="768"/>
                  <a:pt x="9711" y="768"/>
                </a:cubicBezTo>
                <a:lnTo>
                  <a:pt x="79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39" y="758"/>
                  <a:pt x="30" y="752"/>
                  <a:pt x="23" y="745"/>
                </a:cubicBezTo>
                <a:cubicBezTo>
                  <a:pt x="16" y="737"/>
                  <a:pt x="10" y="729"/>
                  <a:pt x="6" y="719"/>
                </a:cubicBezTo>
                <a:cubicBezTo>
                  <a:pt x="2" y="709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704880" y="340920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⼤众点评封⾯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2390760" y="3405960"/>
            <a:ext cx="33948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renders/04_feature_zone.png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6111360" y="3409200"/>
            <a:ext cx="786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1200×800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2333520" y="3819240"/>
            <a:ext cx="3524400" cy="276840"/>
          </a:xfrm>
          <a:custGeom>
            <a:avLst/>
            <a:gdLst/>
            <a:ahLst/>
            <a:rect l="0" t="0" r="r" b="b"/>
            <a:pathLst>
              <a:path w="9790" h="769">
                <a:moveTo>
                  <a:pt x="0" y="689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0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9711" y="0"/>
                </a:lnTo>
                <a:cubicBezTo>
                  <a:pt x="9722" y="0"/>
                  <a:pt x="9732" y="2"/>
                  <a:pt x="9741" y="6"/>
                </a:cubicBezTo>
                <a:cubicBezTo>
                  <a:pt x="9751" y="10"/>
                  <a:pt x="9760" y="16"/>
                  <a:pt x="9767" y="24"/>
                </a:cubicBezTo>
                <a:cubicBezTo>
                  <a:pt x="9775" y="31"/>
                  <a:pt x="9780" y="40"/>
                  <a:pt x="9784" y="49"/>
                </a:cubicBezTo>
                <a:cubicBezTo>
                  <a:pt x="9788" y="59"/>
                  <a:pt x="9790" y="69"/>
                  <a:pt x="9790" y="80"/>
                </a:cubicBezTo>
                <a:lnTo>
                  <a:pt x="9790" y="689"/>
                </a:lnTo>
                <a:cubicBezTo>
                  <a:pt x="9790" y="700"/>
                  <a:pt x="9788" y="710"/>
                  <a:pt x="9784" y="720"/>
                </a:cubicBezTo>
                <a:cubicBezTo>
                  <a:pt x="9780" y="729"/>
                  <a:pt x="9775" y="738"/>
                  <a:pt x="9767" y="745"/>
                </a:cubicBezTo>
                <a:cubicBezTo>
                  <a:pt x="9760" y="753"/>
                  <a:pt x="9751" y="759"/>
                  <a:pt x="9741" y="763"/>
                </a:cubicBezTo>
                <a:cubicBezTo>
                  <a:pt x="9732" y="767"/>
                  <a:pt x="9722" y="769"/>
                  <a:pt x="9711" y="769"/>
                </a:cubicBezTo>
                <a:lnTo>
                  <a:pt x="79" y="769"/>
                </a:lnTo>
                <a:cubicBezTo>
                  <a:pt x="69" y="769"/>
                  <a:pt x="59" y="767"/>
                  <a:pt x="49" y="763"/>
                </a:cubicBezTo>
                <a:cubicBezTo>
                  <a:pt x="39" y="759"/>
                  <a:pt x="30" y="753"/>
                  <a:pt x="23" y="745"/>
                </a:cubicBezTo>
                <a:cubicBezTo>
                  <a:pt x="16" y="738"/>
                  <a:pt x="10" y="729"/>
                  <a:pt x="6" y="720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704880" y="38379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楼层⻦瞰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2390760" y="3834720"/>
            <a:ext cx="33948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renders/08_birds_eye_3d.png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6111360" y="3837960"/>
            <a:ext cx="855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1600×1000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2333520" y="4248000"/>
            <a:ext cx="3143520" cy="276480"/>
          </a:xfrm>
          <a:custGeom>
            <a:avLst/>
            <a:gdLst/>
            <a:ahLst/>
            <a:rect l="0" t="0" r="r" b="b"/>
            <a:pathLst>
              <a:path w="8732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8653" y="0"/>
                </a:lnTo>
                <a:cubicBezTo>
                  <a:pt x="8663" y="0"/>
                  <a:pt x="8673" y="2"/>
                  <a:pt x="8683" y="6"/>
                </a:cubicBezTo>
                <a:cubicBezTo>
                  <a:pt x="8693" y="10"/>
                  <a:pt x="8701" y="16"/>
                  <a:pt x="8709" y="23"/>
                </a:cubicBezTo>
                <a:cubicBezTo>
                  <a:pt x="8716" y="31"/>
                  <a:pt x="8722" y="39"/>
                  <a:pt x="8726" y="49"/>
                </a:cubicBezTo>
                <a:cubicBezTo>
                  <a:pt x="8730" y="59"/>
                  <a:pt x="8732" y="69"/>
                  <a:pt x="8732" y="79"/>
                </a:cubicBezTo>
                <a:lnTo>
                  <a:pt x="8732" y="689"/>
                </a:lnTo>
                <a:cubicBezTo>
                  <a:pt x="8732" y="699"/>
                  <a:pt x="8730" y="709"/>
                  <a:pt x="8726" y="719"/>
                </a:cubicBezTo>
                <a:cubicBezTo>
                  <a:pt x="8722" y="729"/>
                  <a:pt x="8716" y="738"/>
                  <a:pt x="8709" y="745"/>
                </a:cubicBezTo>
                <a:cubicBezTo>
                  <a:pt x="8701" y="752"/>
                  <a:pt x="8693" y="758"/>
                  <a:pt x="8683" y="762"/>
                </a:cubicBezTo>
                <a:cubicBezTo>
                  <a:pt x="8673" y="766"/>
                  <a:pt x="8663" y="768"/>
                  <a:pt x="8653" y="768"/>
                </a:cubicBezTo>
                <a:lnTo>
                  <a:pt x="79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39" y="758"/>
                  <a:pt x="30" y="752"/>
                  <a:pt x="23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09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704880" y="4266360"/>
            <a:ext cx="1366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平⾯图（带分区）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2390760" y="4263120"/>
            <a:ext cx="30175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renders/07_top_ortho.png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6111360" y="426636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展示空间感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2333520" y="4676760"/>
            <a:ext cx="1752840" cy="276480"/>
          </a:xfrm>
          <a:custGeom>
            <a:avLst/>
            <a:gdLst/>
            <a:ahLst/>
            <a:rect l="0" t="0" r="r" b="b"/>
            <a:pathLst>
              <a:path w="4869" h="768">
                <a:moveTo>
                  <a:pt x="0" y="688"/>
                </a:moveTo>
                <a:lnTo>
                  <a:pt x="0" y="79"/>
                </a:ln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4790" y="0"/>
                </a:lnTo>
                <a:cubicBezTo>
                  <a:pt x="4800" y="0"/>
                  <a:pt x="4810" y="2"/>
                  <a:pt x="4820" y="6"/>
                </a:cubicBezTo>
                <a:cubicBezTo>
                  <a:pt x="4830" y="10"/>
                  <a:pt x="4838" y="15"/>
                  <a:pt x="4846" y="23"/>
                </a:cubicBezTo>
                <a:cubicBezTo>
                  <a:pt x="4853" y="30"/>
                  <a:pt x="4859" y="39"/>
                  <a:pt x="4863" y="49"/>
                </a:cubicBezTo>
                <a:cubicBezTo>
                  <a:pt x="4867" y="58"/>
                  <a:pt x="4869" y="68"/>
                  <a:pt x="4869" y="79"/>
                </a:cubicBezTo>
                <a:lnTo>
                  <a:pt x="4869" y="688"/>
                </a:lnTo>
                <a:cubicBezTo>
                  <a:pt x="4869" y="699"/>
                  <a:pt x="4867" y="709"/>
                  <a:pt x="4863" y="719"/>
                </a:cubicBezTo>
                <a:cubicBezTo>
                  <a:pt x="4859" y="729"/>
                  <a:pt x="4853" y="737"/>
                  <a:pt x="4846" y="745"/>
                </a:cubicBezTo>
                <a:cubicBezTo>
                  <a:pt x="4838" y="752"/>
                  <a:pt x="4830" y="758"/>
                  <a:pt x="4820" y="762"/>
                </a:cubicBezTo>
                <a:cubicBezTo>
                  <a:pt x="4810" y="766"/>
                  <a:pt x="4800" y="768"/>
                  <a:pt x="4790" y="768"/>
                </a:cubicBezTo>
                <a:lnTo>
                  <a:pt x="79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39" y="758"/>
                  <a:pt x="30" y="752"/>
                  <a:pt x="23" y="745"/>
                </a:cubicBezTo>
                <a:cubicBezTo>
                  <a:pt x="16" y="737"/>
                  <a:pt x="10" y="729"/>
                  <a:pt x="6" y="719"/>
                </a:cubicBezTo>
                <a:cubicBezTo>
                  <a:pt x="2" y="709"/>
                  <a:pt x="0" y="699"/>
                  <a:pt x="0" y="688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704880" y="4695120"/>
            <a:ext cx="871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品牌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VI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⾊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2390760" y="4691880"/>
            <a:ext cx="16347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moodboard.png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6111360" y="4695120"/>
            <a:ext cx="786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1200×600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营销团队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571320" y="2695320"/>
            <a:ext cx="11049480" cy="57600"/>
          </a:xfrm>
          <a:custGeom>
            <a:avLst/>
            <a:gdLst/>
            <a:ahLst/>
            <a:rect l="0" t="0" r="r" b="b"/>
            <a:pathLst>
              <a:path w="30693" h="160">
                <a:moveTo>
                  <a:pt x="0" y="0"/>
                </a:moveTo>
                <a:lnTo>
                  <a:pt x="30693" y="0"/>
                </a:lnTo>
                <a:lnTo>
                  <a:pt x="30693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C97D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628560" y="309528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571320" y="1735200"/>
            <a:ext cx="243900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⾸发优惠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628560" y="34574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1"/>
                  <a:pt x="181" y="181"/>
                </a:cubicBezTo>
                <a:cubicBezTo>
                  <a:pt x="171" y="190"/>
                  <a:pt x="160" y="198"/>
                  <a:pt x="147" y="203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3"/>
                </a:cubicBezTo>
                <a:cubicBezTo>
                  <a:pt x="53" y="198"/>
                  <a:pt x="41" y="190"/>
                  <a:pt x="31" y="181"/>
                </a:cubicBezTo>
                <a:cubicBezTo>
                  <a:pt x="21" y="171"/>
                  <a:pt x="13" y="159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838080" y="2978280"/>
            <a:ext cx="3118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早⻦季卡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¥1,299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（原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¥1,599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628560" y="38192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838080" y="3340080"/>
            <a:ext cx="2015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组队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8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折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⼈同报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628560" y="41814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838080" y="3702240"/>
            <a:ext cx="2860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试训免费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⼀次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45 min 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体测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838080" y="4064040"/>
            <a:ext cx="30978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KOC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探店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：发⼩红书笔记返⽉卡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571320" y="4483080"/>
            <a:ext cx="28760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联系：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Lift Studio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品牌营销组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营销团队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11753640" y="6439320"/>
            <a:ext cx="15336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LibreOffice/26.2.2.2$MacOSX_X86_64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