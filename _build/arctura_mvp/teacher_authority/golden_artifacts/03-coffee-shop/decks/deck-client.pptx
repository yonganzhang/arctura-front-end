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600280" y="41907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657080" y="41907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600280" y="41907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1076760" cy="371880"/>
          </a:xfrm>
          <a:custGeom>
            <a:avLst/>
            <a:gdLst/>
            <a:ahLst/>
            <a:rect l="0" t="0" r="r" b="b"/>
            <a:pathLst>
              <a:path w="2991" h="1033">
                <a:moveTo>
                  <a:pt x="0" y="0"/>
                </a:moveTo>
                <a:lnTo>
                  <a:pt x="2991" y="0"/>
                </a:lnTo>
                <a:lnTo>
                  <a:pt x="299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657080" y="45622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600280" y="45622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6477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657080" y="418140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5905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600280" y="418140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53376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57080" y="4552920"/>
            <a:ext cx="943560" cy="9720"/>
          </a:xfrm>
          <a:custGeom>
            <a:avLst/>
            <a:gdLst/>
            <a:ahLst/>
            <a:rect l="0" t="0" r="r" b="b"/>
            <a:pathLst>
              <a:path w="2621" h="27">
                <a:moveTo>
                  <a:pt x="0" y="0"/>
                </a:moveTo>
                <a:lnTo>
                  <a:pt x="2621" y="0"/>
                </a:lnTo>
                <a:lnTo>
                  <a:pt x="26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600280" y="45529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6477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5905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53376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657080" y="4924080"/>
            <a:ext cx="943560" cy="10080"/>
          </a:xfrm>
          <a:custGeom>
            <a:avLst/>
            <a:gdLst/>
            <a:ahLst/>
            <a:rect l="0" t="0" r="r" b="b"/>
            <a:pathLst>
              <a:path w="2621" h="28">
                <a:moveTo>
                  <a:pt x="0" y="0"/>
                </a:moveTo>
                <a:lnTo>
                  <a:pt x="2621" y="0"/>
                </a:lnTo>
                <a:lnTo>
                  <a:pt x="26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600280" y="492408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3206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Coﬀee Lab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38260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m² · v1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205812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给主理⼈的⽅案介绍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设计周期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78488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⽅案版本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727720" y="42472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待决策点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96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784880" y="46188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727720" y="461880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5486400" y="0"/>
            <a:ext cx="67053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2990520" y="1095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71320" y="298332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⻛格定调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200400" y="97812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三个关键词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200400" y="1282680"/>
            <a:ext cx="1536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industrial-wood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200400" y="1587600"/>
            <a:ext cx="100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japandi-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200400" y="1882800"/>
            <a:ext cx="1595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minimal · plant-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990520" y="2666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200400" y="2187720"/>
            <a:ext cx="715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friendly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200400" y="2549520"/>
            <a:ext cx="1715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⾊基调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：奶油⽩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200400" y="2854440"/>
            <a:ext cx="1680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暖胡桃⽊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200400" y="3159360"/>
            <a:ext cx="1635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⽔磨⽯地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200400" y="3463920"/>
            <a:ext cx="1680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⻩铜点缀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2990520" y="4248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200400" y="376884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200400" y="4130640"/>
            <a:ext cx="1305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对标品牌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200400" y="4435560"/>
            <a:ext cx="1404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Arabica / Blue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990520" y="5209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200400" y="4740480"/>
            <a:ext cx="1463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Bottle / Fuglen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200400" y="509292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暖但不腻，像朋友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200400" y="539748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家客厅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1" name=""/>
          <p:cNvPicPr/>
          <p:nvPr/>
        </p:nvPicPr>
        <p:blipFill>
          <a:blip r:embed="rId1"/>
          <a:stretch/>
        </p:blipFill>
        <p:spPr>
          <a:xfrm>
            <a:off x="4872240" y="0"/>
            <a:ext cx="73238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2685960" y="1552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2" y="32"/>
                </a:cubicBezTo>
                <a:cubicBezTo>
                  <a:pt x="42" y="22"/>
                  <a:pt x="53" y="15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71320" y="298332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第⼀眼印象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895480" y="1435320"/>
            <a:ext cx="1425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推⻔即⻅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895480" y="1739880"/>
            <a:ext cx="1323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⻓书架墙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作为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685960" y="2514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895480" y="203544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视觉锚点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895480" y="2397240"/>
            <a:ext cx="13431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⽶临街⾯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895480" y="2702160"/>
            <a:ext cx="1392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落地玻璃 → 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895480" y="300672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上能看进来、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685960" y="3790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895480" y="331164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⾥⾯能看出去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895480" y="367344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⻩铜吊灯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895480" y="3978360"/>
            <a:ext cx="138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2700K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暖光，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685960" y="47624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895480" y="428328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天⿊后最出⽚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895480" y="4645080"/>
            <a:ext cx="1253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整体给⼈：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2895480" y="494028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进来坐下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 txBox="1"/>
          <p:nvPr/>
        </p:nvSpPr>
        <p:spPr>
          <a:xfrm>
            <a:off x="571320" y="2802240"/>
            <a:ext cx="1927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吧台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点单动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2990520" y="1704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71320" y="3154680"/>
            <a:ext cx="287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线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200400" y="1587600"/>
            <a:ext cx="1834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型吧台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14 m²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200400" y="1882800"/>
            <a:ext cx="1461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点单 → 取杯 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2990520" y="2666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200400" y="218772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离开，单向不拥堵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200400" y="2549520"/>
            <a:ext cx="1598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La Marzocco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200400" y="2854440"/>
            <a:ext cx="1635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啡机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展示冷柜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2990520" y="3638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200400" y="315936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摆在客⼈视线内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200400" y="3521160"/>
            <a:ext cx="1668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咖啡师操作即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200400" y="3826080"/>
            <a:ext cx="1668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演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，⼈就是装修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990520" y="4609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200400" y="413064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的⼀部分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200400" y="4492800"/>
            <a:ext cx="1634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⾼峰期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200400" y="479772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同时不撞⼿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9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"/>
          <p:cNvSpPr txBox="1"/>
          <p:nvPr/>
        </p:nvSpPr>
        <p:spPr>
          <a:xfrm>
            <a:off x="571320" y="2802240"/>
            <a:ext cx="1791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散座区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30+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990520" y="1552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2" y="32"/>
                </a:cubicBezTo>
                <a:cubicBezTo>
                  <a:pt x="42" y="22"/>
                  <a:pt x="54" y="15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71320" y="31640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稳定座位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200400" y="1435320"/>
            <a:ext cx="1524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 ×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圆⽊桌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+ 8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200400" y="1739880"/>
            <a:ext cx="1683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椅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：情侣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⼩聚的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990520" y="2514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200400" y="203544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理想尺度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200400" y="2397240"/>
            <a:ext cx="1656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 × 4m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⻓桌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+ 8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3200400" y="2702160"/>
            <a:ext cx="1683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⻓凳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⾼脚凳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3200400" y="3006720"/>
            <a:ext cx="1683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坐办公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陌⽣⼈拼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990520" y="3790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200400" y="331164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3200400" y="367344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书架墙贯穿背景，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200400" y="397836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随⼿翻本书就是社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990520" y="47624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200400" y="428328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媒素材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200400" y="4645080"/>
            <a:ext cx="1677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合计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3200400" y="494028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符合必含项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4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"/>
          <p:cNvSpPr txBox="1"/>
          <p:nvPr/>
        </p:nvSpPr>
        <p:spPr>
          <a:xfrm>
            <a:off x="571320" y="2802240"/>
            <a:ext cx="198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绿植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书架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990520" y="1704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71320" y="315468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氛围点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200400" y="1587600"/>
            <a:ext cx="1506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个落地⼤型盆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200400" y="188280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栽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，分散在⻆落增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990520" y="2666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200400" y="218772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加柔度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200400" y="2549520"/>
            <a:ext cx="1874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⽶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层书架可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200400" y="285444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放书、可放陈列品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990520" y="3638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200400" y="3159360"/>
            <a:ext cx="1474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（⾖袋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器具）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3200400" y="352116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⾃然光从临街⾯打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200400" y="382608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进来，午后最好的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990520" y="4609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200400" y="413064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200400" y="4492800"/>
            <a:ext cx="1668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这⾥是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拍照第⼀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200400" y="4797720"/>
            <a:ext cx="1041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位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的⻆落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8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80680" y="263808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933120" y="26380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876320" y="2638080"/>
            <a:ext cx="1505160" cy="371880"/>
          </a:xfrm>
          <a:custGeom>
            <a:avLst/>
            <a:gdLst/>
            <a:ahLst/>
            <a:rect l="0" t="0" r="r" b="b"/>
            <a:pathLst>
              <a:path w="4181" h="1033">
                <a:moveTo>
                  <a:pt x="0" y="0"/>
                </a:moveTo>
                <a:lnTo>
                  <a:pt x="4181" y="0"/>
                </a:lnTo>
                <a:lnTo>
                  <a:pt x="418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381120" y="2638080"/>
            <a:ext cx="2238840" cy="371880"/>
          </a:xfrm>
          <a:custGeom>
            <a:avLst/>
            <a:gdLst/>
            <a:ahLst/>
            <a:rect l="0" t="0" r="r" b="b"/>
            <a:pathLst>
              <a:path w="6219" h="1033">
                <a:moveTo>
                  <a:pt x="0" y="0"/>
                </a:moveTo>
                <a:lnTo>
                  <a:pt x="6219" y="0"/>
                </a:lnTo>
                <a:lnTo>
                  <a:pt x="621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619600" y="26380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80680" y="263808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933120" y="263808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876320" y="2638080"/>
            <a:ext cx="1505160" cy="371880"/>
          </a:xfrm>
          <a:custGeom>
            <a:avLst/>
            <a:gdLst/>
            <a:ahLst/>
            <a:rect l="0" t="0" r="r" b="b"/>
            <a:pathLst>
              <a:path w="4181" h="1033">
                <a:moveTo>
                  <a:pt x="0" y="0"/>
                </a:moveTo>
                <a:lnTo>
                  <a:pt x="4181" y="0"/>
                </a:lnTo>
                <a:lnTo>
                  <a:pt x="418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381120" y="2638080"/>
            <a:ext cx="2238840" cy="371880"/>
          </a:xfrm>
          <a:custGeom>
            <a:avLst/>
            <a:gdLst/>
            <a:ahLst/>
            <a:rect l="0" t="0" r="r" b="b"/>
            <a:pathLst>
              <a:path w="6219" h="1033">
                <a:moveTo>
                  <a:pt x="0" y="0"/>
                </a:moveTo>
                <a:lnTo>
                  <a:pt x="6219" y="0"/>
                </a:lnTo>
                <a:lnTo>
                  <a:pt x="621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619600" y="26380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80680" y="300960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933120" y="300960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876320" y="3009600"/>
            <a:ext cx="1505160" cy="371880"/>
          </a:xfrm>
          <a:custGeom>
            <a:avLst/>
            <a:gdLst/>
            <a:ahLst/>
            <a:rect l="0" t="0" r="r" b="b"/>
            <a:pathLst>
              <a:path w="4181" h="1033">
                <a:moveTo>
                  <a:pt x="0" y="0"/>
                </a:moveTo>
                <a:lnTo>
                  <a:pt x="4181" y="0"/>
                </a:lnTo>
                <a:lnTo>
                  <a:pt x="418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3381120" y="3009600"/>
            <a:ext cx="2238840" cy="371880"/>
          </a:xfrm>
          <a:custGeom>
            <a:avLst/>
            <a:gdLst/>
            <a:ahLst/>
            <a:rect l="0" t="0" r="r" b="b"/>
            <a:pathLst>
              <a:path w="6219" h="1033">
                <a:moveTo>
                  <a:pt x="0" y="0"/>
                </a:moveTo>
                <a:lnTo>
                  <a:pt x="6219" y="0"/>
                </a:lnTo>
                <a:lnTo>
                  <a:pt x="621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619600" y="300960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80680" y="338112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933120" y="338112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876320" y="3381120"/>
            <a:ext cx="1505160" cy="371880"/>
          </a:xfrm>
          <a:custGeom>
            <a:avLst/>
            <a:gdLst/>
            <a:ahLst/>
            <a:rect l="0" t="0" r="r" b="b"/>
            <a:pathLst>
              <a:path w="4181" h="1033">
                <a:moveTo>
                  <a:pt x="0" y="0"/>
                </a:moveTo>
                <a:lnTo>
                  <a:pt x="4181" y="0"/>
                </a:lnTo>
                <a:lnTo>
                  <a:pt x="418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3381120" y="3381120"/>
            <a:ext cx="2238840" cy="371880"/>
          </a:xfrm>
          <a:custGeom>
            <a:avLst/>
            <a:gdLst/>
            <a:ahLst/>
            <a:rect l="0" t="0" r="r" b="b"/>
            <a:pathLst>
              <a:path w="6219" h="1033">
                <a:moveTo>
                  <a:pt x="0" y="0"/>
                </a:moveTo>
                <a:lnTo>
                  <a:pt x="6219" y="0"/>
                </a:lnTo>
                <a:lnTo>
                  <a:pt x="621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619600" y="3381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80680" y="375264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933120" y="375264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876320" y="3752640"/>
            <a:ext cx="1505160" cy="371880"/>
          </a:xfrm>
          <a:custGeom>
            <a:avLst/>
            <a:gdLst/>
            <a:ahLst/>
            <a:rect l="0" t="0" r="r" b="b"/>
            <a:pathLst>
              <a:path w="4181" h="1033">
                <a:moveTo>
                  <a:pt x="0" y="0"/>
                </a:moveTo>
                <a:lnTo>
                  <a:pt x="4181" y="0"/>
                </a:lnTo>
                <a:lnTo>
                  <a:pt x="418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381120" y="3752640"/>
            <a:ext cx="2238840" cy="371880"/>
          </a:xfrm>
          <a:custGeom>
            <a:avLst/>
            <a:gdLst/>
            <a:ahLst/>
            <a:rect l="0" t="0" r="r" b="b"/>
            <a:pathLst>
              <a:path w="6219" h="1033">
                <a:moveTo>
                  <a:pt x="0" y="0"/>
                </a:moveTo>
                <a:lnTo>
                  <a:pt x="6219" y="0"/>
                </a:lnTo>
                <a:lnTo>
                  <a:pt x="621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5619600" y="375264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80680" y="4124160"/>
            <a:ext cx="352800" cy="371880"/>
          </a:xfrm>
          <a:custGeom>
            <a:avLst/>
            <a:gdLst/>
            <a:ahLst/>
            <a:rect l="0" t="0" r="r" b="b"/>
            <a:pathLst>
              <a:path w="980" h="1033">
                <a:moveTo>
                  <a:pt x="0" y="0"/>
                </a:moveTo>
                <a:lnTo>
                  <a:pt x="980" y="0"/>
                </a:lnTo>
                <a:lnTo>
                  <a:pt x="98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933120" y="4124160"/>
            <a:ext cx="943560" cy="371880"/>
          </a:xfrm>
          <a:custGeom>
            <a:avLst/>
            <a:gdLst/>
            <a:ahLst/>
            <a:rect l="0" t="0" r="r" b="b"/>
            <a:pathLst>
              <a:path w="2621" h="1033">
                <a:moveTo>
                  <a:pt x="0" y="0"/>
                </a:moveTo>
                <a:lnTo>
                  <a:pt x="2621" y="0"/>
                </a:lnTo>
                <a:lnTo>
                  <a:pt x="26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876320" y="4124160"/>
            <a:ext cx="1505160" cy="371880"/>
          </a:xfrm>
          <a:custGeom>
            <a:avLst/>
            <a:gdLst/>
            <a:ahLst/>
            <a:rect l="0" t="0" r="r" b="b"/>
            <a:pathLst>
              <a:path w="4181" h="1033">
                <a:moveTo>
                  <a:pt x="0" y="0"/>
                </a:moveTo>
                <a:lnTo>
                  <a:pt x="4181" y="0"/>
                </a:lnTo>
                <a:lnTo>
                  <a:pt x="418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3381120" y="4124160"/>
            <a:ext cx="2238840" cy="371880"/>
          </a:xfrm>
          <a:custGeom>
            <a:avLst/>
            <a:gdLst/>
            <a:ahLst/>
            <a:rect l="0" t="0" r="r" b="b"/>
            <a:pathLst>
              <a:path w="6219" h="1033">
                <a:moveTo>
                  <a:pt x="0" y="0"/>
                </a:moveTo>
                <a:lnTo>
                  <a:pt x="6219" y="0"/>
                </a:lnTo>
                <a:lnTo>
                  <a:pt x="621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5619600" y="41241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71320" y="262872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93312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942840" y="26287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876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885680" y="262872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338112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3390840" y="262872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60988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5619600" y="26287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655308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71320" y="300024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942840" y="300024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885680" y="300024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3390840" y="300024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5619600" y="300024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9331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876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33811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56098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65530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571320" y="337176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9331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942840" y="3371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876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885680" y="337176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33811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3390840" y="337176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6098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5619600" y="3371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65530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71320" y="374328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9331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942840" y="37432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876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885680" y="374328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33811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3390840" y="374328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6098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619600" y="37432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65530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71320" y="411444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9331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942840" y="411444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876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885680" y="411444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3811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390840" y="411444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6098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619600" y="411444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5530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71320" y="448596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942840" y="44859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885680" y="448596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3390840" y="448596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619600" y="44859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71320" y="2049840"/>
            <a:ext cx="1494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4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个决策点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04880" y="2694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#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06488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决策项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008080" y="2694960"/>
            <a:ext cx="56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选项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3511800" y="2694960"/>
            <a:ext cx="564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选项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74668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成本差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04880" y="3066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6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临街玻璃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20080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通透落地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51180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半⾼⽊框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746680" y="3066120"/>
            <a:ext cx="42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±¥8K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04880" y="34376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06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吧台材质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008080" y="3437640"/>
            <a:ext cx="133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⿊铁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⽔磨⽯⾯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51180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全胡桃⽊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746680" y="3437640"/>
            <a:ext cx="49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±¥12K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704880" y="3809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0648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座位密度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2008080" y="3809160"/>
            <a:ext cx="1163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座（宽松）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3511800" y="3809160"/>
            <a:ext cx="2017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座（拥挤但翻台更⾼）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7466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⽆硬成本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704880" y="41806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06488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00808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纯展示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511800" y="41806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部分可售周边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5746680" y="4180680"/>
            <a:ext cx="42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±¥5K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80680" y="2257200"/>
            <a:ext cx="2657880" cy="381240"/>
          </a:xfrm>
          <a:custGeom>
            <a:avLst/>
            <a:gdLst/>
            <a:ahLst/>
            <a:rect l="0" t="0" r="r" b="b"/>
            <a:pathLst>
              <a:path w="7383" h="1059">
                <a:moveTo>
                  <a:pt x="0" y="0"/>
                </a:moveTo>
                <a:lnTo>
                  <a:pt x="7383" y="0"/>
                </a:lnTo>
                <a:lnTo>
                  <a:pt x="738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3238200" y="2257200"/>
            <a:ext cx="1019520" cy="381240"/>
          </a:xfrm>
          <a:custGeom>
            <a:avLst/>
            <a:gdLst/>
            <a:ahLst/>
            <a:rect l="0" t="0" r="r" b="b"/>
            <a:pathLst>
              <a:path w="2832" h="1059">
                <a:moveTo>
                  <a:pt x="0" y="0"/>
                </a:moveTo>
                <a:lnTo>
                  <a:pt x="2832" y="0"/>
                </a:lnTo>
                <a:lnTo>
                  <a:pt x="283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257360" y="2257200"/>
            <a:ext cx="629280" cy="381240"/>
          </a:xfrm>
          <a:custGeom>
            <a:avLst/>
            <a:gdLst/>
            <a:ahLst/>
            <a:rect l="0" t="0" r="r" b="b"/>
            <a:pathLst>
              <a:path w="1748" h="1059">
                <a:moveTo>
                  <a:pt x="0" y="0"/>
                </a:moveTo>
                <a:lnTo>
                  <a:pt x="1748" y="0"/>
                </a:lnTo>
                <a:lnTo>
                  <a:pt x="174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580680" y="2257200"/>
            <a:ext cx="2657880" cy="381240"/>
          </a:xfrm>
          <a:custGeom>
            <a:avLst/>
            <a:gdLst/>
            <a:ahLst/>
            <a:rect l="0" t="0" r="r" b="b"/>
            <a:pathLst>
              <a:path w="7383" h="1059">
                <a:moveTo>
                  <a:pt x="0" y="0"/>
                </a:moveTo>
                <a:lnTo>
                  <a:pt x="7383" y="0"/>
                </a:lnTo>
                <a:lnTo>
                  <a:pt x="738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3238200" y="2257200"/>
            <a:ext cx="1019520" cy="381240"/>
          </a:xfrm>
          <a:custGeom>
            <a:avLst/>
            <a:gdLst/>
            <a:ahLst/>
            <a:rect l="0" t="0" r="r" b="b"/>
            <a:pathLst>
              <a:path w="2832" h="1059">
                <a:moveTo>
                  <a:pt x="0" y="0"/>
                </a:moveTo>
                <a:lnTo>
                  <a:pt x="2832" y="0"/>
                </a:lnTo>
                <a:lnTo>
                  <a:pt x="283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4257360" y="2257200"/>
            <a:ext cx="629280" cy="381240"/>
          </a:xfrm>
          <a:custGeom>
            <a:avLst/>
            <a:gdLst/>
            <a:ahLst/>
            <a:rect l="0" t="0" r="r" b="b"/>
            <a:pathLst>
              <a:path w="1748" h="1059">
                <a:moveTo>
                  <a:pt x="0" y="0"/>
                </a:moveTo>
                <a:lnTo>
                  <a:pt x="1748" y="0"/>
                </a:lnTo>
                <a:lnTo>
                  <a:pt x="174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80680" y="263808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3238200" y="263808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4257360" y="263808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80680" y="300960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3238200" y="300960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257360" y="300960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80680" y="338112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3238200" y="338112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4257360" y="338112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580680" y="375264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3238200" y="375264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4257360" y="375264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80680" y="412416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3238200" y="412416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4257360" y="412416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580680" y="449568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3238200" y="449568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4257360" y="449568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71320" y="225720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322884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3238200" y="225720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425736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4267080" y="225720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488628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571320" y="262872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3238200" y="262872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4267080" y="262872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32288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425736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48862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571320" y="300024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32288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3238200" y="300024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42573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4267080" y="300024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48862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571320" y="337176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32288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3238200" y="337176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42573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4267080" y="337176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8862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571320" y="374328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32288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3238200" y="374328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42573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4267080" y="374328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48862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571320" y="411444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32288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3238200" y="411444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425736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4267080" y="411444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48862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71320" y="448596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32288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3238200" y="448596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425736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4267080" y="4485960"/>
            <a:ext cx="628920" cy="10080"/>
          </a:xfrm>
          <a:custGeom>
            <a:avLst/>
            <a:gdLst/>
            <a:ahLst/>
            <a:rect l="0" t="0" r="r" b="b"/>
            <a:pathLst>
              <a:path w="1747" h="28">
                <a:moveTo>
                  <a:pt x="0" y="0"/>
                </a:moveTo>
                <a:lnTo>
                  <a:pt x="1747" y="0"/>
                </a:lnTo>
                <a:lnTo>
                  <a:pt x="17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488628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71320" y="486720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3238200" y="486720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4267080" y="4867200"/>
            <a:ext cx="628920" cy="9720"/>
          </a:xfrm>
          <a:custGeom>
            <a:avLst/>
            <a:gdLst/>
            <a:ahLst/>
            <a:rect l="0" t="0" r="r" b="b"/>
            <a:pathLst>
              <a:path w="1747" h="27">
                <a:moveTo>
                  <a:pt x="0" y="0"/>
                </a:moveTo>
                <a:lnTo>
                  <a:pt x="1747" y="0"/>
                </a:lnTo>
                <a:lnTo>
                  <a:pt x="17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571320" y="1668600"/>
            <a:ext cx="167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预算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⼯期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分项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3362400" y="232344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⾦额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438696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占⽐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04880" y="2694960"/>
            <a:ext cx="259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硬装（拆改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吊顶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3362400" y="2694960"/>
            <a:ext cx="62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180,000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4386960" y="2694960"/>
            <a:ext cx="37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704880" y="3066120"/>
            <a:ext cx="133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后厨设备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3362400" y="3066120"/>
            <a:ext cx="62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4386960" y="3066120"/>
            <a:ext cx="36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04880" y="3437640"/>
            <a:ext cx="258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家具软装（⽊桌椅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沙发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3362400" y="34376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4386960" y="3437640"/>
            <a:ext cx="337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18%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704880" y="3809160"/>
            <a:ext cx="99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照明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3362400" y="380916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4386960" y="3809160"/>
            <a:ext cx="26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04880" y="4180680"/>
            <a:ext cx="165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绿植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陈设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3362400" y="418068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4386960" y="4180680"/>
            <a:ext cx="26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704880" y="455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362400" y="4552200"/>
            <a:ext cx="76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¥450,000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4386960" y="4552200"/>
            <a:ext cx="37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571320" y="26478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571320" y="2933640"/>
            <a:ext cx="11049480" cy="304920"/>
          </a:xfrm>
          <a:custGeom>
            <a:avLst/>
            <a:gdLst/>
            <a:ahLst/>
            <a:rect l="0" t="0" r="r" b="b"/>
            <a:pathLst>
              <a:path w="30693" h="847">
                <a:moveTo>
                  <a:pt x="0" y="0"/>
                </a:moveTo>
                <a:lnTo>
                  <a:pt x="30693" y="0"/>
                </a:lnTo>
                <a:lnTo>
                  <a:pt x="3069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71320" y="2933640"/>
            <a:ext cx="38520" cy="304920"/>
          </a:xfrm>
          <a:custGeom>
            <a:avLst/>
            <a:gdLst/>
            <a:ahLst/>
            <a:rect l="0" t="0" r="r" b="b"/>
            <a:pathLst>
              <a:path w="107" h="847">
                <a:moveTo>
                  <a:pt x="0" y="0"/>
                </a:moveTo>
                <a:lnTo>
                  <a:pt x="107" y="0"/>
                </a:lnTo>
                <a:lnTo>
                  <a:pt x="10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571320" y="1687320"/>
            <a:ext cx="18295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下⼀步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628560" y="35049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817560" y="2930760"/>
            <a:ext cx="23220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⽅案已就绪 </a:t>
            </a:r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等你反馈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628560" y="38671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838080" y="3387960"/>
            <a:ext cx="3595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微调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（颜⾊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桌数）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分钟出新版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628560" y="4228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838080" y="3749760"/>
            <a:ext cx="3679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重排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（吧台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座位区位置）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838080" y="4111920"/>
            <a:ext cx="3081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换⻛格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（整套配⾊）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571320" y="4530960"/>
            <a:ext cx="2681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联系：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Team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285840" y="6409440"/>
            <a:ext cx="388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主理⼈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