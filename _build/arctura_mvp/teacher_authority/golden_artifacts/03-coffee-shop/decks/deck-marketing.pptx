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518220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你的附近，有棵树，有本书，有杯咖啡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845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开业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社媒素材包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2990520" y="1552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2" y="32"/>
                </a:cubicBezTo>
                <a:cubicBezTo>
                  <a:pt x="42" y="22"/>
                  <a:pt x="54" y="15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71320" y="298332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⽬标⼈群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200400" y="1435320"/>
            <a:ext cx="1765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⽂艺⽩领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25-35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200400" y="1739880"/>
            <a:ext cx="1634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/ins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990520" y="2514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200400" y="203544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200400" y="2397240"/>
            <a:ext cx="1706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⾃由职业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学⽣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00400" y="2702160"/>
            <a:ext cx="1668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需要⼀个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不在家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990520" y="3485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200400" y="3006720"/>
            <a:ext cx="169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≠ 办公室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的位置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200400" y="3368880"/>
            <a:ext cx="1808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社区熟客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200400" y="3673440"/>
            <a:ext cx="182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内步⾏圈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早通勤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990520" y="445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200400" y="3978360"/>
            <a:ext cx="881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晚社交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200400" y="4340520"/>
            <a:ext cx="1636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情侣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闺蜜档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200400" y="4645080"/>
            <a:ext cx="163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1-2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⼩时慢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200400" y="494028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时光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 txBox="1"/>
          <p:nvPr/>
        </p:nvSpPr>
        <p:spPr>
          <a:xfrm>
            <a:off x="571320" y="2221200"/>
            <a:ext cx="1780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⼤核⼼卖点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991240" y="1406520"/>
            <a:ext cx="2075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⽶书架墙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⼀⾯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200400" y="170208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墙就是拍照背景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949480" y="2063880"/>
            <a:ext cx="195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30+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座位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来了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200400" y="2368800"/>
            <a:ext cx="178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必有位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(vs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⽹红店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200400" y="2673360"/>
            <a:ext cx="546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排队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949480" y="3035520"/>
            <a:ext cx="213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临街落地窗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暖⻩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28560" y="4485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00400" y="3340080"/>
            <a:ext cx="182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吊灯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⽆死⻆出⽚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38080" y="4368960"/>
            <a:ext cx="1667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 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38080" y="4673880"/>
            <a:ext cx="1935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胡桃⽊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8080" y="4978440"/>
            <a:ext cx="83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ins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直出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7312320" y="0"/>
            <a:ext cx="4882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628560" y="2952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71320" y="225936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氛围感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28560" y="3314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38080" y="2835360"/>
            <a:ext cx="3549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⾛进⻔像朋友家客厅，不像商业咖啡店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28560" y="3676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38080" y="3197520"/>
            <a:ext cx="3701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⽩天落地窗⾃然光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⻩昏⻩铜吊灯暖光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28560" y="4038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38080" y="3559320"/>
            <a:ext cx="3652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慢下来的理由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38080" y="392112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不是打卡⼀次，⽽是想每周来两次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71320" y="167832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关键卖点数字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71320" y="2259720"/>
            <a:ext cx="16466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¥35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71320" y="3359160"/>
            <a:ext cx="161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均价美式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拿铁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330440" y="2259720"/>
            <a:ext cx="16513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30+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30440" y="335916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稳定座位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089920" y="2259720"/>
            <a:ext cx="135756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4m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28560" y="3895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089920" y="33591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书架打卡墙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8560" y="4257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38080" y="3778200"/>
            <a:ext cx="5333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主打咖啡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¥30-45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季节特调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¥40-55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⼿冲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¥45-65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28560" y="4619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838080" y="4140360"/>
            <a:ext cx="2870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轻⻝（三明治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甜点）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¥18-38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38080" y="4502160"/>
            <a:ext cx="3915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会员⽉卡「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杯咖啡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杯免费」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"/>
          <p:cNvSpPr txBox="1"/>
          <p:nvPr/>
        </p:nvSpPr>
        <p:spPr>
          <a:xfrm>
            <a:off x="571320" y="2802240"/>
            <a:ext cx="1927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空间故事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⼀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990520" y="1552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2" y="32"/>
                </a:cubicBezTo>
                <a:cubicBezTo>
                  <a:pt x="42" y="22"/>
                  <a:pt x="54" y="15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71320" y="316404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天四段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200400" y="1435320"/>
            <a:ext cx="1731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早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8:00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通勤顺路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200400" y="173988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⼀杯美式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油封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990520" y="2514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200400" y="203544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番茄三明治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200400" y="2397240"/>
            <a:ext cx="181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12:30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午休独坐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200400" y="27021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⻓桌，书架随便抽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990520" y="3485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200400" y="300672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200400" y="3368880"/>
            <a:ext cx="1803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17:30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闺蜜聊天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200400" y="3673440"/>
            <a:ext cx="169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Basque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990520" y="445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200400" y="397836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落⽇打在书架上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200400" y="4340520"/>
            <a:ext cx="181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夜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19:00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纸本写信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200400" y="4645080"/>
            <a:ext cx="184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⼿账时光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200400" y="4940280"/>
            <a:ext cx="801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DJ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派对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80680" y="2304720"/>
            <a:ext cx="1371960" cy="381600"/>
          </a:xfrm>
          <a:custGeom>
            <a:avLst/>
            <a:gdLst/>
            <a:ahLst/>
            <a:rect l="0" t="0" r="r" b="b"/>
            <a:pathLst>
              <a:path w="3811" h="1060">
                <a:moveTo>
                  <a:pt x="0" y="0"/>
                </a:moveTo>
                <a:lnTo>
                  <a:pt x="3811" y="0"/>
                </a:lnTo>
                <a:lnTo>
                  <a:pt x="381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952280" y="2304720"/>
            <a:ext cx="3772440" cy="381600"/>
          </a:xfrm>
          <a:custGeom>
            <a:avLst/>
            <a:gdLst/>
            <a:ahLst/>
            <a:rect l="0" t="0" r="r" b="b"/>
            <a:pathLst>
              <a:path w="10479" h="1060">
                <a:moveTo>
                  <a:pt x="0" y="0"/>
                </a:moveTo>
                <a:lnTo>
                  <a:pt x="10479" y="0"/>
                </a:lnTo>
                <a:lnTo>
                  <a:pt x="1047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724360" y="2304720"/>
            <a:ext cx="1495800" cy="381600"/>
          </a:xfrm>
          <a:custGeom>
            <a:avLst/>
            <a:gdLst/>
            <a:ahLst/>
            <a:rect l="0" t="0" r="r" b="b"/>
            <a:pathLst>
              <a:path w="4155" h="1060">
                <a:moveTo>
                  <a:pt x="0" y="0"/>
                </a:moveTo>
                <a:lnTo>
                  <a:pt x="4155" y="0"/>
                </a:lnTo>
                <a:lnTo>
                  <a:pt x="415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80680" y="2304720"/>
            <a:ext cx="1371960" cy="381600"/>
          </a:xfrm>
          <a:custGeom>
            <a:avLst/>
            <a:gdLst/>
            <a:ahLst/>
            <a:rect l="0" t="0" r="r" b="b"/>
            <a:pathLst>
              <a:path w="3811" h="1060">
                <a:moveTo>
                  <a:pt x="0" y="0"/>
                </a:moveTo>
                <a:lnTo>
                  <a:pt x="3811" y="0"/>
                </a:lnTo>
                <a:lnTo>
                  <a:pt x="381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952280" y="2304720"/>
            <a:ext cx="3772440" cy="381600"/>
          </a:xfrm>
          <a:custGeom>
            <a:avLst/>
            <a:gdLst/>
            <a:ahLst/>
            <a:rect l="0" t="0" r="r" b="b"/>
            <a:pathLst>
              <a:path w="10479" h="1060">
                <a:moveTo>
                  <a:pt x="0" y="0"/>
                </a:moveTo>
                <a:lnTo>
                  <a:pt x="10479" y="0"/>
                </a:lnTo>
                <a:lnTo>
                  <a:pt x="1047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24360" y="2304720"/>
            <a:ext cx="1495800" cy="381600"/>
          </a:xfrm>
          <a:custGeom>
            <a:avLst/>
            <a:gdLst/>
            <a:ahLst/>
            <a:rect l="0" t="0" r="r" b="b"/>
            <a:pathLst>
              <a:path w="4155" h="1060">
                <a:moveTo>
                  <a:pt x="0" y="0"/>
                </a:moveTo>
                <a:lnTo>
                  <a:pt x="4155" y="0"/>
                </a:lnTo>
                <a:lnTo>
                  <a:pt x="415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80680" y="2685960"/>
            <a:ext cx="1371960" cy="419400"/>
          </a:xfrm>
          <a:custGeom>
            <a:avLst/>
            <a:gdLst/>
            <a:ahLst/>
            <a:rect l="0" t="0" r="r" b="b"/>
            <a:pathLst>
              <a:path w="3811" h="1165">
                <a:moveTo>
                  <a:pt x="0" y="0"/>
                </a:moveTo>
                <a:lnTo>
                  <a:pt x="3811" y="0"/>
                </a:lnTo>
                <a:lnTo>
                  <a:pt x="3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952280" y="2685960"/>
            <a:ext cx="3772440" cy="419400"/>
          </a:xfrm>
          <a:custGeom>
            <a:avLst/>
            <a:gdLst/>
            <a:ahLst/>
            <a:rect l="0" t="0" r="r" b="b"/>
            <a:pathLst>
              <a:path w="10479" h="1165">
                <a:moveTo>
                  <a:pt x="0" y="0"/>
                </a:moveTo>
                <a:lnTo>
                  <a:pt x="10479" y="0"/>
                </a:lnTo>
                <a:lnTo>
                  <a:pt x="104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724360" y="2685960"/>
            <a:ext cx="1495800" cy="419400"/>
          </a:xfrm>
          <a:custGeom>
            <a:avLst/>
            <a:gdLst/>
            <a:ahLst/>
            <a:rect l="0" t="0" r="r" b="b"/>
            <a:pathLst>
              <a:path w="4155" h="1165">
                <a:moveTo>
                  <a:pt x="0" y="0"/>
                </a:moveTo>
                <a:lnTo>
                  <a:pt x="4155" y="0"/>
                </a:lnTo>
                <a:lnTo>
                  <a:pt x="415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0680" y="3105000"/>
            <a:ext cx="1371960" cy="429120"/>
          </a:xfrm>
          <a:custGeom>
            <a:avLst/>
            <a:gdLst/>
            <a:ahLst/>
            <a:rect l="0" t="0" r="r" b="b"/>
            <a:pathLst>
              <a:path w="3811" h="1192">
                <a:moveTo>
                  <a:pt x="0" y="0"/>
                </a:moveTo>
                <a:lnTo>
                  <a:pt x="3811" y="0"/>
                </a:lnTo>
                <a:lnTo>
                  <a:pt x="381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952280" y="310500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724360" y="3105000"/>
            <a:ext cx="1495800" cy="429120"/>
          </a:xfrm>
          <a:custGeom>
            <a:avLst/>
            <a:gdLst/>
            <a:ahLst/>
            <a:rect l="0" t="0" r="r" b="b"/>
            <a:pathLst>
              <a:path w="4155" h="1192">
                <a:moveTo>
                  <a:pt x="0" y="0"/>
                </a:moveTo>
                <a:lnTo>
                  <a:pt x="4155" y="0"/>
                </a:lnTo>
                <a:lnTo>
                  <a:pt x="415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80680" y="3533760"/>
            <a:ext cx="1371960" cy="428760"/>
          </a:xfrm>
          <a:custGeom>
            <a:avLst/>
            <a:gdLst/>
            <a:ahLst/>
            <a:rect l="0" t="0" r="r" b="b"/>
            <a:pathLst>
              <a:path w="3811" h="1191">
                <a:moveTo>
                  <a:pt x="0" y="0"/>
                </a:moveTo>
                <a:lnTo>
                  <a:pt x="3811" y="0"/>
                </a:lnTo>
                <a:lnTo>
                  <a:pt x="381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952280" y="3533760"/>
            <a:ext cx="3772440" cy="428760"/>
          </a:xfrm>
          <a:custGeom>
            <a:avLst/>
            <a:gdLst/>
            <a:ahLst/>
            <a:rect l="0" t="0" r="r" b="b"/>
            <a:pathLst>
              <a:path w="10479" h="1191">
                <a:moveTo>
                  <a:pt x="0" y="0"/>
                </a:moveTo>
                <a:lnTo>
                  <a:pt x="10479" y="0"/>
                </a:lnTo>
                <a:lnTo>
                  <a:pt x="1047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724360" y="3533760"/>
            <a:ext cx="1495800" cy="428760"/>
          </a:xfrm>
          <a:custGeom>
            <a:avLst/>
            <a:gdLst/>
            <a:ahLst/>
            <a:rect l="0" t="0" r="r" b="b"/>
            <a:pathLst>
              <a:path w="4155" h="1191">
                <a:moveTo>
                  <a:pt x="0" y="0"/>
                </a:moveTo>
                <a:lnTo>
                  <a:pt x="4155" y="0"/>
                </a:lnTo>
                <a:lnTo>
                  <a:pt x="415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80680" y="3962160"/>
            <a:ext cx="1371960" cy="429120"/>
          </a:xfrm>
          <a:custGeom>
            <a:avLst/>
            <a:gdLst/>
            <a:ahLst/>
            <a:rect l="0" t="0" r="r" b="b"/>
            <a:pathLst>
              <a:path w="3811" h="1192">
                <a:moveTo>
                  <a:pt x="0" y="0"/>
                </a:moveTo>
                <a:lnTo>
                  <a:pt x="3811" y="0"/>
                </a:lnTo>
                <a:lnTo>
                  <a:pt x="381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952280" y="396216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724360" y="3962160"/>
            <a:ext cx="1495800" cy="429120"/>
          </a:xfrm>
          <a:custGeom>
            <a:avLst/>
            <a:gdLst/>
            <a:ahLst/>
            <a:rect l="0" t="0" r="r" b="b"/>
            <a:pathLst>
              <a:path w="4155" h="1192">
                <a:moveTo>
                  <a:pt x="0" y="0"/>
                </a:moveTo>
                <a:lnTo>
                  <a:pt x="4155" y="0"/>
                </a:lnTo>
                <a:lnTo>
                  <a:pt x="415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80680" y="4390920"/>
            <a:ext cx="1371960" cy="428760"/>
          </a:xfrm>
          <a:custGeom>
            <a:avLst/>
            <a:gdLst/>
            <a:ahLst/>
            <a:rect l="0" t="0" r="r" b="b"/>
            <a:pathLst>
              <a:path w="3811" h="1191">
                <a:moveTo>
                  <a:pt x="0" y="0"/>
                </a:moveTo>
                <a:lnTo>
                  <a:pt x="3811" y="0"/>
                </a:lnTo>
                <a:lnTo>
                  <a:pt x="381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952280" y="4390920"/>
            <a:ext cx="3772440" cy="428760"/>
          </a:xfrm>
          <a:custGeom>
            <a:avLst/>
            <a:gdLst/>
            <a:ahLst/>
            <a:rect l="0" t="0" r="r" b="b"/>
            <a:pathLst>
              <a:path w="10479" h="1191">
                <a:moveTo>
                  <a:pt x="0" y="0"/>
                </a:moveTo>
                <a:lnTo>
                  <a:pt x="10479" y="0"/>
                </a:lnTo>
                <a:lnTo>
                  <a:pt x="1047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724360" y="4390920"/>
            <a:ext cx="1495800" cy="428760"/>
          </a:xfrm>
          <a:custGeom>
            <a:avLst/>
            <a:gdLst/>
            <a:ahLst/>
            <a:rect l="0" t="0" r="r" b="b"/>
            <a:pathLst>
              <a:path w="4155" h="1191">
                <a:moveTo>
                  <a:pt x="0" y="0"/>
                </a:moveTo>
                <a:lnTo>
                  <a:pt x="4155" y="0"/>
                </a:lnTo>
                <a:lnTo>
                  <a:pt x="415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7132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71320" y="2304720"/>
            <a:ext cx="1381320" cy="10080"/>
          </a:xfrm>
          <a:custGeom>
            <a:avLst/>
            <a:gdLst/>
            <a:ahLst/>
            <a:rect l="0" t="0" r="r" b="b"/>
            <a:pathLst>
              <a:path w="3837" h="28">
                <a:moveTo>
                  <a:pt x="0" y="0"/>
                </a:moveTo>
                <a:lnTo>
                  <a:pt x="3837" y="0"/>
                </a:lnTo>
                <a:lnTo>
                  <a:pt x="38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94292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952280" y="230472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24360" y="23047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33720" y="230472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7210080" y="23047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71320" y="2676240"/>
            <a:ext cx="1381320" cy="10080"/>
          </a:xfrm>
          <a:custGeom>
            <a:avLst/>
            <a:gdLst/>
            <a:ahLst/>
            <a:rect l="0" t="0" r="r" b="b"/>
            <a:pathLst>
              <a:path w="3837" h="28">
                <a:moveTo>
                  <a:pt x="0" y="0"/>
                </a:moveTo>
                <a:lnTo>
                  <a:pt x="3837" y="0"/>
                </a:lnTo>
                <a:lnTo>
                  <a:pt x="38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952280" y="267624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733720" y="267624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9429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72436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21008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71320" y="310500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9429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952280" y="310500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72436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733720" y="310500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21008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353376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9429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952280" y="353376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72436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733720" y="353376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721008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71320" y="3962160"/>
            <a:ext cx="1381320" cy="10080"/>
          </a:xfrm>
          <a:custGeom>
            <a:avLst/>
            <a:gdLst/>
            <a:ahLst/>
            <a:rect l="0" t="0" r="r" b="b"/>
            <a:pathLst>
              <a:path w="3837" h="28">
                <a:moveTo>
                  <a:pt x="0" y="0"/>
                </a:moveTo>
                <a:lnTo>
                  <a:pt x="3837" y="0"/>
                </a:lnTo>
                <a:lnTo>
                  <a:pt x="38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9429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952280" y="396216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72436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733720" y="396216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21008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439092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9429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952280" y="43909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72436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33720" y="439092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21008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71320" y="4819320"/>
            <a:ext cx="1381320" cy="10080"/>
          </a:xfrm>
          <a:custGeom>
            <a:avLst/>
            <a:gdLst/>
            <a:ahLst/>
            <a:rect l="0" t="0" r="r" b="b"/>
            <a:pathLst>
              <a:path w="3837" h="28">
                <a:moveTo>
                  <a:pt x="0" y="0"/>
                </a:moveTo>
                <a:lnTo>
                  <a:pt x="3837" y="0"/>
                </a:lnTo>
                <a:lnTo>
                  <a:pt x="38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952280" y="481932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33720" y="481932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71320" y="171648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媒体素材包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0488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07648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854320" y="2370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076120" y="2752560"/>
            <a:ext cx="3391560" cy="276480"/>
          </a:xfrm>
          <a:custGeom>
            <a:avLst/>
            <a:gdLst/>
            <a:ahLst/>
            <a:rect l="0" t="0" r="r" b="b"/>
            <a:pathLst>
              <a:path w="942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9341" y="0"/>
                </a:lnTo>
                <a:cubicBezTo>
                  <a:pt x="9352" y="0"/>
                  <a:pt x="9362" y="2"/>
                  <a:pt x="9372" y="6"/>
                </a:cubicBezTo>
                <a:cubicBezTo>
                  <a:pt x="9381" y="10"/>
                  <a:pt x="9390" y="16"/>
                  <a:pt x="9397" y="23"/>
                </a:cubicBezTo>
                <a:cubicBezTo>
                  <a:pt x="9405" y="31"/>
                  <a:pt x="9411" y="39"/>
                  <a:pt x="9415" y="49"/>
                </a:cubicBezTo>
                <a:cubicBezTo>
                  <a:pt x="9419" y="59"/>
                  <a:pt x="9421" y="69"/>
                  <a:pt x="9421" y="79"/>
                </a:cubicBezTo>
                <a:lnTo>
                  <a:pt x="9421" y="689"/>
                </a:lnTo>
                <a:cubicBezTo>
                  <a:pt x="9421" y="699"/>
                  <a:pt x="9419" y="710"/>
                  <a:pt x="9415" y="719"/>
                </a:cubicBezTo>
                <a:cubicBezTo>
                  <a:pt x="9411" y="729"/>
                  <a:pt x="9405" y="738"/>
                  <a:pt x="9397" y="745"/>
                </a:cubicBezTo>
                <a:cubicBezTo>
                  <a:pt x="9390" y="752"/>
                  <a:pt x="9381" y="758"/>
                  <a:pt x="9372" y="762"/>
                </a:cubicBezTo>
                <a:cubicBezTo>
                  <a:pt x="9362" y="766"/>
                  <a:pt x="9352" y="768"/>
                  <a:pt x="9341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04880" y="2770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公众号头图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133720" y="2767680"/>
            <a:ext cx="3268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renders/01_hero_corner.png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854320" y="2770920"/>
            <a:ext cx="96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076120" y="3181320"/>
            <a:ext cx="2514960" cy="276480"/>
          </a:xfrm>
          <a:custGeom>
            <a:avLst/>
            <a:gdLst/>
            <a:ahLst/>
            <a:rect l="0" t="0" r="r" b="b"/>
            <a:pathLst>
              <a:path w="6986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907" y="0"/>
                </a:lnTo>
                <a:cubicBezTo>
                  <a:pt x="6918" y="0"/>
                  <a:pt x="6928" y="2"/>
                  <a:pt x="6937" y="6"/>
                </a:cubicBezTo>
                <a:cubicBezTo>
                  <a:pt x="6947" y="10"/>
                  <a:pt x="6956" y="15"/>
                  <a:pt x="6963" y="23"/>
                </a:cubicBezTo>
                <a:cubicBezTo>
                  <a:pt x="6971" y="30"/>
                  <a:pt x="6976" y="39"/>
                  <a:pt x="6980" y="49"/>
                </a:cubicBezTo>
                <a:cubicBezTo>
                  <a:pt x="6984" y="58"/>
                  <a:pt x="6986" y="68"/>
                  <a:pt x="6986" y="79"/>
                </a:cubicBezTo>
                <a:lnTo>
                  <a:pt x="6986" y="687"/>
                </a:lnTo>
                <a:cubicBezTo>
                  <a:pt x="6986" y="698"/>
                  <a:pt x="6984" y="708"/>
                  <a:pt x="6980" y="718"/>
                </a:cubicBezTo>
                <a:cubicBezTo>
                  <a:pt x="6976" y="728"/>
                  <a:pt x="6971" y="736"/>
                  <a:pt x="6963" y="744"/>
                </a:cubicBezTo>
                <a:cubicBezTo>
                  <a:pt x="6956" y="752"/>
                  <a:pt x="6947" y="758"/>
                  <a:pt x="6937" y="762"/>
                </a:cubicBezTo>
                <a:cubicBezTo>
                  <a:pt x="6928" y="766"/>
                  <a:pt x="6918" y="768"/>
                  <a:pt x="6907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04880" y="3199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⼩红书九宫格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133720" y="3196440"/>
            <a:ext cx="23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renders/02-06_*.png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854320" y="3199680"/>
            <a:ext cx="123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 ×5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076120" y="3609720"/>
            <a:ext cx="3143880" cy="276480"/>
          </a:xfrm>
          <a:custGeom>
            <a:avLst/>
            <a:gdLst/>
            <a:ahLst/>
            <a:rect l="0" t="0" r="r" b="b"/>
            <a:pathLst>
              <a:path w="8733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653" y="0"/>
                </a:lnTo>
                <a:cubicBezTo>
                  <a:pt x="8664" y="0"/>
                  <a:pt x="8674" y="2"/>
                  <a:pt x="8684" y="6"/>
                </a:cubicBezTo>
                <a:cubicBezTo>
                  <a:pt x="8693" y="10"/>
                  <a:pt x="8702" y="16"/>
                  <a:pt x="8709" y="23"/>
                </a:cubicBezTo>
                <a:cubicBezTo>
                  <a:pt x="8717" y="31"/>
                  <a:pt x="8723" y="39"/>
                  <a:pt x="8727" y="49"/>
                </a:cubicBezTo>
                <a:cubicBezTo>
                  <a:pt x="8731" y="59"/>
                  <a:pt x="8733" y="69"/>
                  <a:pt x="8733" y="80"/>
                </a:cubicBezTo>
                <a:lnTo>
                  <a:pt x="8733" y="689"/>
                </a:lnTo>
                <a:cubicBezTo>
                  <a:pt x="8733" y="700"/>
                  <a:pt x="8731" y="710"/>
                  <a:pt x="8727" y="719"/>
                </a:cubicBezTo>
                <a:cubicBezTo>
                  <a:pt x="8723" y="729"/>
                  <a:pt x="8717" y="738"/>
                  <a:pt x="8709" y="745"/>
                </a:cubicBezTo>
                <a:cubicBezTo>
                  <a:pt x="8702" y="753"/>
                  <a:pt x="8693" y="758"/>
                  <a:pt x="8684" y="762"/>
                </a:cubicBezTo>
                <a:cubicBezTo>
                  <a:pt x="8674" y="766"/>
                  <a:pt x="8664" y="768"/>
                  <a:pt x="8653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0488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平⾯展示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133720" y="3625200"/>
            <a:ext cx="301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renders/07_top_ortho.png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85432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俯视感强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076120" y="4038480"/>
            <a:ext cx="3524760" cy="276480"/>
          </a:xfrm>
          <a:custGeom>
            <a:avLst/>
            <a:gdLst/>
            <a:ahLst/>
            <a:rect l="0" t="0" r="r" b="b"/>
            <a:pathLst>
              <a:path w="979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9712" y="0"/>
                </a:lnTo>
                <a:cubicBezTo>
                  <a:pt x="9722" y="0"/>
                  <a:pt x="9732" y="2"/>
                  <a:pt x="9742" y="6"/>
                </a:cubicBezTo>
                <a:cubicBezTo>
                  <a:pt x="9752" y="10"/>
                  <a:pt x="9760" y="16"/>
                  <a:pt x="9768" y="23"/>
                </a:cubicBezTo>
                <a:cubicBezTo>
                  <a:pt x="9775" y="31"/>
                  <a:pt x="9781" y="39"/>
                  <a:pt x="9785" y="49"/>
                </a:cubicBezTo>
                <a:cubicBezTo>
                  <a:pt x="9789" y="59"/>
                  <a:pt x="9791" y="69"/>
                  <a:pt x="9791" y="79"/>
                </a:cubicBezTo>
                <a:lnTo>
                  <a:pt x="9791" y="689"/>
                </a:lnTo>
                <a:cubicBezTo>
                  <a:pt x="9791" y="699"/>
                  <a:pt x="9789" y="709"/>
                  <a:pt x="9785" y="719"/>
                </a:cubicBezTo>
                <a:cubicBezTo>
                  <a:pt x="9781" y="729"/>
                  <a:pt x="9775" y="737"/>
                  <a:pt x="9768" y="745"/>
                </a:cubicBezTo>
                <a:cubicBezTo>
                  <a:pt x="9760" y="752"/>
                  <a:pt x="9752" y="758"/>
                  <a:pt x="9742" y="762"/>
                </a:cubicBezTo>
                <a:cubicBezTo>
                  <a:pt x="9732" y="766"/>
                  <a:pt x="9722" y="768"/>
                  <a:pt x="9712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04880" y="4056840"/>
            <a:ext cx="120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点评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商户主⻚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133720" y="405360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renders/08_birds_eye_3d.png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854320" y="40568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⻦瞰⼤图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076120" y="4466880"/>
            <a:ext cx="1753200" cy="276840"/>
          </a:xfrm>
          <a:custGeom>
            <a:avLst/>
            <a:gdLst/>
            <a:ahLst/>
            <a:rect l="0" t="0" r="r" b="b"/>
            <a:pathLst>
              <a:path w="4870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1"/>
                  <a:pt x="4839" y="16"/>
                  <a:pt x="4847" y="24"/>
                </a:cubicBezTo>
                <a:cubicBezTo>
                  <a:pt x="4854" y="31"/>
                  <a:pt x="4860" y="40"/>
                  <a:pt x="4864" y="49"/>
                </a:cubicBezTo>
                <a:cubicBezTo>
                  <a:pt x="4868" y="59"/>
                  <a:pt x="4870" y="69"/>
                  <a:pt x="4870" y="80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20"/>
                </a:cubicBezTo>
                <a:cubicBezTo>
                  <a:pt x="4860" y="729"/>
                  <a:pt x="4854" y="738"/>
                  <a:pt x="4847" y="746"/>
                </a:cubicBezTo>
                <a:cubicBezTo>
                  <a:pt x="4839" y="753"/>
                  <a:pt x="4830" y="759"/>
                  <a:pt x="4821" y="763"/>
                </a:cubicBezTo>
                <a:cubicBezTo>
                  <a:pt x="4811" y="767"/>
                  <a:pt x="4801" y="769"/>
                  <a:pt x="4790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04880" y="4485600"/>
            <a:ext cx="1047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Logo/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配⾊板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133720" y="44823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854320" y="4485600"/>
            <a:ext cx="90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1200 × 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71320" y="1897200"/>
            <a:ext cx="2292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内容⽅向（社媒）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28920" y="2482920"/>
            <a:ext cx="519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店铺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vlog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（⼩红书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抖⾳）：⼀天四个时段同机位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87160" y="2835360"/>
            <a:ext cx="551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咖啡师故事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（视频号）：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调机、⼿冲特写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87160" y="3197520"/>
            <a:ext cx="5283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书架选书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（⼩红书图⽂）：每周推荐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本，售卖周边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87160" y="3559320"/>
            <a:ext cx="4190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ASMR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（抖⾳）：磨⾖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萃取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奶泡声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87160" y="3921120"/>
            <a:ext cx="5324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设计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分钟建店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站）：从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brief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到开业幕后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87160" y="4283280"/>
            <a:ext cx="554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会员故事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（朋友圈）：常客的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我的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Coﬀee Lab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⻆落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80680" y="244764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828440" y="244764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80680" y="244764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828440" y="244764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80680" y="281916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828440" y="281916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580680" y="319068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828440" y="319068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580680" y="356220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828440" y="356220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80680" y="3933720"/>
            <a:ext cx="1248120" cy="371880"/>
          </a:xfrm>
          <a:custGeom>
            <a:avLst/>
            <a:gdLst/>
            <a:ahLst/>
            <a:rect l="0" t="0" r="r" b="b"/>
            <a:pathLst>
              <a:path w="3467" h="1033">
                <a:moveTo>
                  <a:pt x="0" y="0"/>
                </a:moveTo>
                <a:lnTo>
                  <a:pt x="3467" y="0"/>
                </a:lnTo>
                <a:lnTo>
                  <a:pt x="34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828440" y="3933720"/>
            <a:ext cx="3105720" cy="371880"/>
          </a:xfrm>
          <a:custGeom>
            <a:avLst/>
            <a:gdLst/>
            <a:ahLst/>
            <a:rect l="0" t="0" r="r" b="b"/>
            <a:pathLst>
              <a:path w="8627" h="1033">
                <a:moveTo>
                  <a:pt x="0" y="0"/>
                </a:moveTo>
                <a:lnTo>
                  <a:pt x="8627" y="0"/>
                </a:lnTo>
                <a:lnTo>
                  <a:pt x="86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80680" y="4305240"/>
            <a:ext cx="1248120" cy="381240"/>
          </a:xfrm>
          <a:custGeom>
            <a:avLst/>
            <a:gdLst/>
            <a:ahLst/>
            <a:rect l="0" t="0" r="r" b="b"/>
            <a:pathLst>
              <a:path w="3467" h="1059">
                <a:moveTo>
                  <a:pt x="0" y="0"/>
                </a:moveTo>
                <a:lnTo>
                  <a:pt x="3467" y="0"/>
                </a:lnTo>
                <a:lnTo>
                  <a:pt x="346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828440" y="4305240"/>
            <a:ext cx="3105720" cy="381240"/>
          </a:xfrm>
          <a:custGeom>
            <a:avLst/>
            <a:gdLst/>
            <a:ahLst/>
            <a:rect l="0" t="0" r="r" b="b"/>
            <a:pathLst>
              <a:path w="8627" h="1059">
                <a:moveTo>
                  <a:pt x="0" y="0"/>
                </a:moveTo>
                <a:lnTo>
                  <a:pt x="8627" y="0"/>
                </a:lnTo>
                <a:lnTo>
                  <a:pt x="86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71320" y="243828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8284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838160" y="243828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93380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71320" y="2819160"/>
            <a:ext cx="1267200" cy="10080"/>
          </a:xfrm>
          <a:custGeom>
            <a:avLst/>
            <a:gdLst/>
            <a:ahLst/>
            <a:rect l="0" t="0" r="r" b="b"/>
            <a:pathLst>
              <a:path w="3520" h="28">
                <a:moveTo>
                  <a:pt x="0" y="0"/>
                </a:moveTo>
                <a:lnTo>
                  <a:pt x="3520" y="0"/>
                </a:lnTo>
                <a:lnTo>
                  <a:pt x="3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838160" y="281916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8284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9338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71320" y="319068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8284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838160" y="319068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49338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71320" y="356220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828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838160" y="356220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9338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393372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8284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838160" y="393372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9338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430524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8284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838160" y="430524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9338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71320" y="4676760"/>
            <a:ext cx="1267200" cy="9720"/>
          </a:xfrm>
          <a:custGeom>
            <a:avLst/>
            <a:gdLst/>
            <a:ahLst/>
            <a:rect l="0" t="0" r="r" b="b"/>
            <a:pathLst>
              <a:path w="3520" h="27">
                <a:moveTo>
                  <a:pt x="0" y="0"/>
                </a:moveTo>
                <a:lnTo>
                  <a:pt x="3520" y="0"/>
                </a:lnTo>
                <a:lnTo>
                  <a:pt x="3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838160" y="467676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71320" y="1859400"/>
            <a:ext cx="2929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开业营销（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W7-W9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96056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04880" y="2885400"/>
            <a:ext cx="655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T-14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960560" y="2885400"/>
            <a:ext cx="2873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软开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KOL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试饮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⼩红书⾸波种草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04880" y="3256920"/>
            <a:ext cx="57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T-7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960560" y="3256920"/>
            <a:ext cx="265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倒计时物料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预售会员卡享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04880" y="3628440"/>
            <a:ext cx="1042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T-0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（开业）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960560" y="3628440"/>
            <a:ext cx="312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⾸⽇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折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打卡送周边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公众号⾸推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04880" y="3999600"/>
            <a:ext cx="30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T+7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960560" y="3999600"/>
            <a:ext cx="238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⽼带新双⼈各返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04880" y="4371120"/>
            <a:ext cx="41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T+30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960560" y="4371120"/>
            <a:ext cx="277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⽉度复盘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调菜单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第⼆波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KOC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71320" y="2876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571320" y="1915920"/>
            <a:ext cx="527904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开业⾸发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3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件事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628920" y="3159360"/>
            <a:ext cx="375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⾸周体验券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：⽴减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587160" y="3521160"/>
            <a:ext cx="350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会员卡预售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储值得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¥360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87160" y="3883320"/>
            <a:ext cx="4636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打卡返杯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：发朋友圈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 → 免费续杯⼀次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3181320" y="4426920"/>
            <a:ext cx="209880" cy="116640"/>
          </a:xfrm>
          <a:custGeom>
            <a:avLst/>
            <a:gdLst/>
            <a:ahLst/>
            <a:rect l="0" t="0" r="r" b="b"/>
            <a:pathLst>
              <a:path w="583" h="324">
                <a:moveTo>
                  <a:pt x="583" y="162"/>
                </a:moveTo>
                <a:cubicBezTo>
                  <a:pt x="583" y="173"/>
                  <a:pt x="581" y="184"/>
                  <a:pt x="577" y="194"/>
                </a:cubicBezTo>
                <a:cubicBezTo>
                  <a:pt x="573" y="204"/>
                  <a:pt x="568" y="215"/>
                  <a:pt x="561" y="224"/>
                </a:cubicBezTo>
                <a:cubicBezTo>
                  <a:pt x="553" y="234"/>
                  <a:pt x="544" y="243"/>
                  <a:pt x="534" y="252"/>
                </a:cubicBezTo>
                <a:cubicBezTo>
                  <a:pt x="523" y="261"/>
                  <a:pt x="511" y="269"/>
                  <a:pt x="497" y="277"/>
                </a:cubicBezTo>
                <a:cubicBezTo>
                  <a:pt x="484" y="284"/>
                  <a:pt x="469" y="291"/>
                  <a:pt x="453" y="297"/>
                </a:cubicBezTo>
                <a:cubicBezTo>
                  <a:pt x="437" y="303"/>
                  <a:pt x="421" y="308"/>
                  <a:pt x="403" y="312"/>
                </a:cubicBezTo>
                <a:cubicBezTo>
                  <a:pt x="385" y="316"/>
                  <a:pt x="367" y="319"/>
                  <a:pt x="348" y="321"/>
                </a:cubicBezTo>
                <a:cubicBezTo>
                  <a:pt x="330" y="323"/>
                  <a:pt x="311" y="324"/>
                  <a:pt x="292" y="324"/>
                </a:cubicBezTo>
                <a:cubicBezTo>
                  <a:pt x="273" y="324"/>
                  <a:pt x="254" y="323"/>
                  <a:pt x="235" y="321"/>
                </a:cubicBezTo>
                <a:cubicBezTo>
                  <a:pt x="216" y="319"/>
                  <a:pt x="198" y="316"/>
                  <a:pt x="179" y="312"/>
                </a:cubicBezTo>
                <a:cubicBezTo>
                  <a:pt x="162" y="308"/>
                  <a:pt x="145" y="303"/>
                  <a:pt x="129" y="297"/>
                </a:cubicBezTo>
                <a:cubicBezTo>
                  <a:pt x="113" y="291"/>
                  <a:pt x="98" y="284"/>
                  <a:pt x="85" y="277"/>
                </a:cubicBezTo>
                <a:cubicBezTo>
                  <a:pt x="71" y="269"/>
                  <a:pt x="59" y="261"/>
                  <a:pt x="49" y="252"/>
                </a:cubicBezTo>
                <a:cubicBezTo>
                  <a:pt x="38" y="243"/>
                  <a:pt x="29" y="234"/>
                  <a:pt x="22" y="224"/>
                </a:cubicBezTo>
                <a:cubicBezTo>
                  <a:pt x="14" y="215"/>
                  <a:pt x="9" y="204"/>
                  <a:pt x="5" y="194"/>
                </a:cubicBezTo>
                <a:cubicBezTo>
                  <a:pt x="1" y="184"/>
                  <a:pt x="0" y="173"/>
                  <a:pt x="0" y="162"/>
                </a:cubicBezTo>
                <a:cubicBezTo>
                  <a:pt x="0" y="152"/>
                  <a:pt x="1" y="141"/>
                  <a:pt x="5" y="130"/>
                </a:cubicBezTo>
                <a:cubicBezTo>
                  <a:pt x="9" y="119"/>
                  <a:pt x="14" y="109"/>
                  <a:pt x="22" y="100"/>
                </a:cubicBezTo>
                <a:cubicBezTo>
                  <a:pt x="29" y="90"/>
                  <a:pt x="38" y="80"/>
                  <a:pt x="49" y="72"/>
                </a:cubicBezTo>
                <a:cubicBezTo>
                  <a:pt x="59" y="63"/>
                  <a:pt x="71" y="55"/>
                  <a:pt x="85" y="47"/>
                </a:cubicBezTo>
                <a:cubicBezTo>
                  <a:pt x="98" y="40"/>
                  <a:pt x="113" y="33"/>
                  <a:pt x="129" y="27"/>
                </a:cubicBezTo>
                <a:cubicBezTo>
                  <a:pt x="145" y="21"/>
                  <a:pt x="162" y="16"/>
                  <a:pt x="179" y="12"/>
                </a:cubicBezTo>
                <a:cubicBezTo>
                  <a:pt x="198" y="8"/>
                  <a:pt x="216" y="5"/>
                  <a:pt x="235" y="3"/>
                </a:cubicBezTo>
                <a:cubicBezTo>
                  <a:pt x="254" y="1"/>
                  <a:pt x="273" y="0"/>
                  <a:pt x="292" y="0"/>
                </a:cubicBezTo>
                <a:cubicBezTo>
                  <a:pt x="311" y="0"/>
                  <a:pt x="330" y="1"/>
                  <a:pt x="348" y="3"/>
                </a:cubicBezTo>
                <a:cubicBezTo>
                  <a:pt x="367" y="5"/>
                  <a:pt x="385" y="8"/>
                  <a:pt x="403" y="12"/>
                </a:cubicBezTo>
                <a:cubicBezTo>
                  <a:pt x="421" y="16"/>
                  <a:pt x="437" y="21"/>
                  <a:pt x="453" y="27"/>
                </a:cubicBezTo>
                <a:cubicBezTo>
                  <a:pt x="469" y="33"/>
                  <a:pt x="484" y="40"/>
                  <a:pt x="497" y="47"/>
                </a:cubicBezTo>
                <a:cubicBezTo>
                  <a:pt x="511" y="55"/>
                  <a:pt x="523" y="63"/>
                  <a:pt x="534" y="72"/>
                </a:cubicBezTo>
                <a:cubicBezTo>
                  <a:pt x="544" y="80"/>
                  <a:pt x="553" y="90"/>
                  <a:pt x="561" y="100"/>
                </a:cubicBezTo>
                <a:cubicBezTo>
                  <a:pt x="568" y="109"/>
                  <a:pt x="573" y="119"/>
                  <a:pt x="577" y="130"/>
                </a:cubicBezTo>
                <a:cubicBezTo>
                  <a:pt x="581" y="141"/>
                  <a:pt x="583" y="152"/>
                  <a:pt x="583" y="162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3181320" y="4415040"/>
            <a:ext cx="209880" cy="117000"/>
          </a:xfrm>
          <a:custGeom>
            <a:avLst/>
            <a:gdLst/>
            <a:ahLst/>
            <a:rect l="0" t="0" r="r" b="b"/>
            <a:pathLst>
              <a:path w="583" h="325">
                <a:moveTo>
                  <a:pt x="583" y="162"/>
                </a:moveTo>
                <a:cubicBezTo>
                  <a:pt x="583" y="174"/>
                  <a:pt x="581" y="184"/>
                  <a:pt x="577" y="195"/>
                </a:cubicBezTo>
                <a:cubicBezTo>
                  <a:pt x="573" y="205"/>
                  <a:pt x="568" y="215"/>
                  <a:pt x="561" y="225"/>
                </a:cubicBezTo>
                <a:cubicBezTo>
                  <a:pt x="553" y="235"/>
                  <a:pt x="544" y="244"/>
                  <a:pt x="534" y="253"/>
                </a:cubicBezTo>
                <a:cubicBezTo>
                  <a:pt x="523" y="262"/>
                  <a:pt x="511" y="270"/>
                  <a:pt x="497" y="277"/>
                </a:cubicBezTo>
                <a:cubicBezTo>
                  <a:pt x="484" y="285"/>
                  <a:pt x="469" y="292"/>
                  <a:pt x="453" y="298"/>
                </a:cubicBezTo>
                <a:cubicBezTo>
                  <a:pt x="437" y="303"/>
                  <a:pt x="421" y="308"/>
                  <a:pt x="403" y="312"/>
                </a:cubicBezTo>
                <a:cubicBezTo>
                  <a:pt x="385" y="317"/>
                  <a:pt x="367" y="320"/>
                  <a:pt x="348" y="322"/>
                </a:cubicBezTo>
                <a:cubicBezTo>
                  <a:pt x="330" y="324"/>
                  <a:pt x="311" y="325"/>
                  <a:pt x="292" y="325"/>
                </a:cubicBezTo>
                <a:cubicBezTo>
                  <a:pt x="273" y="325"/>
                  <a:pt x="254" y="324"/>
                  <a:pt x="235" y="322"/>
                </a:cubicBezTo>
                <a:cubicBezTo>
                  <a:pt x="216" y="320"/>
                  <a:pt x="198" y="317"/>
                  <a:pt x="179" y="312"/>
                </a:cubicBezTo>
                <a:cubicBezTo>
                  <a:pt x="162" y="308"/>
                  <a:pt x="145" y="303"/>
                  <a:pt x="129" y="298"/>
                </a:cubicBezTo>
                <a:cubicBezTo>
                  <a:pt x="113" y="292"/>
                  <a:pt x="98" y="285"/>
                  <a:pt x="85" y="277"/>
                </a:cubicBezTo>
                <a:cubicBezTo>
                  <a:pt x="71" y="270"/>
                  <a:pt x="59" y="262"/>
                  <a:pt x="49" y="253"/>
                </a:cubicBezTo>
                <a:cubicBezTo>
                  <a:pt x="38" y="244"/>
                  <a:pt x="29" y="235"/>
                  <a:pt x="22" y="225"/>
                </a:cubicBezTo>
                <a:cubicBezTo>
                  <a:pt x="14" y="215"/>
                  <a:pt x="9" y="205"/>
                  <a:pt x="5" y="195"/>
                </a:cubicBezTo>
                <a:cubicBezTo>
                  <a:pt x="1" y="184"/>
                  <a:pt x="0" y="174"/>
                  <a:pt x="0" y="162"/>
                </a:cubicBezTo>
                <a:cubicBezTo>
                  <a:pt x="0" y="151"/>
                  <a:pt x="1" y="141"/>
                  <a:pt x="5" y="131"/>
                </a:cubicBezTo>
                <a:cubicBezTo>
                  <a:pt x="9" y="120"/>
                  <a:pt x="14" y="110"/>
                  <a:pt x="22" y="100"/>
                </a:cubicBezTo>
                <a:cubicBezTo>
                  <a:pt x="29" y="90"/>
                  <a:pt x="38" y="81"/>
                  <a:pt x="49" y="72"/>
                </a:cubicBezTo>
                <a:cubicBezTo>
                  <a:pt x="59" y="63"/>
                  <a:pt x="71" y="55"/>
                  <a:pt x="85" y="48"/>
                </a:cubicBezTo>
                <a:cubicBezTo>
                  <a:pt x="98" y="40"/>
                  <a:pt x="113" y="34"/>
                  <a:pt x="129" y="28"/>
                </a:cubicBezTo>
                <a:cubicBezTo>
                  <a:pt x="145" y="22"/>
                  <a:pt x="162" y="17"/>
                  <a:pt x="179" y="13"/>
                </a:cubicBezTo>
                <a:cubicBezTo>
                  <a:pt x="198" y="9"/>
                  <a:pt x="216" y="6"/>
                  <a:pt x="235" y="4"/>
                </a:cubicBezTo>
                <a:cubicBezTo>
                  <a:pt x="254" y="1"/>
                  <a:pt x="273" y="0"/>
                  <a:pt x="292" y="0"/>
                </a:cubicBezTo>
                <a:cubicBezTo>
                  <a:pt x="311" y="0"/>
                  <a:pt x="330" y="1"/>
                  <a:pt x="348" y="4"/>
                </a:cubicBezTo>
                <a:cubicBezTo>
                  <a:pt x="367" y="6"/>
                  <a:pt x="385" y="9"/>
                  <a:pt x="403" y="13"/>
                </a:cubicBezTo>
                <a:cubicBezTo>
                  <a:pt x="421" y="17"/>
                  <a:pt x="437" y="22"/>
                  <a:pt x="453" y="28"/>
                </a:cubicBezTo>
                <a:cubicBezTo>
                  <a:pt x="469" y="34"/>
                  <a:pt x="484" y="40"/>
                  <a:pt x="497" y="48"/>
                </a:cubicBezTo>
                <a:cubicBezTo>
                  <a:pt x="511" y="55"/>
                  <a:pt x="523" y="63"/>
                  <a:pt x="534" y="72"/>
                </a:cubicBezTo>
                <a:cubicBezTo>
                  <a:pt x="544" y="81"/>
                  <a:pt x="553" y="90"/>
                  <a:pt x="561" y="100"/>
                </a:cubicBezTo>
                <a:cubicBezTo>
                  <a:pt x="568" y="110"/>
                  <a:pt x="573" y="120"/>
                  <a:pt x="577" y="131"/>
                </a:cubicBezTo>
                <a:cubicBezTo>
                  <a:pt x="581" y="141"/>
                  <a:pt x="583" y="151"/>
                  <a:pt x="583" y="162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187080" y="4403520"/>
            <a:ext cx="198000" cy="110880"/>
          </a:xfrm>
          <a:custGeom>
            <a:avLst/>
            <a:gdLst/>
            <a:ahLst/>
            <a:rect l="0" t="0" r="r" b="b"/>
            <a:pathLst>
              <a:path w="550" h="308">
                <a:moveTo>
                  <a:pt x="276" y="308"/>
                </a:moveTo>
                <a:cubicBezTo>
                  <a:pt x="33" y="308"/>
                  <a:pt x="0" y="65"/>
                  <a:pt x="0" y="0"/>
                </a:cubicBezTo>
                <a:lnTo>
                  <a:pt x="550" y="0"/>
                </a:lnTo>
                <a:cubicBezTo>
                  <a:pt x="550" y="32"/>
                  <a:pt x="519" y="308"/>
                  <a:pt x="276" y="308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187080" y="4346280"/>
            <a:ext cx="198000" cy="113400"/>
          </a:xfrm>
          <a:custGeom>
            <a:avLst/>
            <a:gdLst/>
            <a:ahLst/>
            <a:rect l="0" t="0" r="r" b="b"/>
            <a:pathLst>
              <a:path w="550" h="315">
                <a:moveTo>
                  <a:pt x="541" y="122"/>
                </a:moveTo>
                <a:cubicBezTo>
                  <a:pt x="580" y="-42"/>
                  <a:pt x="382" y="-3"/>
                  <a:pt x="343" y="28"/>
                </a:cubicBezTo>
                <a:cubicBezTo>
                  <a:pt x="322" y="26"/>
                  <a:pt x="299" y="24"/>
                  <a:pt x="276" y="24"/>
                </a:cubicBezTo>
                <a:cubicBezTo>
                  <a:pt x="123" y="24"/>
                  <a:pt x="0" y="77"/>
                  <a:pt x="0" y="161"/>
                </a:cubicBezTo>
                <a:cubicBezTo>
                  <a:pt x="0" y="245"/>
                  <a:pt x="123" y="315"/>
                  <a:pt x="276" y="315"/>
                </a:cubicBezTo>
                <a:cubicBezTo>
                  <a:pt x="427" y="315"/>
                  <a:pt x="550" y="245"/>
                  <a:pt x="550" y="161"/>
                </a:cubicBezTo>
                <a:cubicBezTo>
                  <a:pt x="550" y="147"/>
                  <a:pt x="547" y="134"/>
                  <a:pt x="541" y="122"/>
                </a:cubicBezTo>
                <a:moveTo>
                  <a:pt x="500" y="78"/>
                </a:moveTo>
                <a:cubicBezTo>
                  <a:pt x="478" y="63"/>
                  <a:pt x="450" y="51"/>
                  <a:pt x="417" y="42"/>
                </a:cubicBezTo>
                <a:cubicBezTo>
                  <a:pt x="448" y="33"/>
                  <a:pt x="491" y="37"/>
                  <a:pt x="500" y="7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3198600" y="4368600"/>
            <a:ext cx="174960" cy="81720"/>
          </a:xfrm>
          <a:custGeom>
            <a:avLst/>
            <a:gdLst/>
            <a:ahLst/>
            <a:rect l="0" t="0" r="r" b="b"/>
            <a:pathLst>
              <a:path w="486" h="227">
                <a:moveTo>
                  <a:pt x="486" y="113"/>
                </a:moveTo>
                <a:cubicBezTo>
                  <a:pt x="486" y="121"/>
                  <a:pt x="485" y="128"/>
                  <a:pt x="481" y="135"/>
                </a:cubicBezTo>
                <a:cubicBezTo>
                  <a:pt x="478" y="143"/>
                  <a:pt x="474" y="150"/>
                  <a:pt x="468" y="157"/>
                </a:cubicBezTo>
                <a:cubicBezTo>
                  <a:pt x="462" y="163"/>
                  <a:pt x="454" y="170"/>
                  <a:pt x="445" y="176"/>
                </a:cubicBezTo>
                <a:cubicBezTo>
                  <a:pt x="436" y="182"/>
                  <a:pt x="426" y="189"/>
                  <a:pt x="415" y="194"/>
                </a:cubicBezTo>
                <a:cubicBezTo>
                  <a:pt x="404" y="200"/>
                  <a:pt x="392" y="204"/>
                  <a:pt x="378" y="208"/>
                </a:cubicBezTo>
                <a:cubicBezTo>
                  <a:pt x="365" y="212"/>
                  <a:pt x="351" y="216"/>
                  <a:pt x="336" y="219"/>
                </a:cubicBezTo>
                <a:cubicBezTo>
                  <a:pt x="322" y="222"/>
                  <a:pt x="307" y="224"/>
                  <a:pt x="291" y="225"/>
                </a:cubicBezTo>
                <a:cubicBezTo>
                  <a:pt x="275" y="227"/>
                  <a:pt x="260" y="227"/>
                  <a:pt x="244" y="227"/>
                </a:cubicBezTo>
                <a:cubicBezTo>
                  <a:pt x="228" y="227"/>
                  <a:pt x="212" y="227"/>
                  <a:pt x="196" y="225"/>
                </a:cubicBezTo>
                <a:cubicBezTo>
                  <a:pt x="181" y="224"/>
                  <a:pt x="166" y="222"/>
                  <a:pt x="151" y="219"/>
                </a:cubicBezTo>
                <a:cubicBezTo>
                  <a:pt x="136" y="216"/>
                  <a:pt x="122" y="212"/>
                  <a:pt x="109" y="208"/>
                </a:cubicBezTo>
                <a:cubicBezTo>
                  <a:pt x="96" y="204"/>
                  <a:pt x="82" y="200"/>
                  <a:pt x="71" y="194"/>
                </a:cubicBezTo>
                <a:cubicBezTo>
                  <a:pt x="60" y="189"/>
                  <a:pt x="50" y="182"/>
                  <a:pt x="41" y="176"/>
                </a:cubicBezTo>
                <a:cubicBezTo>
                  <a:pt x="32" y="170"/>
                  <a:pt x="25" y="163"/>
                  <a:pt x="19" y="157"/>
                </a:cubicBezTo>
                <a:cubicBezTo>
                  <a:pt x="12" y="150"/>
                  <a:pt x="8" y="143"/>
                  <a:pt x="5" y="135"/>
                </a:cubicBezTo>
                <a:cubicBezTo>
                  <a:pt x="2" y="128"/>
                  <a:pt x="0" y="121"/>
                  <a:pt x="0" y="113"/>
                </a:cubicBezTo>
                <a:cubicBezTo>
                  <a:pt x="0" y="106"/>
                  <a:pt x="2" y="98"/>
                  <a:pt x="5" y="91"/>
                </a:cubicBezTo>
                <a:cubicBezTo>
                  <a:pt x="8" y="84"/>
                  <a:pt x="12" y="77"/>
                  <a:pt x="19" y="70"/>
                </a:cubicBezTo>
                <a:cubicBezTo>
                  <a:pt x="25" y="63"/>
                  <a:pt x="32" y="57"/>
                  <a:pt x="41" y="50"/>
                </a:cubicBezTo>
                <a:cubicBezTo>
                  <a:pt x="50" y="44"/>
                  <a:pt x="60" y="38"/>
                  <a:pt x="71" y="33"/>
                </a:cubicBezTo>
                <a:cubicBezTo>
                  <a:pt x="82" y="28"/>
                  <a:pt x="96" y="23"/>
                  <a:pt x="109" y="19"/>
                </a:cubicBezTo>
                <a:cubicBezTo>
                  <a:pt x="122" y="15"/>
                  <a:pt x="136" y="12"/>
                  <a:pt x="151" y="9"/>
                </a:cubicBezTo>
                <a:cubicBezTo>
                  <a:pt x="166" y="6"/>
                  <a:pt x="181" y="4"/>
                  <a:pt x="196" y="2"/>
                </a:cubicBezTo>
                <a:cubicBezTo>
                  <a:pt x="212" y="1"/>
                  <a:pt x="228" y="0"/>
                  <a:pt x="244" y="0"/>
                </a:cubicBezTo>
                <a:cubicBezTo>
                  <a:pt x="260" y="0"/>
                  <a:pt x="275" y="1"/>
                  <a:pt x="291" y="2"/>
                </a:cubicBezTo>
                <a:cubicBezTo>
                  <a:pt x="307" y="4"/>
                  <a:pt x="322" y="6"/>
                  <a:pt x="336" y="9"/>
                </a:cubicBezTo>
                <a:cubicBezTo>
                  <a:pt x="351" y="12"/>
                  <a:pt x="365" y="15"/>
                  <a:pt x="378" y="19"/>
                </a:cubicBezTo>
                <a:cubicBezTo>
                  <a:pt x="392" y="23"/>
                  <a:pt x="404" y="28"/>
                  <a:pt x="415" y="33"/>
                </a:cubicBezTo>
                <a:cubicBezTo>
                  <a:pt x="426" y="38"/>
                  <a:pt x="436" y="44"/>
                  <a:pt x="445" y="50"/>
                </a:cubicBezTo>
                <a:cubicBezTo>
                  <a:pt x="454" y="57"/>
                  <a:pt x="462" y="63"/>
                  <a:pt x="468" y="70"/>
                </a:cubicBezTo>
                <a:cubicBezTo>
                  <a:pt x="474" y="77"/>
                  <a:pt x="478" y="84"/>
                  <a:pt x="481" y="91"/>
                </a:cubicBezTo>
                <a:cubicBezTo>
                  <a:pt x="485" y="98"/>
                  <a:pt x="486" y="106"/>
                  <a:pt x="486" y="113"/>
                </a:cubicBezTo>
                <a:close/>
              </a:path>
            </a:pathLst>
          </a:custGeom>
          <a:solidFill>
            <a:srgbClr val="8A4B3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3245040" y="4333680"/>
            <a:ext cx="63720" cy="99360"/>
          </a:xfrm>
          <a:custGeom>
            <a:avLst/>
            <a:gdLst/>
            <a:ahLst/>
            <a:rect l="0" t="0" r="r" b="b"/>
            <a:pathLst>
              <a:path w="177" h="276">
                <a:moveTo>
                  <a:pt x="147" y="276"/>
                </a:moveTo>
                <a:cubicBezTo>
                  <a:pt x="143" y="276"/>
                  <a:pt x="139" y="274"/>
                  <a:pt x="136" y="271"/>
                </a:cubicBezTo>
                <a:cubicBezTo>
                  <a:pt x="98" y="233"/>
                  <a:pt x="97" y="192"/>
                  <a:pt x="134" y="137"/>
                </a:cubicBezTo>
                <a:cubicBezTo>
                  <a:pt x="145" y="119"/>
                  <a:pt x="148" y="100"/>
                  <a:pt x="141" y="82"/>
                </a:cubicBezTo>
                <a:cubicBezTo>
                  <a:pt x="134" y="62"/>
                  <a:pt x="118" y="50"/>
                  <a:pt x="113" y="48"/>
                </a:cubicBezTo>
                <a:cubicBezTo>
                  <a:pt x="104" y="48"/>
                  <a:pt x="98" y="41"/>
                  <a:pt x="98" y="32"/>
                </a:cubicBezTo>
                <a:cubicBezTo>
                  <a:pt x="98" y="23"/>
                  <a:pt x="106" y="16"/>
                  <a:pt x="115" y="16"/>
                </a:cubicBezTo>
                <a:cubicBezTo>
                  <a:pt x="131" y="16"/>
                  <a:pt x="153" y="35"/>
                  <a:pt x="166" y="59"/>
                </a:cubicBezTo>
                <a:cubicBezTo>
                  <a:pt x="183" y="90"/>
                  <a:pt x="181" y="124"/>
                  <a:pt x="160" y="156"/>
                </a:cubicBezTo>
                <a:cubicBezTo>
                  <a:pt x="129" y="203"/>
                  <a:pt x="136" y="226"/>
                  <a:pt x="158" y="248"/>
                </a:cubicBezTo>
                <a:cubicBezTo>
                  <a:pt x="165" y="255"/>
                  <a:pt x="165" y="265"/>
                  <a:pt x="158" y="271"/>
                </a:cubicBezTo>
                <a:cubicBezTo>
                  <a:pt x="155" y="274"/>
                  <a:pt x="151" y="276"/>
                  <a:pt x="147" y="276"/>
                </a:cubicBezTo>
                <a:moveTo>
                  <a:pt x="49" y="244"/>
                </a:moveTo>
                <a:cubicBezTo>
                  <a:pt x="45" y="244"/>
                  <a:pt x="41" y="242"/>
                  <a:pt x="38" y="239"/>
                </a:cubicBezTo>
                <a:cubicBezTo>
                  <a:pt x="0" y="201"/>
                  <a:pt x="-1" y="160"/>
                  <a:pt x="35" y="104"/>
                </a:cubicBezTo>
                <a:cubicBezTo>
                  <a:pt x="47" y="87"/>
                  <a:pt x="50" y="71"/>
                  <a:pt x="43" y="57"/>
                </a:cubicBezTo>
                <a:cubicBezTo>
                  <a:pt x="36" y="41"/>
                  <a:pt x="20" y="33"/>
                  <a:pt x="16" y="32"/>
                </a:cubicBezTo>
                <a:cubicBezTo>
                  <a:pt x="7" y="32"/>
                  <a:pt x="0" y="25"/>
                  <a:pt x="0" y="16"/>
                </a:cubicBezTo>
                <a:cubicBezTo>
                  <a:pt x="0" y="7"/>
                  <a:pt x="7" y="0"/>
                  <a:pt x="16" y="0"/>
                </a:cubicBezTo>
                <a:lnTo>
                  <a:pt x="17" y="0"/>
                </a:lnTo>
                <a:cubicBezTo>
                  <a:pt x="34" y="1"/>
                  <a:pt x="60" y="16"/>
                  <a:pt x="72" y="39"/>
                </a:cubicBezTo>
                <a:cubicBezTo>
                  <a:pt x="80" y="54"/>
                  <a:pt x="89" y="84"/>
                  <a:pt x="63" y="122"/>
                </a:cubicBezTo>
                <a:cubicBezTo>
                  <a:pt x="31" y="171"/>
                  <a:pt x="38" y="193"/>
                  <a:pt x="61" y="216"/>
                </a:cubicBezTo>
                <a:cubicBezTo>
                  <a:pt x="68" y="222"/>
                  <a:pt x="68" y="232"/>
                  <a:pt x="61" y="239"/>
                </a:cubicBezTo>
                <a:cubicBezTo>
                  <a:pt x="58" y="242"/>
                  <a:pt x="54" y="244"/>
                  <a:pt x="49" y="244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71320" y="4302360"/>
            <a:ext cx="2575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期待下周⼀线上线下同步⻅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