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571320" y="3162240"/>
            <a:ext cx="11049480" cy="57240"/>
          </a:xfrm>
          <a:custGeom>
            <a:avLst/>
            <a:gdLst/>
            <a:ahLst/>
            <a:rect l="0" t="0" r="r" b="b"/>
            <a:pathLst>
              <a:path w="30693" h="159">
                <a:moveTo>
                  <a:pt x="0" y="0"/>
                </a:moveTo>
                <a:lnTo>
                  <a:pt x="30693" y="0"/>
                </a:lnTo>
                <a:lnTo>
                  <a:pt x="30693" y="159"/>
                </a:lnTo>
                <a:lnTo>
                  <a:pt x="0" y="159"/>
                </a:lnTo>
                <a:lnTo>
                  <a:pt x="0" y="0"/>
                </a:lnTo>
                <a:close/>
              </a:path>
            </a:pathLst>
          </a:custGeom>
          <a:solidFill>
            <a:srgbClr val="A3B5A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571320" y="2201760"/>
            <a:ext cx="320616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Coﬀee Lab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571320" y="3420360"/>
            <a:ext cx="2844360" cy="426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深化设计交付包 </a:t>
            </a:r>
            <a:r>
              <a:rPr lang="en-US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571320" y="4015440"/>
            <a:ext cx="38084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源⽂件清单 </a:t>
            </a:r>
            <a:r>
              <a:rPr lang="en-US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材质规格 </a:t>
            </a:r>
            <a:r>
              <a:rPr lang="en-US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深化要点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285840" y="6409440"/>
            <a:ext cx="370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设计师同事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184508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580680" y="1666800"/>
            <a:ext cx="3896280" cy="371880"/>
          </a:xfrm>
          <a:custGeom>
            <a:avLst/>
            <a:gdLst/>
            <a:ahLst/>
            <a:rect l="0" t="0" r="r" b="b"/>
            <a:pathLst>
              <a:path w="10823" h="1033">
                <a:moveTo>
                  <a:pt x="0" y="0"/>
                </a:moveTo>
                <a:lnTo>
                  <a:pt x="10823" y="0"/>
                </a:lnTo>
                <a:lnTo>
                  <a:pt x="1082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4476600" y="1666800"/>
            <a:ext cx="3219840" cy="371880"/>
          </a:xfrm>
          <a:custGeom>
            <a:avLst/>
            <a:gdLst/>
            <a:ahLst/>
            <a:rect l="0" t="0" r="r" b="b"/>
            <a:pathLst>
              <a:path w="8944" h="1033">
                <a:moveTo>
                  <a:pt x="0" y="0"/>
                </a:moveTo>
                <a:lnTo>
                  <a:pt x="8944" y="0"/>
                </a:lnTo>
                <a:lnTo>
                  <a:pt x="89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7696080" y="1666800"/>
            <a:ext cx="1429200" cy="371880"/>
          </a:xfrm>
          <a:custGeom>
            <a:avLst/>
            <a:gdLst/>
            <a:ahLst/>
            <a:rect l="0" t="0" r="r" b="b"/>
            <a:pathLst>
              <a:path w="3970" h="1033">
                <a:moveTo>
                  <a:pt x="0" y="0"/>
                </a:moveTo>
                <a:lnTo>
                  <a:pt x="3970" y="0"/>
                </a:lnTo>
                <a:lnTo>
                  <a:pt x="397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580680" y="1666800"/>
            <a:ext cx="3896280" cy="371880"/>
          </a:xfrm>
          <a:custGeom>
            <a:avLst/>
            <a:gdLst/>
            <a:ahLst/>
            <a:rect l="0" t="0" r="r" b="b"/>
            <a:pathLst>
              <a:path w="10823" h="1033">
                <a:moveTo>
                  <a:pt x="0" y="0"/>
                </a:moveTo>
                <a:lnTo>
                  <a:pt x="10823" y="0"/>
                </a:lnTo>
                <a:lnTo>
                  <a:pt x="1082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4476600" y="1666800"/>
            <a:ext cx="3219840" cy="371880"/>
          </a:xfrm>
          <a:custGeom>
            <a:avLst/>
            <a:gdLst/>
            <a:ahLst/>
            <a:rect l="0" t="0" r="r" b="b"/>
            <a:pathLst>
              <a:path w="8944" h="1033">
                <a:moveTo>
                  <a:pt x="0" y="0"/>
                </a:moveTo>
                <a:lnTo>
                  <a:pt x="8944" y="0"/>
                </a:lnTo>
                <a:lnTo>
                  <a:pt x="89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7696080" y="1666800"/>
            <a:ext cx="1429200" cy="371880"/>
          </a:xfrm>
          <a:custGeom>
            <a:avLst/>
            <a:gdLst/>
            <a:ahLst/>
            <a:rect l="0" t="0" r="r" b="b"/>
            <a:pathLst>
              <a:path w="3970" h="1033">
                <a:moveTo>
                  <a:pt x="0" y="0"/>
                </a:moveTo>
                <a:lnTo>
                  <a:pt x="3970" y="0"/>
                </a:lnTo>
                <a:lnTo>
                  <a:pt x="397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580680" y="2038320"/>
            <a:ext cx="3896280" cy="428760"/>
          </a:xfrm>
          <a:custGeom>
            <a:avLst/>
            <a:gdLst/>
            <a:ahLst/>
            <a:rect l="0" t="0" r="r" b="b"/>
            <a:pathLst>
              <a:path w="10823" h="1191">
                <a:moveTo>
                  <a:pt x="0" y="0"/>
                </a:moveTo>
                <a:lnTo>
                  <a:pt x="10823" y="0"/>
                </a:lnTo>
                <a:lnTo>
                  <a:pt x="10823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4476600" y="2038320"/>
            <a:ext cx="3219840" cy="428760"/>
          </a:xfrm>
          <a:custGeom>
            <a:avLst/>
            <a:gdLst/>
            <a:ahLst/>
            <a:rect l="0" t="0" r="r" b="b"/>
            <a:pathLst>
              <a:path w="8944" h="1191">
                <a:moveTo>
                  <a:pt x="0" y="0"/>
                </a:moveTo>
                <a:lnTo>
                  <a:pt x="8944" y="0"/>
                </a:lnTo>
                <a:lnTo>
                  <a:pt x="8944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7696080" y="2038320"/>
            <a:ext cx="1429200" cy="428760"/>
          </a:xfrm>
          <a:custGeom>
            <a:avLst/>
            <a:gdLst/>
            <a:ahLst/>
            <a:rect l="0" t="0" r="r" b="b"/>
            <a:pathLst>
              <a:path w="3970" h="1191">
                <a:moveTo>
                  <a:pt x="0" y="0"/>
                </a:moveTo>
                <a:lnTo>
                  <a:pt x="3970" y="0"/>
                </a:lnTo>
                <a:lnTo>
                  <a:pt x="3970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580680" y="2466720"/>
            <a:ext cx="3896280" cy="429120"/>
          </a:xfrm>
          <a:custGeom>
            <a:avLst/>
            <a:gdLst/>
            <a:ahLst/>
            <a:rect l="0" t="0" r="r" b="b"/>
            <a:pathLst>
              <a:path w="10823" h="1192">
                <a:moveTo>
                  <a:pt x="0" y="0"/>
                </a:moveTo>
                <a:lnTo>
                  <a:pt x="10823" y="0"/>
                </a:lnTo>
                <a:lnTo>
                  <a:pt x="10823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4476600" y="2466720"/>
            <a:ext cx="3219840" cy="429120"/>
          </a:xfrm>
          <a:custGeom>
            <a:avLst/>
            <a:gdLst/>
            <a:ahLst/>
            <a:rect l="0" t="0" r="r" b="b"/>
            <a:pathLst>
              <a:path w="8944" h="1192">
                <a:moveTo>
                  <a:pt x="0" y="0"/>
                </a:moveTo>
                <a:lnTo>
                  <a:pt x="8944" y="0"/>
                </a:lnTo>
                <a:lnTo>
                  <a:pt x="8944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7696080" y="2466720"/>
            <a:ext cx="1429200" cy="429120"/>
          </a:xfrm>
          <a:custGeom>
            <a:avLst/>
            <a:gdLst/>
            <a:ahLst/>
            <a:rect l="0" t="0" r="r" b="b"/>
            <a:pathLst>
              <a:path w="3970" h="1192">
                <a:moveTo>
                  <a:pt x="0" y="0"/>
                </a:moveTo>
                <a:lnTo>
                  <a:pt x="3970" y="0"/>
                </a:lnTo>
                <a:lnTo>
                  <a:pt x="3970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580680" y="2895480"/>
            <a:ext cx="3896280" cy="428760"/>
          </a:xfrm>
          <a:custGeom>
            <a:avLst/>
            <a:gdLst/>
            <a:ahLst/>
            <a:rect l="0" t="0" r="r" b="b"/>
            <a:pathLst>
              <a:path w="10823" h="1191">
                <a:moveTo>
                  <a:pt x="0" y="0"/>
                </a:moveTo>
                <a:lnTo>
                  <a:pt x="10823" y="0"/>
                </a:lnTo>
                <a:lnTo>
                  <a:pt x="10823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4476600" y="2895480"/>
            <a:ext cx="3219840" cy="428760"/>
          </a:xfrm>
          <a:custGeom>
            <a:avLst/>
            <a:gdLst/>
            <a:ahLst/>
            <a:rect l="0" t="0" r="r" b="b"/>
            <a:pathLst>
              <a:path w="8944" h="1191">
                <a:moveTo>
                  <a:pt x="0" y="0"/>
                </a:moveTo>
                <a:lnTo>
                  <a:pt x="8944" y="0"/>
                </a:lnTo>
                <a:lnTo>
                  <a:pt x="8944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7696080" y="2895480"/>
            <a:ext cx="1429200" cy="428760"/>
          </a:xfrm>
          <a:custGeom>
            <a:avLst/>
            <a:gdLst/>
            <a:ahLst/>
            <a:rect l="0" t="0" r="r" b="b"/>
            <a:pathLst>
              <a:path w="3970" h="1191">
                <a:moveTo>
                  <a:pt x="0" y="0"/>
                </a:moveTo>
                <a:lnTo>
                  <a:pt x="3970" y="0"/>
                </a:lnTo>
                <a:lnTo>
                  <a:pt x="3970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580680" y="3323880"/>
            <a:ext cx="3896280" cy="429120"/>
          </a:xfrm>
          <a:custGeom>
            <a:avLst/>
            <a:gdLst/>
            <a:ahLst/>
            <a:rect l="0" t="0" r="r" b="b"/>
            <a:pathLst>
              <a:path w="10823" h="1192">
                <a:moveTo>
                  <a:pt x="0" y="0"/>
                </a:moveTo>
                <a:lnTo>
                  <a:pt x="10823" y="0"/>
                </a:lnTo>
                <a:lnTo>
                  <a:pt x="10823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4476600" y="3323880"/>
            <a:ext cx="3219840" cy="429120"/>
          </a:xfrm>
          <a:custGeom>
            <a:avLst/>
            <a:gdLst/>
            <a:ahLst/>
            <a:rect l="0" t="0" r="r" b="b"/>
            <a:pathLst>
              <a:path w="8944" h="1192">
                <a:moveTo>
                  <a:pt x="0" y="0"/>
                </a:moveTo>
                <a:lnTo>
                  <a:pt x="8944" y="0"/>
                </a:lnTo>
                <a:lnTo>
                  <a:pt x="8944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7696080" y="3323880"/>
            <a:ext cx="1429200" cy="429120"/>
          </a:xfrm>
          <a:custGeom>
            <a:avLst/>
            <a:gdLst/>
            <a:ahLst/>
            <a:rect l="0" t="0" r="r" b="b"/>
            <a:pathLst>
              <a:path w="3970" h="1192">
                <a:moveTo>
                  <a:pt x="0" y="0"/>
                </a:moveTo>
                <a:lnTo>
                  <a:pt x="3970" y="0"/>
                </a:lnTo>
                <a:lnTo>
                  <a:pt x="3970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580680" y="3752640"/>
            <a:ext cx="3896280" cy="429120"/>
          </a:xfrm>
          <a:custGeom>
            <a:avLst/>
            <a:gdLst/>
            <a:ahLst/>
            <a:rect l="0" t="0" r="r" b="b"/>
            <a:pathLst>
              <a:path w="10823" h="1192">
                <a:moveTo>
                  <a:pt x="0" y="0"/>
                </a:moveTo>
                <a:lnTo>
                  <a:pt x="10823" y="0"/>
                </a:lnTo>
                <a:lnTo>
                  <a:pt x="10823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4476600" y="3752640"/>
            <a:ext cx="3219840" cy="429120"/>
          </a:xfrm>
          <a:custGeom>
            <a:avLst/>
            <a:gdLst/>
            <a:ahLst/>
            <a:rect l="0" t="0" r="r" b="b"/>
            <a:pathLst>
              <a:path w="8944" h="1192">
                <a:moveTo>
                  <a:pt x="0" y="0"/>
                </a:moveTo>
                <a:lnTo>
                  <a:pt x="8944" y="0"/>
                </a:lnTo>
                <a:lnTo>
                  <a:pt x="8944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7696080" y="3752640"/>
            <a:ext cx="1429200" cy="429120"/>
          </a:xfrm>
          <a:custGeom>
            <a:avLst/>
            <a:gdLst/>
            <a:ahLst/>
            <a:rect l="0" t="0" r="r" b="b"/>
            <a:pathLst>
              <a:path w="3970" h="1192">
                <a:moveTo>
                  <a:pt x="0" y="0"/>
                </a:moveTo>
                <a:lnTo>
                  <a:pt x="3970" y="0"/>
                </a:lnTo>
                <a:lnTo>
                  <a:pt x="3970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580680" y="4181400"/>
            <a:ext cx="3896280" cy="428760"/>
          </a:xfrm>
          <a:custGeom>
            <a:avLst/>
            <a:gdLst/>
            <a:ahLst/>
            <a:rect l="0" t="0" r="r" b="b"/>
            <a:pathLst>
              <a:path w="10823" h="1191">
                <a:moveTo>
                  <a:pt x="0" y="0"/>
                </a:moveTo>
                <a:lnTo>
                  <a:pt x="10823" y="0"/>
                </a:lnTo>
                <a:lnTo>
                  <a:pt x="10823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4476600" y="4181400"/>
            <a:ext cx="3219840" cy="428760"/>
          </a:xfrm>
          <a:custGeom>
            <a:avLst/>
            <a:gdLst/>
            <a:ahLst/>
            <a:rect l="0" t="0" r="r" b="b"/>
            <a:pathLst>
              <a:path w="8944" h="1191">
                <a:moveTo>
                  <a:pt x="0" y="0"/>
                </a:moveTo>
                <a:lnTo>
                  <a:pt x="8944" y="0"/>
                </a:lnTo>
                <a:lnTo>
                  <a:pt x="8944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7696080" y="4181400"/>
            <a:ext cx="1429200" cy="428760"/>
          </a:xfrm>
          <a:custGeom>
            <a:avLst/>
            <a:gdLst/>
            <a:ahLst/>
            <a:rect l="0" t="0" r="r" b="b"/>
            <a:pathLst>
              <a:path w="3970" h="1191">
                <a:moveTo>
                  <a:pt x="0" y="0"/>
                </a:moveTo>
                <a:lnTo>
                  <a:pt x="3970" y="0"/>
                </a:lnTo>
                <a:lnTo>
                  <a:pt x="3970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580680" y="4609800"/>
            <a:ext cx="3896280" cy="419400"/>
          </a:xfrm>
          <a:custGeom>
            <a:avLst/>
            <a:gdLst/>
            <a:ahLst/>
            <a:rect l="0" t="0" r="r" b="b"/>
            <a:pathLst>
              <a:path w="10823" h="1165">
                <a:moveTo>
                  <a:pt x="0" y="0"/>
                </a:moveTo>
                <a:lnTo>
                  <a:pt x="10823" y="0"/>
                </a:lnTo>
                <a:lnTo>
                  <a:pt x="10823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4476600" y="4609800"/>
            <a:ext cx="3219840" cy="419400"/>
          </a:xfrm>
          <a:custGeom>
            <a:avLst/>
            <a:gdLst/>
            <a:ahLst/>
            <a:rect l="0" t="0" r="r" b="b"/>
            <a:pathLst>
              <a:path w="8944" h="1165">
                <a:moveTo>
                  <a:pt x="0" y="0"/>
                </a:moveTo>
                <a:lnTo>
                  <a:pt x="8944" y="0"/>
                </a:lnTo>
                <a:lnTo>
                  <a:pt x="894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7696080" y="4609800"/>
            <a:ext cx="1429200" cy="419400"/>
          </a:xfrm>
          <a:custGeom>
            <a:avLst/>
            <a:gdLst/>
            <a:ahLst/>
            <a:rect l="0" t="0" r="r" b="b"/>
            <a:pathLst>
              <a:path w="3970" h="1165">
                <a:moveTo>
                  <a:pt x="0" y="0"/>
                </a:moveTo>
                <a:lnTo>
                  <a:pt x="3970" y="0"/>
                </a:lnTo>
                <a:lnTo>
                  <a:pt x="397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580680" y="5028840"/>
            <a:ext cx="3896280" cy="429120"/>
          </a:xfrm>
          <a:custGeom>
            <a:avLst/>
            <a:gdLst/>
            <a:ahLst/>
            <a:rect l="0" t="0" r="r" b="b"/>
            <a:pathLst>
              <a:path w="10823" h="1192">
                <a:moveTo>
                  <a:pt x="0" y="0"/>
                </a:moveTo>
                <a:lnTo>
                  <a:pt x="10823" y="0"/>
                </a:lnTo>
                <a:lnTo>
                  <a:pt x="10823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4476600" y="5028840"/>
            <a:ext cx="3219840" cy="429120"/>
          </a:xfrm>
          <a:custGeom>
            <a:avLst/>
            <a:gdLst/>
            <a:ahLst/>
            <a:rect l="0" t="0" r="r" b="b"/>
            <a:pathLst>
              <a:path w="8944" h="1192">
                <a:moveTo>
                  <a:pt x="0" y="0"/>
                </a:moveTo>
                <a:lnTo>
                  <a:pt x="8944" y="0"/>
                </a:lnTo>
                <a:lnTo>
                  <a:pt x="8944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7696080" y="5028840"/>
            <a:ext cx="1429200" cy="429120"/>
          </a:xfrm>
          <a:custGeom>
            <a:avLst/>
            <a:gdLst/>
            <a:ahLst/>
            <a:rect l="0" t="0" r="r" b="b"/>
            <a:pathLst>
              <a:path w="3970" h="1192">
                <a:moveTo>
                  <a:pt x="0" y="0"/>
                </a:moveTo>
                <a:lnTo>
                  <a:pt x="3970" y="0"/>
                </a:lnTo>
                <a:lnTo>
                  <a:pt x="3970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571320" y="16668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571320" y="1666800"/>
            <a:ext cx="3915000" cy="9720"/>
          </a:xfrm>
          <a:custGeom>
            <a:avLst/>
            <a:gdLst/>
            <a:ahLst/>
            <a:rect l="0" t="0" r="r" b="b"/>
            <a:pathLst>
              <a:path w="10875" h="27">
                <a:moveTo>
                  <a:pt x="0" y="0"/>
                </a:moveTo>
                <a:lnTo>
                  <a:pt x="10875" y="0"/>
                </a:lnTo>
                <a:lnTo>
                  <a:pt x="108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4476600" y="16668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4485960" y="1666800"/>
            <a:ext cx="3219840" cy="9720"/>
          </a:xfrm>
          <a:custGeom>
            <a:avLst/>
            <a:gdLst/>
            <a:ahLst/>
            <a:rect l="0" t="0" r="r" b="b"/>
            <a:pathLst>
              <a:path w="8944" h="27">
                <a:moveTo>
                  <a:pt x="0" y="0"/>
                </a:moveTo>
                <a:lnTo>
                  <a:pt x="8944" y="0"/>
                </a:lnTo>
                <a:lnTo>
                  <a:pt x="89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7696080" y="16668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7705440" y="1666800"/>
            <a:ext cx="1419840" cy="9720"/>
          </a:xfrm>
          <a:custGeom>
            <a:avLst/>
            <a:gdLst/>
            <a:ahLst/>
            <a:rect l="0" t="0" r="r" b="b"/>
            <a:pathLst>
              <a:path w="3944" h="27">
                <a:moveTo>
                  <a:pt x="0" y="0"/>
                </a:moveTo>
                <a:lnTo>
                  <a:pt x="3944" y="0"/>
                </a:lnTo>
                <a:lnTo>
                  <a:pt x="39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9115200" y="16668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571320" y="2038320"/>
            <a:ext cx="3915000" cy="9720"/>
          </a:xfrm>
          <a:custGeom>
            <a:avLst/>
            <a:gdLst/>
            <a:ahLst/>
            <a:rect l="0" t="0" r="r" b="b"/>
            <a:pathLst>
              <a:path w="10875" h="27">
                <a:moveTo>
                  <a:pt x="0" y="0"/>
                </a:moveTo>
                <a:lnTo>
                  <a:pt x="10875" y="0"/>
                </a:lnTo>
                <a:lnTo>
                  <a:pt x="108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4485960" y="2038320"/>
            <a:ext cx="3219840" cy="9720"/>
          </a:xfrm>
          <a:custGeom>
            <a:avLst/>
            <a:gdLst/>
            <a:ahLst/>
            <a:rect l="0" t="0" r="r" b="b"/>
            <a:pathLst>
              <a:path w="8944" h="27">
                <a:moveTo>
                  <a:pt x="0" y="0"/>
                </a:moveTo>
                <a:lnTo>
                  <a:pt x="8944" y="0"/>
                </a:lnTo>
                <a:lnTo>
                  <a:pt x="89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7705440" y="2038320"/>
            <a:ext cx="1419840" cy="9720"/>
          </a:xfrm>
          <a:custGeom>
            <a:avLst/>
            <a:gdLst/>
            <a:ahLst/>
            <a:rect l="0" t="0" r="r" b="b"/>
            <a:pathLst>
              <a:path w="3944" h="27">
                <a:moveTo>
                  <a:pt x="0" y="0"/>
                </a:moveTo>
                <a:lnTo>
                  <a:pt x="3944" y="0"/>
                </a:lnTo>
                <a:lnTo>
                  <a:pt x="39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571320" y="204768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4476600" y="204768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7696080" y="204768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9115200" y="204768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571320" y="247644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571320" y="2466720"/>
            <a:ext cx="3915000" cy="10080"/>
          </a:xfrm>
          <a:custGeom>
            <a:avLst/>
            <a:gdLst/>
            <a:ahLst/>
            <a:rect l="0" t="0" r="r" b="b"/>
            <a:pathLst>
              <a:path w="10875" h="28">
                <a:moveTo>
                  <a:pt x="0" y="0"/>
                </a:moveTo>
                <a:lnTo>
                  <a:pt x="10875" y="0"/>
                </a:lnTo>
                <a:lnTo>
                  <a:pt x="108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4476600" y="247644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4485960" y="2466720"/>
            <a:ext cx="3219840" cy="10080"/>
          </a:xfrm>
          <a:custGeom>
            <a:avLst/>
            <a:gdLst/>
            <a:ahLst/>
            <a:rect l="0" t="0" r="r" b="b"/>
            <a:pathLst>
              <a:path w="8944" h="28">
                <a:moveTo>
                  <a:pt x="0" y="0"/>
                </a:moveTo>
                <a:lnTo>
                  <a:pt x="8944" y="0"/>
                </a:lnTo>
                <a:lnTo>
                  <a:pt x="89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7696080" y="247644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7705440" y="2466720"/>
            <a:ext cx="1419840" cy="10080"/>
          </a:xfrm>
          <a:custGeom>
            <a:avLst/>
            <a:gdLst/>
            <a:ahLst/>
            <a:rect l="0" t="0" r="r" b="b"/>
            <a:pathLst>
              <a:path w="3944" h="28">
                <a:moveTo>
                  <a:pt x="0" y="0"/>
                </a:moveTo>
                <a:lnTo>
                  <a:pt x="3944" y="0"/>
                </a:lnTo>
                <a:lnTo>
                  <a:pt x="39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9115200" y="2476440"/>
            <a:ext cx="10080" cy="428760"/>
          </a:xfrm>
          <a:custGeom>
            <a:avLst/>
            <a:gdLst/>
            <a:ahLst/>
            <a:rect l="0" t="0" r="r" b="b"/>
            <a:pathLst>
              <a:path w="28" h="1191">
                <a:moveTo>
                  <a:pt x="0" y="0"/>
                </a:moveTo>
                <a:lnTo>
                  <a:pt x="28" y="0"/>
                </a:lnTo>
                <a:lnTo>
                  <a:pt x="2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571320" y="2904840"/>
            <a:ext cx="9720" cy="419400"/>
          </a:xfrm>
          <a:custGeom>
            <a:avLst/>
            <a:gdLst/>
            <a:ah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571320" y="2895480"/>
            <a:ext cx="3915000" cy="9720"/>
          </a:xfrm>
          <a:custGeom>
            <a:avLst/>
            <a:gdLst/>
            <a:ahLst/>
            <a:rect l="0" t="0" r="r" b="b"/>
            <a:pathLst>
              <a:path w="10875" h="27">
                <a:moveTo>
                  <a:pt x="0" y="0"/>
                </a:moveTo>
                <a:lnTo>
                  <a:pt x="10875" y="0"/>
                </a:lnTo>
                <a:lnTo>
                  <a:pt x="108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4476600" y="2904840"/>
            <a:ext cx="9720" cy="419400"/>
          </a:xfrm>
          <a:custGeom>
            <a:avLst/>
            <a:gdLst/>
            <a:ah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4485960" y="2895480"/>
            <a:ext cx="3219840" cy="9720"/>
          </a:xfrm>
          <a:custGeom>
            <a:avLst/>
            <a:gdLst/>
            <a:ahLst/>
            <a:rect l="0" t="0" r="r" b="b"/>
            <a:pathLst>
              <a:path w="8944" h="27">
                <a:moveTo>
                  <a:pt x="0" y="0"/>
                </a:moveTo>
                <a:lnTo>
                  <a:pt x="8944" y="0"/>
                </a:lnTo>
                <a:lnTo>
                  <a:pt x="89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7696080" y="2904840"/>
            <a:ext cx="9720" cy="419400"/>
          </a:xfrm>
          <a:custGeom>
            <a:avLst/>
            <a:gdLst/>
            <a:ah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7705440" y="2895480"/>
            <a:ext cx="1419840" cy="9720"/>
          </a:xfrm>
          <a:custGeom>
            <a:avLst/>
            <a:gdLst/>
            <a:ahLst/>
            <a:rect l="0" t="0" r="r" b="b"/>
            <a:pathLst>
              <a:path w="3944" h="27">
                <a:moveTo>
                  <a:pt x="0" y="0"/>
                </a:moveTo>
                <a:lnTo>
                  <a:pt x="3944" y="0"/>
                </a:lnTo>
                <a:lnTo>
                  <a:pt x="39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9115200" y="2904840"/>
            <a:ext cx="10080" cy="419400"/>
          </a:xfrm>
          <a:custGeom>
            <a:avLst/>
            <a:gdLst/>
            <a:ah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571320" y="332388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571320" y="3314520"/>
            <a:ext cx="3915000" cy="9720"/>
          </a:xfrm>
          <a:custGeom>
            <a:avLst/>
            <a:gdLst/>
            <a:ahLst/>
            <a:rect l="0" t="0" r="r" b="b"/>
            <a:pathLst>
              <a:path w="10875" h="27">
                <a:moveTo>
                  <a:pt x="0" y="0"/>
                </a:moveTo>
                <a:lnTo>
                  <a:pt x="10875" y="0"/>
                </a:lnTo>
                <a:lnTo>
                  <a:pt x="108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4476600" y="332388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4485960" y="3314520"/>
            <a:ext cx="3219840" cy="9720"/>
          </a:xfrm>
          <a:custGeom>
            <a:avLst/>
            <a:gdLst/>
            <a:ahLst/>
            <a:rect l="0" t="0" r="r" b="b"/>
            <a:pathLst>
              <a:path w="8944" h="27">
                <a:moveTo>
                  <a:pt x="0" y="0"/>
                </a:moveTo>
                <a:lnTo>
                  <a:pt x="8944" y="0"/>
                </a:lnTo>
                <a:lnTo>
                  <a:pt x="89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7696080" y="332388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7705440" y="3314520"/>
            <a:ext cx="1419840" cy="9720"/>
          </a:xfrm>
          <a:custGeom>
            <a:avLst/>
            <a:gdLst/>
            <a:ahLst/>
            <a:rect l="0" t="0" r="r" b="b"/>
            <a:pathLst>
              <a:path w="3944" h="27">
                <a:moveTo>
                  <a:pt x="0" y="0"/>
                </a:moveTo>
                <a:lnTo>
                  <a:pt x="3944" y="0"/>
                </a:lnTo>
                <a:lnTo>
                  <a:pt x="39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9115200" y="332388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571320" y="375264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571320" y="3743280"/>
            <a:ext cx="3915000" cy="9720"/>
          </a:xfrm>
          <a:custGeom>
            <a:avLst/>
            <a:gdLst/>
            <a:ahLst/>
            <a:rect l="0" t="0" r="r" b="b"/>
            <a:pathLst>
              <a:path w="10875" h="27">
                <a:moveTo>
                  <a:pt x="0" y="0"/>
                </a:moveTo>
                <a:lnTo>
                  <a:pt x="10875" y="0"/>
                </a:lnTo>
                <a:lnTo>
                  <a:pt x="108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4476600" y="375264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4485960" y="3743280"/>
            <a:ext cx="3219840" cy="9720"/>
          </a:xfrm>
          <a:custGeom>
            <a:avLst/>
            <a:gdLst/>
            <a:ahLst/>
            <a:rect l="0" t="0" r="r" b="b"/>
            <a:pathLst>
              <a:path w="8944" h="27">
                <a:moveTo>
                  <a:pt x="0" y="0"/>
                </a:moveTo>
                <a:lnTo>
                  <a:pt x="8944" y="0"/>
                </a:lnTo>
                <a:lnTo>
                  <a:pt x="89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7696080" y="375264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7705440" y="3743280"/>
            <a:ext cx="1419840" cy="9720"/>
          </a:xfrm>
          <a:custGeom>
            <a:avLst/>
            <a:gdLst/>
            <a:ahLst/>
            <a:rect l="0" t="0" r="r" b="b"/>
            <a:pathLst>
              <a:path w="3944" h="27">
                <a:moveTo>
                  <a:pt x="0" y="0"/>
                </a:moveTo>
                <a:lnTo>
                  <a:pt x="3944" y="0"/>
                </a:lnTo>
                <a:lnTo>
                  <a:pt x="39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9115200" y="375264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571320" y="418140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571320" y="4171680"/>
            <a:ext cx="3915000" cy="10080"/>
          </a:xfrm>
          <a:custGeom>
            <a:avLst/>
            <a:gdLst/>
            <a:ahLst/>
            <a:rect l="0" t="0" r="r" b="b"/>
            <a:pathLst>
              <a:path w="10875" h="28">
                <a:moveTo>
                  <a:pt x="0" y="0"/>
                </a:moveTo>
                <a:lnTo>
                  <a:pt x="10875" y="0"/>
                </a:lnTo>
                <a:lnTo>
                  <a:pt x="108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4476600" y="418140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4485960" y="4171680"/>
            <a:ext cx="3219840" cy="10080"/>
          </a:xfrm>
          <a:custGeom>
            <a:avLst/>
            <a:gdLst/>
            <a:ahLst/>
            <a:rect l="0" t="0" r="r" b="b"/>
            <a:pathLst>
              <a:path w="8944" h="28">
                <a:moveTo>
                  <a:pt x="0" y="0"/>
                </a:moveTo>
                <a:lnTo>
                  <a:pt x="8944" y="0"/>
                </a:lnTo>
                <a:lnTo>
                  <a:pt x="89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7696080" y="418140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7705440" y="4171680"/>
            <a:ext cx="1419840" cy="10080"/>
          </a:xfrm>
          <a:custGeom>
            <a:avLst/>
            <a:gdLst/>
            <a:ahLst/>
            <a:rect l="0" t="0" r="r" b="b"/>
            <a:pathLst>
              <a:path w="3944" h="28">
                <a:moveTo>
                  <a:pt x="0" y="0"/>
                </a:moveTo>
                <a:lnTo>
                  <a:pt x="3944" y="0"/>
                </a:lnTo>
                <a:lnTo>
                  <a:pt x="39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9115200" y="4181400"/>
            <a:ext cx="10080" cy="428760"/>
          </a:xfrm>
          <a:custGeom>
            <a:avLst/>
            <a:gdLst/>
            <a:ahLst/>
            <a:rect l="0" t="0" r="r" b="b"/>
            <a:pathLst>
              <a:path w="28" h="1191">
                <a:moveTo>
                  <a:pt x="0" y="0"/>
                </a:moveTo>
                <a:lnTo>
                  <a:pt x="28" y="0"/>
                </a:lnTo>
                <a:lnTo>
                  <a:pt x="2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571320" y="460980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571320" y="4600440"/>
            <a:ext cx="3915000" cy="9720"/>
          </a:xfrm>
          <a:custGeom>
            <a:avLst/>
            <a:gdLst/>
            <a:ahLst/>
            <a:rect l="0" t="0" r="r" b="b"/>
            <a:pathLst>
              <a:path w="10875" h="27">
                <a:moveTo>
                  <a:pt x="0" y="0"/>
                </a:moveTo>
                <a:lnTo>
                  <a:pt x="10875" y="0"/>
                </a:lnTo>
                <a:lnTo>
                  <a:pt x="108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4476600" y="460980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4485960" y="4600440"/>
            <a:ext cx="3219840" cy="9720"/>
          </a:xfrm>
          <a:custGeom>
            <a:avLst/>
            <a:gdLst/>
            <a:ahLst/>
            <a:rect l="0" t="0" r="r" b="b"/>
            <a:pathLst>
              <a:path w="8944" h="27">
                <a:moveTo>
                  <a:pt x="0" y="0"/>
                </a:moveTo>
                <a:lnTo>
                  <a:pt x="8944" y="0"/>
                </a:lnTo>
                <a:lnTo>
                  <a:pt x="89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7696080" y="460980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7705440" y="4600440"/>
            <a:ext cx="1419840" cy="9720"/>
          </a:xfrm>
          <a:custGeom>
            <a:avLst/>
            <a:gdLst/>
            <a:ahLst/>
            <a:rect l="0" t="0" r="r" b="b"/>
            <a:pathLst>
              <a:path w="3944" h="27">
                <a:moveTo>
                  <a:pt x="0" y="0"/>
                </a:moveTo>
                <a:lnTo>
                  <a:pt x="3944" y="0"/>
                </a:lnTo>
                <a:lnTo>
                  <a:pt x="39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9115200" y="460980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571320" y="503856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571320" y="5028840"/>
            <a:ext cx="3915000" cy="10080"/>
          </a:xfrm>
          <a:custGeom>
            <a:avLst/>
            <a:gdLst/>
            <a:ahLst/>
            <a:rect l="0" t="0" r="r" b="b"/>
            <a:pathLst>
              <a:path w="10875" h="28">
                <a:moveTo>
                  <a:pt x="0" y="0"/>
                </a:moveTo>
                <a:lnTo>
                  <a:pt x="10875" y="0"/>
                </a:lnTo>
                <a:lnTo>
                  <a:pt x="108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4476600" y="503856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4485960" y="5028840"/>
            <a:ext cx="3219840" cy="10080"/>
          </a:xfrm>
          <a:custGeom>
            <a:avLst/>
            <a:gdLst/>
            <a:ahLst/>
            <a:rect l="0" t="0" r="r" b="b"/>
            <a:pathLst>
              <a:path w="8944" h="28">
                <a:moveTo>
                  <a:pt x="0" y="0"/>
                </a:moveTo>
                <a:lnTo>
                  <a:pt x="8944" y="0"/>
                </a:lnTo>
                <a:lnTo>
                  <a:pt x="89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7696080" y="503856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7705440" y="5028840"/>
            <a:ext cx="1419840" cy="10080"/>
          </a:xfrm>
          <a:custGeom>
            <a:avLst/>
            <a:gdLst/>
            <a:ahLst/>
            <a:rect l="0" t="0" r="r" b="b"/>
            <a:pathLst>
              <a:path w="3944" h="28">
                <a:moveTo>
                  <a:pt x="0" y="0"/>
                </a:moveTo>
                <a:lnTo>
                  <a:pt x="3944" y="0"/>
                </a:lnTo>
                <a:lnTo>
                  <a:pt x="39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9115200" y="503856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571320" y="5457600"/>
            <a:ext cx="3915000" cy="10080"/>
          </a:xfrm>
          <a:custGeom>
            <a:avLst/>
            <a:gdLst/>
            <a:ahLst/>
            <a:rect l="0" t="0" r="r" b="b"/>
            <a:pathLst>
              <a:path w="10875" h="28">
                <a:moveTo>
                  <a:pt x="0" y="0"/>
                </a:moveTo>
                <a:lnTo>
                  <a:pt x="10875" y="0"/>
                </a:lnTo>
                <a:lnTo>
                  <a:pt x="108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4485960" y="5457600"/>
            <a:ext cx="3219840" cy="10080"/>
          </a:xfrm>
          <a:custGeom>
            <a:avLst/>
            <a:gdLst/>
            <a:ahLst/>
            <a:rect l="0" t="0" r="r" b="b"/>
            <a:pathLst>
              <a:path w="8944" h="28">
                <a:moveTo>
                  <a:pt x="0" y="0"/>
                </a:moveTo>
                <a:lnTo>
                  <a:pt x="8944" y="0"/>
                </a:lnTo>
                <a:lnTo>
                  <a:pt x="89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7705440" y="5457600"/>
            <a:ext cx="1419840" cy="10080"/>
          </a:xfrm>
          <a:custGeom>
            <a:avLst/>
            <a:gdLst/>
            <a:ahLst/>
            <a:rect l="0" t="0" r="r" b="b"/>
            <a:pathLst>
              <a:path w="3944" h="28">
                <a:moveTo>
                  <a:pt x="0" y="0"/>
                </a:moveTo>
                <a:lnTo>
                  <a:pt x="3944" y="0"/>
                </a:lnTo>
                <a:lnTo>
                  <a:pt x="39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571320" y="1078200"/>
            <a:ext cx="14331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源⽂件清单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704880" y="173268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⽂件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4609080" y="173268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⽤途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704520" y="2114280"/>
            <a:ext cx="1371960" cy="276840"/>
          </a:xfrm>
          <a:custGeom>
            <a:avLst/>
            <a:gdLst/>
            <a:ahLst/>
            <a:rect l="0" t="0" r="r" b="b"/>
            <a:pathLst>
              <a:path w="3811" h="769">
                <a:moveTo>
                  <a:pt x="0" y="689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3731" y="0"/>
                </a:lnTo>
                <a:cubicBezTo>
                  <a:pt x="3742" y="0"/>
                  <a:pt x="3752" y="2"/>
                  <a:pt x="3762" y="6"/>
                </a:cubicBezTo>
                <a:cubicBezTo>
                  <a:pt x="3772" y="10"/>
                  <a:pt x="3781" y="16"/>
                  <a:pt x="3788" y="23"/>
                </a:cubicBezTo>
                <a:cubicBezTo>
                  <a:pt x="3796" y="31"/>
                  <a:pt x="3801" y="40"/>
                  <a:pt x="3805" y="49"/>
                </a:cubicBezTo>
                <a:cubicBezTo>
                  <a:pt x="3809" y="59"/>
                  <a:pt x="3811" y="69"/>
                  <a:pt x="3811" y="80"/>
                </a:cubicBezTo>
                <a:lnTo>
                  <a:pt x="3811" y="689"/>
                </a:lnTo>
                <a:cubicBezTo>
                  <a:pt x="3811" y="700"/>
                  <a:pt x="3809" y="710"/>
                  <a:pt x="3805" y="720"/>
                </a:cubicBezTo>
                <a:cubicBezTo>
                  <a:pt x="3801" y="729"/>
                  <a:pt x="3796" y="738"/>
                  <a:pt x="3788" y="745"/>
                </a:cubicBezTo>
                <a:cubicBezTo>
                  <a:pt x="3781" y="753"/>
                  <a:pt x="3772" y="758"/>
                  <a:pt x="3762" y="762"/>
                </a:cubicBezTo>
                <a:cubicBezTo>
                  <a:pt x="3752" y="767"/>
                  <a:pt x="3742" y="769"/>
                  <a:pt x="3731" y="769"/>
                </a:cubicBezTo>
                <a:lnTo>
                  <a:pt x="80" y="769"/>
                </a:lnTo>
                <a:cubicBezTo>
                  <a:pt x="69" y="769"/>
                  <a:pt x="59" y="767"/>
                  <a:pt x="49" y="762"/>
                </a:cubicBezTo>
                <a:cubicBezTo>
                  <a:pt x="40" y="758"/>
                  <a:pt x="31" y="753"/>
                  <a:pt x="24" y="745"/>
                </a:cubicBezTo>
                <a:cubicBezTo>
                  <a:pt x="16" y="738"/>
                  <a:pt x="10" y="729"/>
                  <a:pt x="6" y="720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7826040" y="173268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⼯具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762120" y="2129760"/>
            <a:ext cx="12578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brief.json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4609080" y="2133000"/>
            <a:ext cx="102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项⽬需求锚点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704520" y="2543040"/>
            <a:ext cx="1248120" cy="276480"/>
          </a:xfrm>
          <a:custGeom>
            <a:avLst/>
            <a:gdLst/>
            <a:ahLst/>
            <a:rect l="0" t="0" r="r" b="b"/>
            <a:pathLst>
              <a:path w="3467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3388" y="0"/>
                </a:lnTo>
                <a:cubicBezTo>
                  <a:pt x="3399" y="0"/>
                  <a:pt x="3409" y="2"/>
                  <a:pt x="3418" y="6"/>
                </a:cubicBezTo>
                <a:cubicBezTo>
                  <a:pt x="3428" y="10"/>
                  <a:pt x="3437" y="16"/>
                  <a:pt x="3444" y="23"/>
                </a:cubicBezTo>
                <a:cubicBezTo>
                  <a:pt x="3452" y="31"/>
                  <a:pt x="3457" y="39"/>
                  <a:pt x="3461" y="49"/>
                </a:cubicBezTo>
                <a:cubicBezTo>
                  <a:pt x="3465" y="59"/>
                  <a:pt x="3467" y="69"/>
                  <a:pt x="3467" y="79"/>
                </a:cubicBezTo>
                <a:lnTo>
                  <a:pt x="3467" y="689"/>
                </a:lnTo>
                <a:cubicBezTo>
                  <a:pt x="3467" y="699"/>
                  <a:pt x="3465" y="709"/>
                  <a:pt x="3461" y="719"/>
                </a:cubicBezTo>
                <a:cubicBezTo>
                  <a:pt x="3457" y="729"/>
                  <a:pt x="3452" y="737"/>
                  <a:pt x="3444" y="745"/>
                </a:cubicBezTo>
                <a:cubicBezTo>
                  <a:pt x="3437" y="752"/>
                  <a:pt x="3428" y="758"/>
                  <a:pt x="3418" y="762"/>
                </a:cubicBezTo>
                <a:cubicBezTo>
                  <a:pt x="3409" y="766"/>
                  <a:pt x="3399" y="768"/>
                  <a:pt x="3388" y="768"/>
                </a:cubicBezTo>
                <a:lnTo>
                  <a:pt x="80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40" y="758"/>
                  <a:pt x="31" y="752"/>
                  <a:pt x="24" y="745"/>
                </a:cubicBezTo>
                <a:cubicBezTo>
                  <a:pt x="16" y="737"/>
                  <a:pt x="10" y="729"/>
                  <a:pt x="6" y="719"/>
                </a:cubicBezTo>
                <a:cubicBezTo>
                  <a:pt x="2" y="709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7826040" y="213300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任意编辑器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762120" y="2558160"/>
            <a:ext cx="11322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room.json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4609080" y="2561400"/>
            <a:ext cx="3090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3D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场景（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78 objects · 12 materials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704520" y="2971440"/>
            <a:ext cx="1753200" cy="276840"/>
          </a:xfrm>
          <a:custGeom>
            <a:avLst/>
            <a:gdLst/>
            <a:ahLst/>
            <a:rect l="0" t="0" r="r" b="b"/>
            <a:pathLst>
              <a:path w="4870" h="769">
                <a:moveTo>
                  <a:pt x="0" y="689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1"/>
                  <a:pt x="49" y="7"/>
                </a:cubicBezTo>
                <a:cubicBezTo>
                  <a:pt x="59" y="3"/>
                  <a:pt x="69" y="0"/>
                  <a:pt x="80" y="0"/>
                </a:cubicBezTo>
                <a:lnTo>
                  <a:pt x="4790" y="0"/>
                </a:lnTo>
                <a:cubicBezTo>
                  <a:pt x="4801" y="0"/>
                  <a:pt x="4811" y="3"/>
                  <a:pt x="4821" y="7"/>
                </a:cubicBezTo>
                <a:cubicBezTo>
                  <a:pt x="4830" y="11"/>
                  <a:pt x="4839" y="16"/>
                  <a:pt x="4847" y="24"/>
                </a:cubicBezTo>
                <a:cubicBezTo>
                  <a:pt x="4854" y="31"/>
                  <a:pt x="4860" y="40"/>
                  <a:pt x="4864" y="49"/>
                </a:cubicBezTo>
                <a:cubicBezTo>
                  <a:pt x="4868" y="59"/>
                  <a:pt x="4870" y="69"/>
                  <a:pt x="4870" y="80"/>
                </a:cubicBezTo>
                <a:lnTo>
                  <a:pt x="4870" y="689"/>
                </a:lnTo>
                <a:cubicBezTo>
                  <a:pt x="4870" y="700"/>
                  <a:pt x="4868" y="710"/>
                  <a:pt x="4864" y="720"/>
                </a:cubicBezTo>
                <a:cubicBezTo>
                  <a:pt x="4860" y="730"/>
                  <a:pt x="4854" y="738"/>
                  <a:pt x="4847" y="746"/>
                </a:cubicBezTo>
                <a:cubicBezTo>
                  <a:pt x="4839" y="753"/>
                  <a:pt x="4830" y="759"/>
                  <a:pt x="4821" y="763"/>
                </a:cubicBezTo>
                <a:cubicBezTo>
                  <a:pt x="4811" y="767"/>
                  <a:pt x="4801" y="769"/>
                  <a:pt x="4790" y="769"/>
                </a:cubicBezTo>
                <a:lnTo>
                  <a:pt x="80" y="769"/>
                </a:lnTo>
                <a:cubicBezTo>
                  <a:pt x="69" y="769"/>
                  <a:pt x="59" y="767"/>
                  <a:pt x="49" y="763"/>
                </a:cubicBezTo>
                <a:cubicBezTo>
                  <a:pt x="40" y="759"/>
                  <a:pt x="31" y="753"/>
                  <a:pt x="24" y="746"/>
                </a:cubicBezTo>
                <a:cubicBezTo>
                  <a:pt x="16" y="738"/>
                  <a:pt x="10" y="730"/>
                  <a:pt x="6" y="720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7826040" y="2561400"/>
            <a:ext cx="92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Blender CLI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762120" y="2986920"/>
            <a:ext cx="16347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floorplan.svg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4609080" y="2980440"/>
            <a:ext cx="1011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2D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⽮量平⾯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704520" y="3390840"/>
            <a:ext cx="1753200" cy="276480"/>
          </a:xfrm>
          <a:custGeom>
            <a:avLst/>
            <a:gdLst/>
            <a:ahLst/>
            <a:rect l="0" t="0" r="r" b="b"/>
            <a:pathLst>
              <a:path w="4870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4790" y="0"/>
                </a:lnTo>
                <a:cubicBezTo>
                  <a:pt x="4801" y="0"/>
                  <a:pt x="4811" y="2"/>
                  <a:pt x="4821" y="6"/>
                </a:cubicBezTo>
                <a:cubicBezTo>
                  <a:pt x="4830" y="10"/>
                  <a:pt x="4839" y="15"/>
                  <a:pt x="4847" y="23"/>
                </a:cubicBezTo>
                <a:cubicBezTo>
                  <a:pt x="4854" y="30"/>
                  <a:pt x="4860" y="39"/>
                  <a:pt x="4864" y="49"/>
                </a:cubicBezTo>
                <a:cubicBezTo>
                  <a:pt x="4868" y="58"/>
                  <a:pt x="4870" y="69"/>
                  <a:pt x="4870" y="79"/>
                </a:cubicBezTo>
                <a:lnTo>
                  <a:pt x="4870" y="689"/>
                </a:lnTo>
                <a:cubicBezTo>
                  <a:pt x="4870" y="699"/>
                  <a:pt x="4868" y="709"/>
                  <a:pt x="4864" y="719"/>
                </a:cubicBezTo>
                <a:cubicBezTo>
                  <a:pt x="4860" y="729"/>
                  <a:pt x="4854" y="737"/>
                  <a:pt x="4847" y="745"/>
                </a:cubicBezTo>
                <a:cubicBezTo>
                  <a:pt x="4839" y="752"/>
                  <a:pt x="4830" y="758"/>
                  <a:pt x="4821" y="762"/>
                </a:cubicBezTo>
                <a:cubicBezTo>
                  <a:pt x="4811" y="766"/>
                  <a:pt x="4801" y="768"/>
                  <a:pt x="4790" y="768"/>
                </a:cubicBezTo>
                <a:lnTo>
                  <a:pt x="80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40" y="758"/>
                  <a:pt x="31" y="752"/>
                  <a:pt x="24" y="745"/>
                </a:cubicBezTo>
                <a:cubicBezTo>
                  <a:pt x="16" y="737"/>
                  <a:pt x="10" y="729"/>
                  <a:pt x="6" y="719"/>
                </a:cubicBezTo>
                <a:cubicBezTo>
                  <a:pt x="2" y="709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7826040" y="2980440"/>
            <a:ext cx="696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Inkscape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762120" y="3405960"/>
            <a:ext cx="16347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floorplan.png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4609080" y="3409200"/>
            <a:ext cx="1707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栅格平⾯（尺⼨标注）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704520" y="3819240"/>
            <a:ext cx="1753200" cy="276840"/>
          </a:xfrm>
          <a:custGeom>
            <a:avLst/>
            <a:gdLst/>
            <a:ahLst/>
            <a:rect l="0" t="0" r="r" b="b"/>
            <a:pathLst>
              <a:path w="4870" h="769">
                <a:moveTo>
                  <a:pt x="0" y="689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4790" y="0"/>
                </a:lnTo>
                <a:cubicBezTo>
                  <a:pt x="4801" y="0"/>
                  <a:pt x="4811" y="2"/>
                  <a:pt x="4821" y="6"/>
                </a:cubicBezTo>
                <a:cubicBezTo>
                  <a:pt x="4830" y="10"/>
                  <a:pt x="4839" y="16"/>
                  <a:pt x="4847" y="24"/>
                </a:cubicBezTo>
                <a:cubicBezTo>
                  <a:pt x="4854" y="31"/>
                  <a:pt x="4860" y="40"/>
                  <a:pt x="4864" y="49"/>
                </a:cubicBezTo>
                <a:cubicBezTo>
                  <a:pt x="4868" y="59"/>
                  <a:pt x="4870" y="69"/>
                  <a:pt x="4870" y="80"/>
                </a:cubicBezTo>
                <a:lnTo>
                  <a:pt x="4870" y="689"/>
                </a:lnTo>
                <a:cubicBezTo>
                  <a:pt x="4870" y="700"/>
                  <a:pt x="4868" y="710"/>
                  <a:pt x="4864" y="720"/>
                </a:cubicBezTo>
                <a:cubicBezTo>
                  <a:pt x="4860" y="729"/>
                  <a:pt x="4854" y="738"/>
                  <a:pt x="4847" y="745"/>
                </a:cubicBezTo>
                <a:cubicBezTo>
                  <a:pt x="4839" y="753"/>
                  <a:pt x="4830" y="759"/>
                  <a:pt x="4821" y="763"/>
                </a:cubicBezTo>
                <a:cubicBezTo>
                  <a:pt x="4811" y="767"/>
                  <a:pt x="4801" y="769"/>
                  <a:pt x="4790" y="769"/>
                </a:cubicBezTo>
                <a:lnTo>
                  <a:pt x="80" y="769"/>
                </a:lnTo>
                <a:cubicBezTo>
                  <a:pt x="69" y="769"/>
                  <a:pt x="59" y="767"/>
                  <a:pt x="49" y="763"/>
                </a:cubicBezTo>
                <a:cubicBezTo>
                  <a:pt x="40" y="759"/>
                  <a:pt x="31" y="753"/>
                  <a:pt x="24" y="745"/>
                </a:cubicBezTo>
                <a:cubicBezTo>
                  <a:pt x="16" y="738"/>
                  <a:pt x="10" y="729"/>
                  <a:pt x="6" y="720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7826040" y="340920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762120" y="3834720"/>
            <a:ext cx="16347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moodboard.png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4609080" y="383796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配⾊板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704520" y="4248000"/>
            <a:ext cx="2514960" cy="276480"/>
          </a:xfrm>
          <a:custGeom>
            <a:avLst/>
            <a:gdLst/>
            <a:ahLst/>
            <a:rect l="0" t="0" r="r" b="b"/>
            <a:pathLst>
              <a:path w="6986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6907" y="0"/>
                </a:lnTo>
                <a:cubicBezTo>
                  <a:pt x="6918" y="0"/>
                  <a:pt x="6928" y="2"/>
                  <a:pt x="6937" y="6"/>
                </a:cubicBezTo>
                <a:cubicBezTo>
                  <a:pt x="6947" y="10"/>
                  <a:pt x="6956" y="16"/>
                  <a:pt x="6963" y="23"/>
                </a:cubicBezTo>
                <a:cubicBezTo>
                  <a:pt x="6971" y="31"/>
                  <a:pt x="6976" y="39"/>
                  <a:pt x="6980" y="49"/>
                </a:cubicBezTo>
                <a:cubicBezTo>
                  <a:pt x="6984" y="59"/>
                  <a:pt x="6986" y="69"/>
                  <a:pt x="6986" y="79"/>
                </a:cubicBezTo>
                <a:lnTo>
                  <a:pt x="6986" y="689"/>
                </a:lnTo>
                <a:cubicBezTo>
                  <a:pt x="6986" y="699"/>
                  <a:pt x="6984" y="709"/>
                  <a:pt x="6980" y="719"/>
                </a:cubicBezTo>
                <a:cubicBezTo>
                  <a:pt x="6976" y="729"/>
                  <a:pt x="6971" y="738"/>
                  <a:pt x="6963" y="745"/>
                </a:cubicBezTo>
                <a:cubicBezTo>
                  <a:pt x="6956" y="752"/>
                  <a:pt x="6947" y="758"/>
                  <a:pt x="6937" y="762"/>
                </a:cubicBezTo>
                <a:cubicBezTo>
                  <a:pt x="6928" y="766"/>
                  <a:pt x="6918" y="768"/>
                  <a:pt x="6907" y="768"/>
                </a:cubicBezTo>
                <a:lnTo>
                  <a:pt x="80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40" y="758"/>
                  <a:pt x="31" y="752"/>
                  <a:pt x="24" y="745"/>
                </a:cubicBezTo>
                <a:cubicBezTo>
                  <a:pt x="16" y="738"/>
                  <a:pt x="10" y="729"/>
                  <a:pt x="6" y="719"/>
                </a:cubicBezTo>
                <a:cubicBezTo>
                  <a:pt x="2" y="709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7826040" y="383796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762120" y="4263120"/>
            <a:ext cx="23889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renders/01-08_*.png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4609080" y="4266360"/>
            <a:ext cx="1231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张多⻆度渲染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704520" y="4676760"/>
            <a:ext cx="3648600" cy="276480"/>
          </a:xfrm>
          <a:custGeom>
            <a:avLst/>
            <a:gdLst/>
            <a:ahLst/>
            <a:rect l="0" t="0" r="r" b="b"/>
            <a:pathLst>
              <a:path w="10135" h="768">
                <a:moveTo>
                  <a:pt x="0" y="688"/>
                </a:moveTo>
                <a:lnTo>
                  <a:pt x="0" y="79"/>
                </a:ln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10056" y="0"/>
                </a:lnTo>
                <a:cubicBezTo>
                  <a:pt x="10066" y="0"/>
                  <a:pt x="10076" y="2"/>
                  <a:pt x="10086" y="6"/>
                </a:cubicBezTo>
                <a:cubicBezTo>
                  <a:pt x="10096" y="10"/>
                  <a:pt x="10104" y="15"/>
                  <a:pt x="10112" y="23"/>
                </a:cubicBezTo>
                <a:cubicBezTo>
                  <a:pt x="10119" y="30"/>
                  <a:pt x="10125" y="39"/>
                  <a:pt x="10129" y="49"/>
                </a:cubicBezTo>
                <a:cubicBezTo>
                  <a:pt x="10133" y="58"/>
                  <a:pt x="10135" y="68"/>
                  <a:pt x="10135" y="79"/>
                </a:cubicBezTo>
                <a:lnTo>
                  <a:pt x="10135" y="688"/>
                </a:lnTo>
                <a:cubicBezTo>
                  <a:pt x="10135" y="699"/>
                  <a:pt x="10133" y="709"/>
                  <a:pt x="10129" y="719"/>
                </a:cubicBezTo>
                <a:cubicBezTo>
                  <a:pt x="10125" y="729"/>
                  <a:pt x="10119" y="737"/>
                  <a:pt x="10112" y="745"/>
                </a:cubicBezTo>
                <a:cubicBezTo>
                  <a:pt x="10104" y="752"/>
                  <a:pt x="10096" y="758"/>
                  <a:pt x="10086" y="762"/>
                </a:cubicBezTo>
                <a:cubicBezTo>
                  <a:pt x="10076" y="766"/>
                  <a:pt x="10066" y="768"/>
                  <a:pt x="10056" y="768"/>
                </a:cubicBezTo>
                <a:lnTo>
                  <a:pt x="80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40" y="758"/>
                  <a:pt x="31" y="752"/>
                  <a:pt x="24" y="745"/>
                </a:cubicBezTo>
                <a:cubicBezTo>
                  <a:pt x="16" y="737"/>
                  <a:pt x="10" y="729"/>
                  <a:pt x="6" y="719"/>
                </a:cubicBezTo>
                <a:cubicBezTo>
                  <a:pt x="2" y="709"/>
                  <a:pt x="0" y="699"/>
                  <a:pt x="0" y="688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7826040" y="4266360"/>
            <a:ext cx="1084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Cycles/Eevee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762120" y="4691880"/>
            <a:ext cx="35204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exports/cafe.glb/obj/fbx/ifc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4609080" y="4695120"/>
            <a:ext cx="719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种格式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704520" y="5105160"/>
            <a:ext cx="2762640" cy="276480"/>
          </a:xfrm>
          <a:custGeom>
            <a:avLst/>
            <a:gdLst/>
            <a:ahLst/>
            <a:rect l="0" t="0" r="r" b="b"/>
            <a:pathLst>
              <a:path w="7674" h="768">
                <a:moveTo>
                  <a:pt x="0" y="689"/>
                </a:moveTo>
                <a:lnTo>
                  <a:pt x="0" y="81"/>
                </a:ln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4" y="24"/>
                </a:cubicBezTo>
                <a:cubicBezTo>
                  <a:pt x="31" y="17"/>
                  <a:pt x="40" y="11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7595" y="0"/>
                </a:lnTo>
                <a:cubicBezTo>
                  <a:pt x="7605" y="0"/>
                  <a:pt x="7616" y="2"/>
                  <a:pt x="7625" y="6"/>
                </a:cubicBezTo>
                <a:cubicBezTo>
                  <a:pt x="7635" y="11"/>
                  <a:pt x="7644" y="17"/>
                  <a:pt x="7651" y="24"/>
                </a:cubicBezTo>
                <a:cubicBezTo>
                  <a:pt x="7659" y="32"/>
                  <a:pt x="7664" y="40"/>
                  <a:pt x="7668" y="50"/>
                </a:cubicBezTo>
                <a:cubicBezTo>
                  <a:pt x="7672" y="60"/>
                  <a:pt x="7674" y="70"/>
                  <a:pt x="7674" y="81"/>
                </a:cubicBezTo>
                <a:lnTo>
                  <a:pt x="7674" y="689"/>
                </a:lnTo>
                <a:cubicBezTo>
                  <a:pt x="7674" y="700"/>
                  <a:pt x="7672" y="710"/>
                  <a:pt x="7668" y="719"/>
                </a:cubicBezTo>
                <a:cubicBezTo>
                  <a:pt x="7664" y="729"/>
                  <a:pt x="7659" y="738"/>
                  <a:pt x="7651" y="745"/>
                </a:cubicBezTo>
                <a:cubicBezTo>
                  <a:pt x="7644" y="753"/>
                  <a:pt x="7635" y="758"/>
                  <a:pt x="7625" y="762"/>
                </a:cubicBezTo>
                <a:cubicBezTo>
                  <a:pt x="7616" y="766"/>
                  <a:pt x="7605" y="768"/>
                  <a:pt x="7595" y="768"/>
                </a:cubicBezTo>
                <a:lnTo>
                  <a:pt x="80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40" y="758"/>
                  <a:pt x="31" y="753"/>
                  <a:pt x="24" y="745"/>
                </a:cubicBezTo>
                <a:cubicBezTo>
                  <a:pt x="16" y="738"/>
                  <a:pt x="10" y="729"/>
                  <a:pt x="6" y="719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7826040" y="4695120"/>
            <a:ext cx="1164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Blender export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762120" y="5120640"/>
            <a:ext cx="26406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exports/floorplan.dxf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4609080" y="5123520"/>
            <a:ext cx="945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DXF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施⼯图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7826040" y="5123520"/>
            <a:ext cx="1081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Inkscape DXF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285840" y="6409440"/>
            <a:ext cx="370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设计师同事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90" name=""/>
          <p:cNvPicPr/>
          <p:nvPr/>
        </p:nvPicPr>
        <p:blipFill>
          <a:blip r:embed="rId1"/>
          <a:stretch/>
        </p:blipFill>
        <p:spPr>
          <a:xfrm>
            <a:off x="5486400" y="0"/>
            <a:ext cx="67053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" name=""/>
          <p:cNvSpPr txBox="1"/>
          <p:nvPr/>
        </p:nvSpPr>
        <p:spPr>
          <a:xfrm>
            <a:off x="571320" y="2802240"/>
            <a:ext cx="17816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⻛格关键词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+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2828880" y="85716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571320" y="3164040"/>
            <a:ext cx="8604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配⾊码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3034440" y="739800"/>
            <a:ext cx="17100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industrial-wood ·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3034440" y="1044720"/>
            <a:ext cx="17514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japandi-minimal ·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3034440" y="1349640"/>
            <a:ext cx="14950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plant-friendly ·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2828880" y="21240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3038400" y="2019240"/>
            <a:ext cx="1876680" cy="276480"/>
          </a:xfrm>
          <a:custGeom>
            <a:avLst/>
            <a:gdLst/>
            <a:ahLst/>
            <a:rect l="0" t="0" r="r" b="b"/>
            <a:pathLst>
              <a:path w="5213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0" y="15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lnTo>
                  <a:pt x="5134" y="0"/>
                </a:lnTo>
                <a:cubicBezTo>
                  <a:pt x="5144" y="0"/>
                  <a:pt x="5154" y="2"/>
                  <a:pt x="5164" y="6"/>
                </a:cubicBezTo>
                <a:cubicBezTo>
                  <a:pt x="5174" y="10"/>
                  <a:pt x="5182" y="15"/>
                  <a:pt x="5190" y="23"/>
                </a:cubicBezTo>
                <a:cubicBezTo>
                  <a:pt x="5197" y="30"/>
                  <a:pt x="5203" y="39"/>
                  <a:pt x="5207" y="49"/>
                </a:cubicBezTo>
                <a:cubicBezTo>
                  <a:pt x="5211" y="58"/>
                  <a:pt x="5213" y="69"/>
                  <a:pt x="5213" y="79"/>
                </a:cubicBezTo>
                <a:lnTo>
                  <a:pt x="5213" y="689"/>
                </a:lnTo>
                <a:cubicBezTo>
                  <a:pt x="5213" y="699"/>
                  <a:pt x="5211" y="709"/>
                  <a:pt x="5207" y="719"/>
                </a:cubicBezTo>
                <a:cubicBezTo>
                  <a:pt x="5203" y="729"/>
                  <a:pt x="5197" y="737"/>
                  <a:pt x="5190" y="745"/>
                </a:cubicBezTo>
                <a:cubicBezTo>
                  <a:pt x="5182" y="752"/>
                  <a:pt x="5174" y="758"/>
                  <a:pt x="5164" y="762"/>
                </a:cubicBezTo>
                <a:cubicBezTo>
                  <a:pt x="5154" y="766"/>
                  <a:pt x="5144" y="768"/>
                  <a:pt x="5134" y="768"/>
                </a:cubicBezTo>
                <a:lnTo>
                  <a:pt x="79" y="768"/>
                </a:lnTo>
                <a:cubicBezTo>
                  <a:pt x="69" y="768"/>
                  <a:pt x="58" y="766"/>
                  <a:pt x="49" y="762"/>
                </a:cubicBezTo>
                <a:cubicBezTo>
                  <a:pt x="39" y="758"/>
                  <a:pt x="30" y="752"/>
                  <a:pt x="23" y="745"/>
                </a:cubicBezTo>
                <a:cubicBezTo>
                  <a:pt x="16" y="737"/>
                  <a:pt x="10" y="729"/>
                  <a:pt x="6" y="719"/>
                </a:cubicBezTo>
                <a:cubicBezTo>
                  <a:pt x="2" y="709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3034440" y="1654200"/>
            <a:ext cx="1658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warm-but-crafty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3091320" y="2034360"/>
            <a:ext cx="17604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floor_terrazzo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2828880" y="279072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2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2"/>
                  <a:pt x="13" y="159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3038400" y="2685960"/>
            <a:ext cx="1248120" cy="276480"/>
          </a:xfrm>
          <a:custGeom>
            <a:avLst/>
            <a:gdLst/>
            <a:ahLst/>
            <a:rect l="0" t="0" r="r" b="b"/>
            <a:pathLst>
              <a:path w="3467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lnTo>
                  <a:pt x="3387" y="0"/>
                </a:lnTo>
                <a:cubicBezTo>
                  <a:pt x="3398" y="0"/>
                  <a:pt x="3408" y="2"/>
                  <a:pt x="3418" y="6"/>
                </a:cubicBezTo>
                <a:cubicBezTo>
                  <a:pt x="3427" y="10"/>
                  <a:pt x="3436" y="16"/>
                  <a:pt x="3444" y="23"/>
                </a:cubicBezTo>
                <a:cubicBezTo>
                  <a:pt x="3451" y="30"/>
                  <a:pt x="3457" y="39"/>
                  <a:pt x="3461" y="49"/>
                </a:cubicBezTo>
                <a:cubicBezTo>
                  <a:pt x="3465" y="58"/>
                  <a:pt x="3467" y="69"/>
                  <a:pt x="3467" y="79"/>
                </a:cubicBezTo>
                <a:lnTo>
                  <a:pt x="3467" y="689"/>
                </a:lnTo>
                <a:cubicBezTo>
                  <a:pt x="3467" y="699"/>
                  <a:pt x="3465" y="709"/>
                  <a:pt x="3461" y="719"/>
                </a:cubicBezTo>
                <a:cubicBezTo>
                  <a:pt x="3457" y="729"/>
                  <a:pt x="3451" y="737"/>
                  <a:pt x="3444" y="745"/>
                </a:cubicBezTo>
                <a:cubicBezTo>
                  <a:pt x="3436" y="752"/>
                  <a:pt x="3427" y="758"/>
                  <a:pt x="3418" y="762"/>
                </a:cubicBezTo>
                <a:cubicBezTo>
                  <a:pt x="3408" y="766"/>
                  <a:pt x="3398" y="768"/>
                  <a:pt x="3387" y="768"/>
                </a:cubicBezTo>
                <a:lnTo>
                  <a:pt x="79" y="768"/>
                </a:lnTo>
                <a:cubicBezTo>
                  <a:pt x="69" y="768"/>
                  <a:pt x="58" y="766"/>
                  <a:pt x="49" y="762"/>
                </a:cubicBezTo>
                <a:cubicBezTo>
                  <a:pt x="39" y="758"/>
                  <a:pt x="30" y="752"/>
                  <a:pt x="23" y="745"/>
                </a:cubicBezTo>
                <a:cubicBezTo>
                  <a:pt x="16" y="737"/>
                  <a:pt x="10" y="729"/>
                  <a:pt x="6" y="719"/>
                </a:cubicBezTo>
                <a:cubicBezTo>
                  <a:pt x="2" y="709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3034440" y="2311560"/>
            <a:ext cx="9540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#D4CFC2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3091320" y="2701080"/>
            <a:ext cx="11322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wood_warm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2828880" y="34574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1"/>
                  <a:pt x="181" y="181"/>
                </a:cubicBezTo>
                <a:cubicBezTo>
                  <a:pt x="171" y="190"/>
                  <a:pt x="160" y="198"/>
                  <a:pt x="147" y="203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3"/>
                </a:cubicBezTo>
                <a:cubicBezTo>
                  <a:pt x="52" y="198"/>
                  <a:pt x="41" y="190"/>
                  <a:pt x="31" y="181"/>
                </a:cubicBezTo>
                <a:cubicBezTo>
                  <a:pt x="21" y="171"/>
                  <a:pt x="13" y="159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3038400" y="3352680"/>
            <a:ext cx="1495800" cy="276480"/>
          </a:xfrm>
          <a:custGeom>
            <a:avLst/>
            <a:gdLst/>
            <a:ahLst/>
            <a:rect l="0" t="0" r="r" b="b"/>
            <a:pathLst>
              <a:path w="4155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lnTo>
                  <a:pt x="4075" y="0"/>
                </a:lnTo>
                <a:cubicBezTo>
                  <a:pt x="4086" y="0"/>
                  <a:pt x="4096" y="2"/>
                  <a:pt x="4106" y="6"/>
                </a:cubicBezTo>
                <a:cubicBezTo>
                  <a:pt x="4115" y="10"/>
                  <a:pt x="4124" y="16"/>
                  <a:pt x="4131" y="23"/>
                </a:cubicBezTo>
                <a:cubicBezTo>
                  <a:pt x="4139" y="31"/>
                  <a:pt x="4145" y="39"/>
                  <a:pt x="4149" y="49"/>
                </a:cubicBezTo>
                <a:cubicBezTo>
                  <a:pt x="4153" y="59"/>
                  <a:pt x="4155" y="69"/>
                  <a:pt x="4155" y="79"/>
                </a:cubicBezTo>
                <a:lnTo>
                  <a:pt x="4155" y="689"/>
                </a:lnTo>
                <a:cubicBezTo>
                  <a:pt x="4155" y="699"/>
                  <a:pt x="4153" y="709"/>
                  <a:pt x="4149" y="719"/>
                </a:cubicBezTo>
                <a:cubicBezTo>
                  <a:pt x="4145" y="729"/>
                  <a:pt x="4139" y="737"/>
                  <a:pt x="4131" y="745"/>
                </a:cubicBezTo>
                <a:cubicBezTo>
                  <a:pt x="4124" y="752"/>
                  <a:pt x="4115" y="758"/>
                  <a:pt x="4106" y="762"/>
                </a:cubicBezTo>
                <a:cubicBezTo>
                  <a:pt x="4096" y="766"/>
                  <a:pt x="4086" y="768"/>
                  <a:pt x="4075" y="768"/>
                </a:cubicBezTo>
                <a:lnTo>
                  <a:pt x="79" y="768"/>
                </a:lnTo>
                <a:cubicBezTo>
                  <a:pt x="69" y="768"/>
                  <a:pt x="58" y="766"/>
                  <a:pt x="49" y="762"/>
                </a:cubicBezTo>
                <a:cubicBezTo>
                  <a:pt x="39" y="758"/>
                  <a:pt x="30" y="752"/>
                  <a:pt x="23" y="745"/>
                </a:cubicBezTo>
                <a:cubicBezTo>
                  <a:pt x="16" y="737"/>
                  <a:pt x="10" y="729"/>
                  <a:pt x="6" y="719"/>
                </a:cubicBezTo>
                <a:cubicBezTo>
                  <a:pt x="2" y="709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3034440" y="2978280"/>
            <a:ext cx="9014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#8B6F4E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3091320" y="3367800"/>
            <a:ext cx="13834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metal_black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2828880" y="41241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3038400" y="4019400"/>
            <a:ext cx="1371960" cy="276480"/>
          </a:xfrm>
          <a:custGeom>
            <a:avLst/>
            <a:gdLst/>
            <a:ahLst/>
            <a:rect l="0" t="0" r="r" b="b"/>
            <a:pathLst>
              <a:path w="3811" h="768">
                <a:moveTo>
                  <a:pt x="0" y="688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lnTo>
                  <a:pt x="3731" y="0"/>
                </a:lnTo>
                <a:cubicBezTo>
                  <a:pt x="3742" y="0"/>
                  <a:pt x="3752" y="2"/>
                  <a:pt x="3762" y="6"/>
                </a:cubicBezTo>
                <a:cubicBezTo>
                  <a:pt x="3771" y="10"/>
                  <a:pt x="3780" y="16"/>
                  <a:pt x="3787" y="23"/>
                </a:cubicBezTo>
                <a:cubicBezTo>
                  <a:pt x="3795" y="31"/>
                  <a:pt x="3801" y="39"/>
                  <a:pt x="3805" y="49"/>
                </a:cubicBezTo>
                <a:cubicBezTo>
                  <a:pt x="3809" y="59"/>
                  <a:pt x="3811" y="69"/>
                  <a:pt x="3811" y="79"/>
                </a:cubicBezTo>
                <a:lnTo>
                  <a:pt x="3811" y="688"/>
                </a:lnTo>
                <a:cubicBezTo>
                  <a:pt x="3811" y="698"/>
                  <a:pt x="3809" y="708"/>
                  <a:pt x="3805" y="718"/>
                </a:cubicBezTo>
                <a:cubicBezTo>
                  <a:pt x="3801" y="729"/>
                  <a:pt x="3795" y="738"/>
                  <a:pt x="3787" y="745"/>
                </a:cubicBezTo>
                <a:cubicBezTo>
                  <a:pt x="3780" y="752"/>
                  <a:pt x="3771" y="758"/>
                  <a:pt x="3762" y="762"/>
                </a:cubicBezTo>
                <a:cubicBezTo>
                  <a:pt x="3752" y="766"/>
                  <a:pt x="3742" y="768"/>
                  <a:pt x="3731" y="768"/>
                </a:cubicBezTo>
                <a:lnTo>
                  <a:pt x="79" y="768"/>
                </a:lnTo>
                <a:cubicBezTo>
                  <a:pt x="69" y="768"/>
                  <a:pt x="58" y="766"/>
                  <a:pt x="49" y="762"/>
                </a:cubicBezTo>
                <a:cubicBezTo>
                  <a:pt x="39" y="758"/>
                  <a:pt x="30" y="752"/>
                  <a:pt x="23" y="745"/>
                </a:cubicBezTo>
                <a:cubicBezTo>
                  <a:pt x="16" y="738"/>
                  <a:pt x="10" y="729"/>
                  <a:pt x="6" y="718"/>
                </a:cubicBezTo>
                <a:cubicBezTo>
                  <a:pt x="2" y="708"/>
                  <a:pt x="0" y="698"/>
                  <a:pt x="0" y="688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3034440" y="3645000"/>
            <a:ext cx="940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#2B2B2D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3091320" y="4034520"/>
            <a:ext cx="12578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wall_cream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2828880" y="479088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3038400" y="4686120"/>
            <a:ext cx="1629000" cy="276480"/>
          </a:xfrm>
          <a:custGeom>
            <a:avLst/>
            <a:gdLst/>
            <a:ahLst/>
            <a:rect l="0" t="0" r="r" b="b"/>
            <a:pathLst>
              <a:path w="4525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lnTo>
                  <a:pt x="4446" y="0"/>
                </a:lnTo>
                <a:cubicBezTo>
                  <a:pt x="4456" y="0"/>
                  <a:pt x="4466" y="2"/>
                  <a:pt x="4476" y="6"/>
                </a:cubicBezTo>
                <a:cubicBezTo>
                  <a:pt x="4486" y="10"/>
                  <a:pt x="4494" y="16"/>
                  <a:pt x="4502" y="23"/>
                </a:cubicBezTo>
                <a:cubicBezTo>
                  <a:pt x="4509" y="31"/>
                  <a:pt x="4515" y="39"/>
                  <a:pt x="4519" y="49"/>
                </a:cubicBezTo>
                <a:cubicBezTo>
                  <a:pt x="4523" y="59"/>
                  <a:pt x="4525" y="69"/>
                  <a:pt x="4525" y="79"/>
                </a:cubicBezTo>
                <a:lnTo>
                  <a:pt x="4525" y="689"/>
                </a:lnTo>
                <a:cubicBezTo>
                  <a:pt x="4525" y="699"/>
                  <a:pt x="4523" y="710"/>
                  <a:pt x="4519" y="719"/>
                </a:cubicBezTo>
                <a:cubicBezTo>
                  <a:pt x="4515" y="729"/>
                  <a:pt x="4509" y="738"/>
                  <a:pt x="4502" y="745"/>
                </a:cubicBezTo>
                <a:cubicBezTo>
                  <a:pt x="4494" y="752"/>
                  <a:pt x="4486" y="758"/>
                  <a:pt x="4476" y="762"/>
                </a:cubicBezTo>
                <a:cubicBezTo>
                  <a:pt x="4466" y="766"/>
                  <a:pt x="4456" y="768"/>
                  <a:pt x="4446" y="768"/>
                </a:cubicBezTo>
                <a:lnTo>
                  <a:pt x="79" y="768"/>
                </a:lnTo>
                <a:cubicBezTo>
                  <a:pt x="69" y="768"/>
                  <a:pt x="58" y="766"/>
                  <a:pt x="49" y="762"/>
                </a:cubicBezTo>
                <a:cubicBezTo>
                  <a:pt x="39" y="758"/>
                  <a:pt x="30" y="752"/>
                  <a:pt x="23" y="745"/>
                </a:cubicBezTo>
                <a:cubicBezTo>
                  <a:pt x="16" y="738"/>
                  <a:pt x="10" y="729"/>
                  <a:pt x="6" y="719"/>
                </a:cubicBezTo>
                <a:cubicBezTo>
                  <a:pt x="2" y="710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3034440" y="4311720"/>
            <a:ext cx="9540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#EDE8DE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3091320" y="4701240"/>
            <a:ext cx="15091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brass_accent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2828880" y="544824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5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3" y="159"/>
                  <a:pt x="8" y="146"/>
                </a:cubicBezTo>
                <a:cubicBezTo>
                  <a:pt x="2" y="133"/>
                  <a:pt x="0" y="120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3038400" y="5343480"/>
            <a:ext cx="1752840" cy="276480"/>
          </a:xfrm>
          <a:custGeom>
            <a:avLst/>
            <a:gdLst/>
            <a:ahLst/>
            <a:rect l="0" t="0" r="r" b="b"/>
            <a:pathLst>
              <a:path w="4869" h="768">
                <a:moveTo>
                  <a:pt x="0" y="689"/>
                </a:moveTo>
                <a:lnTo>
                  <a:pt x="0" y="79"/>
                </a:ln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0" y="15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lnTo>
                  <a:pt x="4790" y="0"/>
                </a:lnTo>
                <a:cubicBezTo>
                  <a:pt x="4800" y="0"/>
                  <a:pt x="4810" y="2"/>
                  <a:pt x="4820" y="6"/>
                </a:cubicBezTo>
                <a:cubicBezTo>
                  <a:pt x="4830" y="10"/>
                  <a:pt x="4838" y="15"/>
                  <a:pt x="4846" y="23"/>
                </a:cubicBezTo>
                <a:cubicBezTo>
                  <a:pt x="4853" y="30"/>
                  <a:pt x="4859" y="39"/>
                  <a:pt x="4863" y="49"/>
                </a:cubicBezTo>
                <a:cubicBezTo>
                  <a:pt x="4867" y="58"/>
                  <a:pt x="4869" y="68"/>
                  <a:pt x="4869" y="79"/>
                </a:cubicBezTo>
                <a:lnTo>
                  <a:pt x="4869" y="689"/>
                </a:lnTo>
                <a:cubicBezTo>
                  <a:pt x="4869" y="699"/>
                  <a:pt x="4867" y="709"/>
                  <a:pt x="4863" y="719"/>
                </a:cubicBezTo>
                <a:cubicBezTo>
                  <a:pt x="4859" y="729"/>
                  <a:pt x="4853" y="737"/>
                  <a:pt x="4846" y="745"/>
                </a:cubicBezTo>
                <a:cubicBezTo>
                  <a:pt x="4838" y="752"/>
                  <a:pt x="4830" y="758"/>
                  <a:pt x="4820" y="762"/>
                </a:cubicBezTo>
                <a:cubicBezTo>
                  <a:pt x="4810" y="766"/>
                  <a:pt x="4800" y="768"/>
                  <a:pt x="4790" y="768"/>
                </a:cubicBezTo>
                <a:lnTo>
                  <a:pt x="79" y="768"/>
                </a:lnTo>
                <a:cubicBezTo>
                  <a:pt x="69" y="768"/>
                  <a:pt x="58" y="766"/>
                  <a:pt x="49" y="762"/>
                </a:cubicBezTo>
                <a:cubicBezTo>
                  <a:pt x="39" y="758"/>
                  <a:pt x="30" y="752"/>
                  <a:pt x="23" y="745"/>
                </a:cubicBezTo>
                <a:cubicBezTo>
                  <a:pt x="16" y="737"/>
                  <a:pt x="10" y="729"/>
                  <a:pt x="6" y="719"/>
                </a:cubicBezTo>
                <a:cubicBezTo>
                  <a:pt x="2" y="709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3034440" y="4969080"/>
            <a:ext cx="8964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#B89968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3091320" y="5358600"/>
            <a:ext cx="16347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foliage_green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3034440" y="5635800"/>
            <a:ext cx="9201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#3F6B3C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285840" y="6409440"/>
            <a:ext cx="370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设计师同事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28" name=""/>
          <p:cNvPicPr/>
          <p:nvPr/>
        </p:nvPicPr>
        <p:blipFill>
          <a:blip r:embed="rId1"/>
          <a:stretch/>
        </p:blipFill>
        <p:spPr>
          <a:xfrm>
            <a:off x="5485680" y="0"/>
            <a:ext cx="67068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" name=""/>
          <p:cNvSpPr/>
          <p:nvPr/>
        </p:nvSpPr>
        <p:spPr>
          <a:xfrm>
            <a:off x="2990520" y="18572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4"/>
                </a:cubicBezTo>
                <a:cubicBezTo>
                  <a:pt x="54" y="199"/>
                  <a:pt x="42" y="191"/>
                  <a:pt x="32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2"/>
                  <a:pt x="32" y="32"/>
                </a:cubicBezTo>
                <a:cubicBezTo>
                  <a:pt x="42" y="22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571320" y="2983320"/>
            <a:ext cx="17197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俯视彩⾊渲染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3200400" y="1739880"/>
            <a:ext cx="1759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78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个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3D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物体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2990520" y="25142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200"/>
                  <a:pt x="42" y="192"/>
                  <a:pt x="32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1"/>
                  <a:pt x="32" y="31"/>
                </a:cubicBezTo>
                <a:cubicBezTo>
                  <a:pt x="42" y="22"/>
                  <a:pt x="54" y="14"/>
                  <a:pt x="67" y="9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3200400" y="2035440"/>
            <a:ext cx="9640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12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种材质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3200400" y="2397240"/>
            <a:ext cx="17154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功能分区全部映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2990520" y="318132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3" y="212"/>
                  <a:pt x="80" y="210"/>
                  <a:pt x="67" y="204"/>
                </a:cubicBezTo>
                <a:cubicBezTo>
                  <a:pt x="54" y="199"/>
                  <a:pt x="42" y="191"/>
                  <a:pt x="32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19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2"/>
                  <a:pt x="93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3200400" y="2702160"/>
            <a:ext cx="209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射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3200400" y="3063960"/>
            <a:ext cx="1694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可⽤于客户汇报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3200400" y="3368880"/>
            <a:ext cx="1822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营销视觉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摄影分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2990520" y="41526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200"/>
                  <a:pt x="42" y="192"/>
                  <a:pt x="32" y="182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2" y="31"/>
                </a:cubicBezTo>
                <a:cubicBezTo>
                  <a:pt x="42" y="21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3200400" y="3673440"/>
            <a:ext cx="209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镜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3200400" y="4035600"/>
            <a:ext cx="627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分辨率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3200400" y="4340520"/>
            <a:ext cx="17060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1600×1000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，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150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3200400" y="4645080"/>
            <a:ext cx="8769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DPI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出图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285840" y="6409440"/>
            <a:ext cx="370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设计师同事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50" name=""/>
          <p:cNvPicPr/>
          <p:nvPr/>
        </p:nvPicPr>
        <p:blipFill>
          <a:blip r:embed="rId1"/>
          <a:stretch/>
        </p:blipFill>
        <p:spPr>
          <a:xfrm>
            <a:off x="5485680" y="0"/>
            <a:ext cx="67071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1" name=""/>
          <p:cNvSpPr txBox="1"/>
          <p:nvPr/>
        </p:nvSpPr>
        <p:spPr>
          <a:xfrm>
            <a:off x="571320" y="2802240"/>
            <a:ext cx="18759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标注式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2D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平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2990520" y="17049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3" y="212"/>
                  <a:pt x="80" y="210"/>
                  <a:pt x="67" y="204"/>
                </a:cubicBezTo>
                <a:cubicBezTo>
                  <a:pt x="54" y="199"/>
                  <a:pt x="42" y="191"/>
                  <a:pt x="32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2" y="32"/>
                </a:cubicBezTo>
                <a:cubicBezTo>
                  <a:pt x="42" y="22"/>
                  <a:pt x="54" y="14"/>
                  <a:pt x="67" y="8"/>
                </a:cubicBezTo>
                <a:cubicBezTo>
                  <a:pt x="80" y="2"/>
                  <a:pt x="93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571320" y="3154680"/>
            <a:ext cx="2872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⾯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3200400" y="1587600"/>
            <a:ext cx="1721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总尺⼨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10.0 × 8.0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2990520" y="236196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78"/>
                  <a:pt x="8" y="65"/>
                </a:cubicBezTo>
                <a:cubicBezTo>
                  <a:pt x="14" y="53"/>
                  <a:pt x="21" y="41"/>
                  <a:pt x="32" y="31"/>
                </a:cubicBezTo>
                <a:cubicBezTo>
                  <a:pt x="42" y="21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3200400" y="1882800"/>
            <a:ext cx="15861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m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层⾼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3.5 m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3200400" y="2244960"/>
            <a:ext cx="1784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临街⾯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8.0 m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（东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2990520" y="30286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2" y="31"/>
                </a:cubicBezTo>
                <a:cubicBezTo>
                  <a:pt x="42" y="21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3200400" y="2549520"/>
            <a:ext cx="418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向）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3200400" y="2911680"/>
            <a:ext cx="1653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后厨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12 m²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独⽴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2990520" y="36954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200"/>
                  <a:pt x="42" y="192"/>
                  <a:pt x="32" y="182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2" y="31"/>
                </a:cubicBezTo>
                <a:cubicBezTo>
                  <a:pt x="42" y="21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3200400" y="3216240"/>
            <a:ext cx="418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带⻔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3200400" y="3578400"/>
            <a:ext cx="16354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Inkscape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直接编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3476520" y="3895560"/>
            <a:ext cx="619560" cy="276480"/>
          </a:xfrm>
          <a:custGeom>
            <a:avLst/>
            <a:gdLst/>
            <a:ahLst/>
            <a:rect l="0" t="0" r="r" b="b"/>
            <a:pathLst>
              <a:path w="1721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1641" y="0"/>
                </a:lnTo>
                <a:cubicBezTo>
                  <a:pt x="1652" y="0"/>
                  <a:pt x="1662" y="2"/>
                  <a:pt x="1672" y="6"/>
                </a:cubicBezTo>
                <a:cubicBezTo>
                  <a:pt x="1681" y="10"/>
                  <a:pt x="1690" y="16"/>
                  <a:pt x="1697" y="23"/>
                </a:cubicBezTo>
                <a:cubicBezTo>
                  <a:pt x="1705" y="31"/>
                  <a:pt x="1711" y="39"/>
                  <a:pt x="1715" y="49"/>
                </a:cubicBezTo>
                <a:cubicBezTo>
                  <a:pt x="1719" y="59"/>
                  <a:pt x="1721" y="69"/>
                  <a:pt x="1721" y="79"/>
                </a:cubicBezTo>
                <a:lnTo>
                  <a:pt x="1721" y="689"/>
                </a:lnTo>
                <a:cubicBezTo>
                  <a:pt x="1721" y="699"/>
                  <a:pt x="1719" y="710"/>
                  <a:pt x="1715" y="719"/>
                </a:cubicBezTo>
                <a:cubicBezTo>
                  <a:pt x="1711" y="729"/>
                  <a:pt x="1705" y="738"/>
                  <a:pt x="1697" y="745"/>
                </a:cubicBezTo>
                <a:cubicBezTo>
                  <a:pt x="1690" y="752"/>
                  <a:pt x="1681" y="758"/>
                  <a:pt x="1672" y="762"/>
                </a:cubicBezTo>
                <a:cubicBezTo>
                  <a:pt x="1662" y="766"/>
                  <a:pt x="1652" y="768"/>
                  <a:pt x="1641" y="768"/>
                </a:cubicBezTo>
                <a:lnTo>
                  <a:pt x="79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39" y="758"/>
                  <a:pt x="30" y="752"/>
                  <a:pt x="23" y="745"/>
                </a:cubicBezTo>
                <a:cubicBezTo>
                  <a:pt x="16" y="738"/>
                  <a:pt x="10" y="729"/>
                  <a:pt x="6" y="719"/>
                </a:cubicBezTo>
                <a:cubicBezTo>
                  <a:pt x="2" y="710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3200400" y="3883320"/>
            <a:ext cx="2790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辑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3537000" y="3910680"/>
            <a:ext cx="5036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.svg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3200040" y="4200480"/>
            <a:ext cx="1695960" cy="276480"/>
          </a:xfrm>
          <a:custGeom>
            <a:avLst/>
            <a:gdLst/>
            <a:ahLst/>
            <a:rect l="0" t="0" r="r" b="b"/>
            <a:pathLst>
              <a:path w="4711" h="768">
                <a:moveTo>
                  <a:pt x="0" y="689"/>
                </a:moveTo>
                <a:lnTo>
                  <a:pt x="0" y="79"/>
                </a:lnTo>
                <a:cubicBezTo>
                  <a:pt x="0" y="68"/>
                  <a:pt x="3" y="58"/>
                  <a:pt x="7" y="49"/>
                </a:cubicBezTo>
                <a:cubicBezTo>
                  <a:pt x="11" y="39"/>
                  <a:pt x="16" y="30"/>
                  <a:pt x="24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4711" y="0"/>
                </a:lnTo>
                <a:lnTo>
                  <a:pt x="4711" y="768"/>
                </a:lnTo>
                <a:lnTo>
                  <a:pt x="80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40" y="758"/>
                  <a:pt x="31" y="752"/>
                  <a:pt x="24" y="745"/>
                </a:cubicBezTo>
                <a:cubicBezTo>
                  <a:pt x="16" y="737"/>
                  <a:pt x="11" y="729"/>
                  <a:pt x="7" y="719"/>
                </a:cubicBezTo>
                <a:cubicBezTo>
                  <a:pt x="3" y="709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4098600" y="3883320"/>
            <a:ext cx="2790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→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3200040" y="4505040"/>
            <a:ext cx="810000" cy="276840"/>
          </a:xfrm>
          <a:custGeom>
            <a:avLst/>
            <a:gdLst/>
            <a:ahLst/>
            <a:rect l="0" t="0" r="r" b="b"/>
            <a:pathLst>
              <a:path w="2250" h="769">
                <a:moveTo>
                  <a:pt x="0" y="0"/>
                </a:moveTo>
                <a:lnTo>
                  <a:pt x="2171" y="0"/>
                </a:lnTo>
                <a:cubicBezTo>
                  <a:pt x="2182" y="0"/>
                  <a:pt x="2192" y="2"/>
                  <a:pt x="2201" y="6"/>
                </a:cubicBezTo>
                <a:cubicBezTo>
                  <a:pt x="2211" y="10"/>
                  <a:pt x="2220" y="16"/>
                  <a:pt x="2227" y="24"/>
                </a:cubicBezTo>
                <a:cubicBezTo>
                  <a:pt x="2235" y="31"/>
                  <a:pt x="2240" y="40"/>
                  <a:pt x="2244" y="49"/>
                </a:cubicBezTo>
                <a:cubicBezTo>
                  <a:pt x="2248" y="59"/>
                  <a:pt x="2250" y="69"/>
                  <a:pt x="2250" y="80"/>
                </a:cubicBezTo>
                <a:lnTo>
                  <a:pt x="2250" y="689"/>
                </a:lnTo>
                <a:cubicBezTo>
                  <a:pt x="2250" y="700"/>
                  <a:pt x="2248" y="710"/>
                  <a:pt x="2244" y="720"/>
                </a:cubicBezTo>
                <a:cubicBezTo>
                  <a:pt x="2240" y="729"/>
                  <a:pt x="2235" y="738"/>
                  <a:pt x="2227" y="745"/>
                </a:cubicBezTo>
                <a:cubicBezTo>
                  <a:pt x="2220" y="753"/>
                  <a:pt x="2211" y="759"/>
                  <a:pt x="2201" y="763"/>
                </a:cubicBezTo>
                <a:cubicBezTo>
                  <a:pt x="2192" y="767"/>
                  <a:pt x="2182" y="769"/>
                  <a:pt x="2171" y="769"/>
                </a:cubicBezTo>
                <a:lnTo>
                  <a:pt x="0" y="769"/>
                </a:lnTo>
                <a:lnTo>
                  <a:pt x="0" y="0"/>
                </a:ln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3257640" y="4215600"/>
            <a:ext cx="16347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rsvg-convert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3200400" y="4520520"/>
            <a:ext cx="7549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-d 150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4014720" y="4492800"/>
            <a:ext cx="4878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重出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3200400" y="4797720"/>
            <a:ext cx="4410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PNG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285840" y="6409440"/>
            <a:ext cx="370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设计师同事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80" name=""/>
          <p:cNvPicPr/>
          <p:nvPr/>
        </p:nvPicPr>
        <p:blipFill>
          <a:blip r:embed="rId1"/>
          <a:stretch/>
        </p:blipFill>
        <p:spPr>
          <a:xfrm>
            <a:off x="5485680" y="0"/>
            <a:ext cx="67068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1" name=""/>
          <p:cNvSpPr txBox="1"/>
          <p:nvPr/>
        </p:nvSpPr>
        <p:spPr>
          <a:xfrm>
            <a:off x="571320" y="2802240"/>
            <a:ext cx="18759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多⻆度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3D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清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2943000" y="0"/>
            <a:ext cx="457560" cy="781200"/>
          </a:xfrm>
          <a:custGeom>
            <a:avLst/>
            <a:gdLst/>
            <a:ahLst/>
            <a:rect l="0" t="0" r="r" b="b"/>
            <a:pathLst>
              <a:path w="1271" h="2170">
                <a:moveTo>
                  <a:pt x="0" y="0"/>
                </a:moveTo>
                <a:lnTo>
                  <a:pt x="1271" y="0"/>
                </a:lnTo>
                <a:lnTo>
                  <a:pt x="1271" y="2170"/>
                </a:lnTo>
                <a:lnTo>
                  <a:pt x="0" y="217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3400200" y="0"/>
            <a:ext cx="1048320" cy="781200"/>
          </a:xfrm>
          <a:custGeom>
            <a:avLst/>
            <a:gdLst/>
            <a:ahLst/>
            <a:rect l="0" t="0" r="r" b="b"/>
            <a:pathLst>
              <a:path w="2912" h="2170">
                <a:moveTo>
                  <a:pt x="0" y="0"/>
                </a:moveTo>
                <a:lnTo>
                  <a:pt x="2912" y="0"/>
                </a:lnTo>
                <a:lnTo>
                  <a:pt x="2912" y="2170"/>
                </a:lnTo>
                <a:lnTo>
                  <a:pt x="0" y="217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4448160" y="0"/>
            <a:ext cx="466920" cy="781200"/>
          </a:xfrm>
          <a:custGeom>
            <a:avLst/>
            <a:gdLst/>
            <a:ahLst/>
            <a:rect l="0" t="0" r="r" b="b"/>
            <a:pathLst>
              <a:path w="1297" h="2170">
                <a:moveTo>
                  <a:pt x="0" y="0"/>
                </a:moveTo>
                <a:lnTo>
                  <a:pt x="1297" y="0"/>
                </a:lnTo>
                <a:lnTo>
                  <a:pt x="1297" y="2170"/>
                </a:lnTo>
                <a:lnTo>
                  <a:pt x="0" y="217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2943000" y="780840"/>
            <a:ext cx="457560" cy="1114920"/>
          </a:xfrm>
          <a:custGeom>
            <a:avLst/>
            <a:gdLst/>
            <a:ahLst/>
            <a:rect l="0" t="0" r="r" b="b"/>
            <a:pathLst>
              <a:path w="1271" h="3097">
                <a:moveTo>
                  <a:pt x="0" y="0"/>
                </a:moveTo>
                <a:lnTo>
                  <a:pt x="1271" y="0"/>
                </a:lnTo>
                <a:lnTo>
                  <a:pt x="1271" y="3097"/>
                </a:lnTo>
                <a:lnTo>
                  <a:pt x="0" y="309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3400200" y="780840"/>
            <a:ext cx="1048320" cy="1114920"/>
          </a:xfrm>
          <a:custGeom>
            <a:avLst/>
            <a:gdLst/>
            <a:ahLst/>
            <a:rect l="0" t="0" r="r" b="b"/>
            <a:pathLst>
              <a:path w="2912" h="3097">
                <a:moveTo>
                  <a:pt x="0" y="0"/>
                </a:moveTo>
                <a:lnTo>
                  <a:pt x="2912" y="0"/>
                </a:lnTo>
                <a:lnTo>
                  <a:pt x="2912" y="3097"/>
                </a:lnTo>
                <a:lnTo>
                  <a:pt x="0" y="309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4448160" y="780840"/>
            <a:ext cx="466920" cy="1114920"/>
          </a:xfrm>
          <a:custGeom>
            <a:avLst/>
            <a:gdLst/>
            <a:ahLst/>
            <a:rect l="0" t="0" r="r" b="b"/>
            <a:pathLst>
              <a:path w="1297" h="3097">
                <a:moveTo>
                  <a:pt x="0" y="0"/>
                </a:moveTo>
                <a:lnTo>
                  <a:pt x="1297" y="0"/>
                </a:lnTo>
                <a:lnTo>
                  <a:pt x="1297" y="3097"/>
                </a:lnTo>
                <a:lnTo>
                  <a:pt x="0" y="309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2943000" y="1895400"/>
            <a:ext cx="457560" cy="866880"/>
          </a:xfrm>
          <a:custGeom>
            <a:avLst/>
            <a:gdLst/>
            <a:ahLst/>
            <a:rect l="0" t="0" r="r" b="b"/>
            <a:pathLst>
              <a:path w="1271" h="2408">
                <a:moveTo>
                  <a:pt x="0" y="0"/>
                </a:moveTo>
                <a:lnTo>
                  <a:pt x="1271" y="0"/>
                </a:lnTo>
                <a:lnTo>
                  <a:pt x="1271" y="2408"/>
                </a:lnTo>
                <a:lnTo>
                  <a:pt x="0" y="24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3400200" y="1895400"/>
            <a:ext cx="1048320" cy="866880"/>
          </a:xfrm>
          <a:custGeom>
            <a:avLst/>
            <a:gdLst/>
            <a:ahLst/>
            <a:rect l="0" t="0" r="r" b="b"/>
            <a:pathLst>
              <a:path w="2912" h="2408">
                <a:moveTo>
                  <a:pt x="0" y="0"/>
                </a:moveTo>
                <a:lnTo>
                  <a:pt x="2912" y="0"/>
                </a:lnTo>
                <a:lnTo>
                  <a:pt x="2912" y="2408"/>
                </a:lnTo>
                <a:lnTo>
                  <a:pt x="0" y="24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4448160" y="1895400"/>
            <a:ext cx="466920" cy="866880"/>
          </a:xfrm>
          <a:custGeom>
            <a:avLst/>
            <a:gdLst/>
            <a:ahLst/>
            <a:rect l="0" t="0" r="r" b="b"/>
            <a:pathLst>
              <a:path w="1297" h="2408">
                <a:moveTo>
                  <a:pt x="0" y="0"/>
                </a:moveTo>
                <a:lnTo>
                  <a:pt x="1297" y="0"/>
                </a:lnTo>
                <a:lnTo>
                  <a:pt x="1297" y="2408"/>
                </a:lnTo>
                <a:lnTo>
                  <a:pt x="0" y="24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2943000" y="2761920"/>
            <a:ext cx="457560" cy="1124280"/>
          </a:xfrm>
          <a:custGeom>
            <a:avLst/>
            <a:gdLst/>
            <a:ahLst/>
            <a:rect l="0" t="0" r="r" b="b"/>
            <a:pathLst>
              <a:path w="1271" h="3123">
                <a:moveTo>
                  <a:pt x="0" y="0"/>
                </a:moveTo>
                <a:lnTo>
                  <a:pt x="1271" y="0"/>
                </a:lnTo>
                <a:lnTo>
                  <a:pt x="1271" y="3123"/>
                </a:lnTo>
                <a:lnTo>
                  <a:pt x="0" y="312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3400200" y="2761920"/>
            <a:ext cx="1048320" cy="1124280"/>
          </a:xfrm>
          <a:custGeom>
            <a:avLst/>
            <a:gdLst/>
            <a:ahLst/>
            <a:rect l="0" t="0" r="r" b="b"/>
            <a:pathLst>
              <a:path w="2912" h="3123">
                <a:moveTo>
                  <a:pt x="0" y="0"/>
                </a:moveTo>
                <a:lnTo>
                  <a:pt x="2912" y="0"/>
                </a:lnTo>
                <a:lnTo>
                  <a:pt x="2912" y="3123"/>
                </a:lnTo>
                <a:lnTo>
                  <a:pt x="0" y="312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4448160" y="2761920"/>
            <a:ext cx="466920" cy="1124280"/>
          </a:xfrm>
          <a:custGeom>
            <a:avLst/>
            <a:gdLst/>
            <a:ahLst/>
            <a:rect l="0" t="0" r="r" b="b"/>
            <a:pathLst>
              <a:path w="1297" h="3123">
                <a:moveTo>
                  <a:pt x="0" y="0"/>
                </a:moveTo>
                <a:lnTo>
                  <a:pt x="1297" y="0"/>
                </a:lnTo>
                <a:lnTo>
                  <a:pt x="1297" y="3123"/>
                </a:lnTo>
                <a:lnTo>
                  <a:pt x="0" y="312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2943000" y="3885840"/>
            <a:ext cx="457560" cy="1114920"/>
          </a:xfrm>
          <a:custGeom>
            <a:avLst/>
            <a:gdLst/>
            <a:ahLst/>
            <a:rect l="0" t="0" r="r" b="b"/>
            <a:pathLst>
              <a:path w="1271" h="3097">
                <a:moveTo>
                  <a:pt x="0" y="0"/>
                </a:moveTo>
                <a:lnTo>
                  <a:pt x="1271" y="0"/>
                </a:lnTo>
                <a:lnTo>
                  <a:pt x="1271" y="3097"/>
                </a:lnTo>
                <a:lnTo>
                  <a:pt x="0" y="30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3400200" y="3885840"/>
            <a:ext cx="1048320" cy="1114920"/>
          </a:xfrm>
          <a:custGeom>
            <a:avLst/>
            <a:gdLst/>
            <a:ahLst/>
            <a:rect l="0" t="0" r="r" b="b"/>
            <a:pathLst>
              <a:path w="2912" h="3097">
                <a:moveTo>
                  <a:pt x="0" y="0"/>
                </a:moveTo>
                <a:lnTo>
                  <a:pt x="2912" y="0"/>
                </a:lnTo>
                <a:lnTo>
                  <a:pt x="2912" y="3097"/>
                </a:lnTo>
                <a:lnTo>
                  <a:pt x="0" y="30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4448160" y="3885840"/>
            <a:ext cx="466920" cy="1114920"/>
          </a:xfrm>
          <a:custGeom>
            <a:avLst/>
            <a:gdLst/>
            <a:ahLst/>
            <a:rect l="0" t="0" r="r" b="b"/>
            <a:pathLst>
              <a:path w="1297" h="3097">
                <a:moveTo>
                  <a:pt x="0" y="0"/>
                </a:moveTo>
                <a:lnTo>
                  <a:pt x="1297" y="0"/>
                </a:lnTo>
                <a:lnTo>
                  <a:pt x="1297" y="3097"/>
                </a:lnTo>
                <a:lnTo>
                  <a:pt x="0" y="30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2943000" y="5000400"/>
            <a:ext cx="457560" cy="1114920"/>
          </a:xfrm>
          <a:custGeom>
            <a:avLst/>
            <a:gdLst/>
            <a:ahLst/>
            <a:rect l="0" t="0" r="r" b="b"/>
            <a:pathLst>
              <a:path w="1271" h="3097">
                <a:moveTo>
                  <a:pt x="0" y="0"/>
                </a:moveTo>
                <a:lnTo>
                  <a:pt x="1271" y="0"/>
                </a:lnTo>
                <a:lnTo>
                  <a:pt x="1271" y="3097"/>
                </a:lnTo>
                <a:lnTo>
                  <a:pt x="0" y="309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3400200" y="5000400"/>
            <a:ext cx="1048320" cy="1114920"/>
          </a:xfrm>
          <a:custGeom>
            <a:avLst/>
            <a:gdLst/>
            <a:ahLst/>
            <a:rect l="0" t="0" r="r" b="b"/>
            <a:pathLst>
              <a:path w="2912" h="3097">
                <a:moveTo>
                  <a:pt x="0" y="0"/>
                </a:moveTo>
                <a:lnTo>
                  <a:pt x="2912" y="0"/>
                </a:lnTo>
                <a:lnTo>
                  <a:pt x="2912" y="3097"/>
                </a:lnTo>
                <a:lnTo>
                  <a:pt x="0" y="309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4448160" y="5000400"/>
            <a:ext cx="466920" cy="1114920"/>
          </a:xfrm>
          <a:custGeom>
            <a:avLst/>
            <a:gdLst/>
            <a:ahLst/>
            <a:rect l="0" t="0" r="r" b="b"/>
            <a:pathLst>
              <a:path w="1297" h="3097">
                <a:moveTo>
                  <a:pt x="0" y="0"/>
                </a:moveTo>
                <a:lnTo>
                  <a:pt x="1297" y="0"/>
                </a:lnTo>
                <a:lnTo>
                  <a:pt x="1297" y="3097"/>
                </a:lnTo>
                <a:lnTo>
                  <a:pt x="0" y="309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2943000" y="6114960"/>
            <a:ext cx="457560" cy="743040"/>
          </a:xfrm>
          <a:custGeom>
            <a:avLst/>
            <a:gdLst/>
            <a:ahLst/>
            <a:rect l="0" t="0" r="r" b="b"/>
            <a:pathLst>
              <a:path w="1271" h="2064">
                <a:moveTo>
                  <a:pt x="0" y="0"/>
                </a:moveTo>
                <a:lnTo>
                  <a:pt x="1271" y="0"/>
                </a:lnTo>
                <a:lnTo>
                  <a:pt x="1271" y="2064"/>
                </a:lnTo>
                <a:lnTo>
                  <a:pt x="0" y="206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3400200" y="6114960"/>
            <a:ext cx="1048320" cy="743040"/>
          </a:xfrm>
          <a:custGeom>
            <a:avLst/>
            <a:gdLst/>
            <a:ahLst/>
            <a:rect l="0" t="0" r="r" b="b"/>
            <a:pathLst>
              <a:path w="2912" h="2064">
                <a:moveTo>
                  <a:pt x="0" y="0"/>
                </a:moveTo>
                <a:lnTo>
                  <a:pt x="2912" y="0"/>
                </a:lnTo>
                <a:lnTo>
                  <a:pt x="2912" y="2064"/>
                </a:lnTo>
                <a:lnTo>
                  <a:pt x="0" y="206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4448160" y="6114960"/>
            <a:ext cx="466920" cy="743040"/>
          </a:xfrm>
          <a:custGeom>
            <a:avLst/>
            <a:gdLst/>
            <a:ahLst/>
            <a:rect l="0" t="0" r="r" b="b"/>
            <a:pathLst>
              <a:path w="1297" h="2064">
                <a:moveTo>
                  <a:pt x="0" y="0"/>
                </a:moveTo>
                <a:lnTo>
                  <a:pt x="1297" y="0"/>
                </a:lnTo>
                <a:lnTo>
                  <a:pt x="1297" y="2064"/>
                </a:lnTo>
                <a:lnTo>
                  <a:pt x="0" y="206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2933640" y="0"/>
            <a:ext cx="9720" cy="781200"/>
          </a:xfrm>
          <a:custGeom>
            <a:avLst/>
            <a:gdLst/>
            <a:ahLst/>
            <a:rect l="0" t="0" r="r" b="b"/>
            <a:pathLst>
              <a:path w="27" h="2170">
                <a:moveTo>
                  <a:pt x="0" y="0"/>
                </a:moveTo>
                <a:lnTo>
                  <a:pt x="27" y="0"/>
                </a:lnTo>
                <a:lnTo>
                  <a:pt x="27" y="2170"/>
                </a:lnTo>
                <a:lnTo>
                  <a:pt x="0" y="217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3400200" y="0"/>
            <a:ext cx="10080" cy="781200"/>
          </a:xfrm>
          <a:custGeom>
            <a:avLst/>
            <a:gdLst/>
            <a:ahLst/>
            <a:rect l="0" t="0" r="r" b="b"/>
            <a:pathLst>
              <a:path w="28" h="2170">
                <a:moveTo>
                  <a:pt x="0" y="0"/>
                </a:moveTo>
                <a:lnTo>
                  <a:pt x="28" y="0"/>
                </a:lnTo>
                <a:lnTo>
                  <a:pt x="28" y="2170"/>
                </a:lnTo>
                <a:lnTo>
                  <a:pt x="0" y="217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4448160" y="0"/>
            <a:ext cx="9720" cy="781200"/>
          </a:xfrm>
          <a:custGeom>
            <a:avLst/>
            <a:gdLst/>
            <a:ahLst/>
            <a:rect l="0" t="0" r="r" b="b"/>
            <a:pathLst>
              <a:path w="27" h="2170">
                <a:moveTo>
                  <a:pt x="0" y="0"/>
                </a:moveTo>
                <a:lnTo>
                  <a:pt x="27" y="0"/>
                </a:lnTo>
                <a:lnTo>
                  <a:pt x="27" y="2170"/>
                </a:lnTo>
                <a:lnTo>
                  <a:pt x="0" y="217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4905360" y="0"/>
            <a:ext cx="9720" cy="781200"/>
          </a:xfrm>
          <a:custGeom>
            <a:avLst/>
            <a:gdLst/>
            <a:ahLst/>
            <a:rect l="0" t="0" r="r" b="b"/>
            <a:pathLst>
              <a:path w="27" h="2170">
                <a:moveTo>
                  <a:pt x="0" y="0"/>
                </a:moveTo>
                <a:lnTo>
                  <a:pt x="27" y="0"/>
                </a:lnTo>
                <a:lnTo>
                  <a:pt x="27" y="2170"/>
                </a:lnTo>
                <a:lnTo>
                  <a:pt x="0" y="217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2933640" y="780840"/>
            <a:ext cx="9720" cy="1124280"/>
          </a:xfrm>
          <a:custGeom>
            <a:avLst/>
            <a:gdLst/>
            <a:ahLst/>
            <a:rect l="0" t="0" r="r" b="b"/>
            <a:pathLst>
              <a:path w="27" h="3123">
                <a:moveTo>
                  <a:pt x="0" y="0"/>
                </a:moveTo>
                <a:lnTo>
                  <a:pt x="27" y="0"/>
                </a:lnTo>
                <a:lnTo>
                  <a:pt x="27" y="3123"/>
                </a:lnTo>
                <a:lnTo>
                  <a:pt x="0" y="312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2933640" y="771480"/>
            <a:ext cx="476640" cy="9720"/>
          </a:xfrm>
          <a:custGeom>
            <a:avLst/>
            <a:gdLst/>
            <a:ahLst/>
            <a:rect l="0" t="0" r="r" b="b"/>
            <a:pathLst>
              <a:path w="1324" h="27">
                <a:moveTo>
                  <a:pt x="0" y="0"/>
                </a:moveTo>
                <a:lnTo>
                  <a:pt x="1324" y="0"/>
                </a:lnTo>
                <a:lnTo>
                  <a:pt x="132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3400200" y="780840"/>
            <a:ext cx="10080" cy="1124280"/>
          </a:xfrm>
          <a:custGeom>
            <a:avLst/>
            <a:gdLst/>
            <a:ahLst/>
            <a:rect l="0" t="0" r="r" b="b"/>
            <a:pathLst>
              <a:path w="28" h="3123">
                <a:moveTo>
                  <a:pt x="0" y="0"/>
                </a:moveTo>
                <a:lnTo>
                  <a:pt x="28" y="0"/>
                </a:lnTo>
                <a:lnTo>
                  <a:pt x="28" y="3123"/>
                </a:lnTo>
                <a:lnTo>
                  <a:pt x="0" y="312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3409920" y="771480"/>
            <a:ext cx="1047960" cy="9720"/>
          </a:xfrm>
          <a:custGeom>
            <a:avLst/>
            <a:gdLst/>
            <a:ahLst/>
            <a:rect l="0" t="0" r="r" b="b"/>
            <a:pathLst>
              <a:path w="2911" h="27">
                <a:moveTo>
                  <a:pt x="0" y="0"/>
                </a:moveTo>
                <a:lnTo>
                  <a:pt x="2911" y="0"/>
                </a:lnTo>
                <a:lnTo>
                  <a:pt x="29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4448160" y="780840"/>
            <a:ext cx="9720" cy="1124280"/>
          </a:xfrm>
          <a:custGeom>
            <a:avLst/>
            <a:gdLst/>
            <a:ahLst/>
            <a:rect l="0" t="0" r="r" b="b"/>
            <a:pathLst>
              <a:path w="27" h="3123">
                <a:moveTo>
                  <a:pt x="0" y="0"/>
                </a:moveTo>
                <a:lnTo>
                  <a:pt x="27" y="0"/>
                </a:lnTo>
                <a:lnTo>
                  <a:pt x="27" y="3123"/>
                </a:lnTo>
                <a:lnTo>
                  <a:pt x="0" y="312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4457520" y="771480"/>
            <a:ext cx="457560" cy="9720"/>
          </a:xfrm>
          <a:custGeom>
            <a:avLst/>
            <a:gdLst/>
            <a:ahLst/>
            <a:rect l="0" t="0" r="r" b="b"/>
            <a:pathLst>
              <a:path w="1271" h="27">
                <a:moveTo>
                  <a:pt x="0" y="0"/>
                </a:moveTo>
                <a:lnTo>
                  <a:pt x="1271" y="0"/>
                </a:lnTo>
                <a:lnTo>
                  <a:pt x="12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4905360" y="780840"/>
            <a:ext cx="9720" cy="1124280"/>
          </a:xfrm>
          <a:custGeom>
            <a:avLst/>
            <a:gdLst/>
            <a:ahLst/>
            <a:rect l="0" t="0" r="r" b="b"/>
            <a:pathLst>
              <a:path w="27" h="3123">
                <a:moveTo>
                  <a:pt x="0" y="0"/>
                </a:moveTo>
                <a:lnTo>
                  <a:pt x="27" y="0"/>
                </a:lnTo>
                <a:lnTo>
                  <a:pt x="27" y="3123"/>
                </a:lnTo>
                <a:lnTo>
                  <a:pt x="0" y="312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2933640" y="1904760"/>
            <a:ext cx="9720" cy="867240"/>
          </a:xfrm>
          <a:custGeom>
            <a:avLst/>
            <a:gdLst/>
            <a:ahLst/>
            <a:rect l="0" t="0" r="r" b="b"/>
            <a:pathLst>
              <a:path w="27" h="2409">
                <a:moveTo>
                  <a:pt x="0" y="0"/>
                </a:moveTo>
                <a:lnTo>
                  <a:pt x="27" y="0"/>
                </a:lnTo>
                <a:lnTo>
                  <a:pt x="27" y="2409"/>
                </a:lnTo>
                <a:lnTo>
                  <a:pt x="0" y="24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2933640" y="1895400"/>
            <a:ext cx="476640" cy="9720"/>
          </a:xfrm>
          <a:custGeom>
            <a:avLst/>
            <a:gdLst/>
            <a:ahLst/>
            <a:rect l="0" t="0" r="r" b="b"/>
            <a:pathLst>
              <a:path w="1324" h="27">
                <a:moveTo>
                  <a:pt x="0" y="0"/>
                </a:moveTo>
                <a:lnTo>
                  <a:pt x="1324" y="0"/>
                </a:lnTo>
                <a:lnTo>
                  <a:pt x="132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3400200" y="1904760"/>
            <a:ext cx="10080" cy="867240"/>
          </a:xfrm>
          <a:custGeom>
            <a:avLst/>
            <a:gdLst/>
            <a:ahLst/>
            <a:rect l="0" t="0" r="r" b="b"/>
            <a:pathLst>
              <a:path w="28" h="2409">
                <a:moveTo>
                  <a:pt x="0" y="0"/>
                </a:moveTo>
                <a:lnTo>
                  <a:pt x="28" y="0"/>
                </a:lnTo>
                <a:lnTo>
                  <a:pt x="28" y="2409"/>
                </a:lnTo>
                <a:lnTo>
                  <a:pt x="0" y="24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3409920" y="1895400"/>
            <a:ext cx="1047960" cy="9720"/>
          </a:xfrm>
          <a:custGeom>
            <a:avLst/>
            <a:gdLst/>
            <a:ahLst/>
            <a:rect l="0" t="0" r="r" b="b"/>
            <a:pathLst>
              <a:path w="2911" h="27">
                <a:moveTo>
                  <a:pt x="0" y="0"/>
                </a:moveTo>
                <a:lnTo>
                  <a:pt x="2911" y="0"/>
                </a:lnTo>
                <a:lnTo>
                  <a:pt x="29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4448160" y="1904760"/>
            <a:ext cx="9720" cy="867240"/>
          </a:xfrm>
          <a:custGeom>
            <a:avLst/>
            <a:gdLst/>
            <a:ahLst/>
            <a:rect l="0" t="0" r="r" b="b"/>
            <a:pathLst>
              <a:path w="27" h="2409">
                <a:moveTo>
                  <a:pt x="0" y="0"/>
                </a:moveTo>
                <a:lnTo>
                  <a:pt x="27" y="0"/>
                </a:lnTo>
                <a:lnTo>
                  <a:pt x="27" y="2409"/>
                </a:lnTo>
                <a:lnTo>
                  <a:pt x="0" y="24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4457520" y="1895400"/>
            <a:ext cx="457560" cy="9720"/>
          </a:xfrm>
          <a:custGeom>
            <a:avLst/>
            <a:gdLst/>
            <a:ahLst/>
            <a:rect l="0" t="0" r="r" b="b"/>
            <a:pathLst>
              <a:path w="1271" h="27">
                <a:moveTo>
                  <a:pt x="0" y="0"/>
                </a:moveTo>
                <a:lnTo>
                  <a:pt x="1271" y="0"/>
                </a:lnTo>
                <a:lnTo>
                  <a:pt x="12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4905360" y="1904760"/>
            <a:ext cx="9720" cy="867240"/>
          </a:xfrm>
          <a:custGeom>
            <a:avLst/>
            <a:gdLst/>
            <a:ahLst/>
            <a:rect l="0" t="0" r="r" b="b"/>
            <a:pathLst>
              <a:path w="27" h="2409">
                <a:moveTo>
                  <a:pt x="0" y="0"/>
                </a:moveTo>
                <a:lnTo>
                  <a:pt x="27" y="0"/>
                </a:lnTo>
                <a:lnTo>
                  <a:pt x="27" y="2409"/>
                </a:lnTo>
                <a:lnTo>
                  <a:pt x="0" y="24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2933640" y="2771640"/>
            <a:ext cx="9720" cy="1114560"/>
          </a:xfrm>
          <a:custGeom>
            <a:avLst/>
            <a:gdLst/>
            <a:ahLst/>
            <a:rect l="0" t="0" r="r" b="b"/>
            <a:pathLst>
              <a:path w="27" h="3096">
                <a:moveTo>
                  <a:pt x="0" y="0"/>
                </a:moveTo>
                <a:lnTo>
                  <a:pt x="27" y="0"/>
                </a:lnTo>
                <a:lnTo>
                  <a:pt x="27" y="3096"/>
                </a:lnTo>
                <a:lnTo>
                  <a:pt x="0" y="309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2933640" y="2761920"/>
            <a:ext cx="476640" cy="10080"/>
          </a:xfrm>
          <a:custGeom>
            <a:avLst/>
            <a:gdLst/>
            <a:ahLst/>
            <a:rect l="0" t="0" r="r" b="b"/>
            <a:pathLst>
              <a:path w="1324" h="28">
                <a:moveTo>
                  <a:pt x="0" y="0"/>
                </a:moveTo>
                <a:lnTo>
                  <a:pt x="1324" y="0"/>
                </a:lnTo>
                <a:lnTo>
                  <a:pt x="132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3400200" y="2771640"/>
            <a:ext cx="10080" cy="1114560"/>
          </a:xfrm>
          <a:custGeom>
            <a:avLst/>
            <a:gdLst/>
            <a:ahLst/>
            <a:rect l="0" t="0" r="r" b="b"/>
            <a:pathLst>
              <a:path w="28" h="3096">
                <a:moveTo>
                  <a:pt x="0" y="0"/>
                </a:moveTo>
                <a:lnTo>
                  <a:pt x="28" y="0"/>
                </a:lnTo>
                <a:lnTo>
                  <a:pt x="28" y="3096"/>
                </a:lnTo>
                <a:lnTo>
                  <a:pt x="0" y="309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3409920" y="2761920"/>
            <a:ext cx="1047960" cy="10080"/>
          </a:xfrm>
          <a:custGeom>
            <a:avLst/>
            <a:gdLst/>
            <a:ahLst/>
            <a:rect l="0" t="0" r="r" b="b"/>
            <a:pathLst>
              <a:path w="2911" h="28">
                <a:moveTo>
                  <a:pt x="0" y="0"/>
                </a:moveTo>
                <a:lnTo>
                  <a:pt x="2911" y="0"/>
                </a:lnTo>
                <a:lnTo>
                  <a:pt x="29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4448160" y="2771640"/>
            <a:ext cx="9720" cy="1114560"/>
          </a:xfrm>
          <a:custGeom>
            <a:avLst/>
            <a:gdLst/>
            <a:ahLst/>
            <a:rect l="0" t="0" r="r" b="b"/>
            <a:pathLst>
              <a:path w="27" h="3096">
                <a:moveTo>
                  <a:pt x="0" y="0"/>
                </a:moveTo>
                <a:lnTo>
                  <a:pt x="27" y="0"/>
                </a:lnTo>
                <a:lnTo>
                  <a:pt x="27" y="3096"/>
                </a:lnTo>
                <a:lnTo>
                  <a:pt x="0" y="309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4457520" y="2761920"/>
            <a:ext cx="457560" cy="10080"/>
          </a:xfrm>
          <a:custGeom>
            <a:avLst/>
            <a:gdLst/>
            <a:ahLst/>
            <a:rect l="0" t="0" r="r" b="b"/>
            <a:pathLst>
              <a:path w="1271" h="28">
                <a:moveTo>
                  <a:pt x="0" y="0"/>
                </a:moveTo>
                <a:lnTo>
                  <a:pt x="1271" y="0"/>
                </a:lnTo>
                <a:lnTo>
                  <a:pt x="12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4905360" y="2771640"/>
            <a:ext cx="9720" cy="1114560"/>
          </a:xfrm>
          <a:custGeom>
            <a:avLst/>
            <a:gdLst/>
            <a:ahLst/>
            <a:rect l="0" t="0" r="r" b="b"/>
            <a:pathLst>
              <a:path w="27" h="3096">
                <a:moveTo>
                  <a:pt x="0" y="0"/>
                </a:moveTo>
                <a:lnTo>
                  <a:pt x="27" y="0"/>
                </a:lnTo>
                <a:lnTo>
                  <a:pt x="27" y="3096"/>
                </a:lnTo>
                <a:lnTo>
                  <a:pt x="0" y="309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2933640" y="3885840"/>
            <a:ext cx="9720" cy="1124640"/>
          </a:xfrm>
          <a:custGeom>
            <a:avLst/>
            <a:gdLst/>
            <a:ahLst/>
            <a:rect l="0" t="0" r="r" b="b"/>
            <a:pathLst>
              <a:path w="27" h="3124">
                <a:moveTo>
                  <a:pt x="0" y="0"/>
                </a:moveTo>
                <a:lnTo>
                  <a:pt x="27" y="0"/>
                </a:lnTo>
                <a:lnTo>
                  <a:pt x="27" y="3124"/>
                </a:lnTo>
                <a:lnTo>
                  <a:pt x="0" y="31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2933640" y="3876480"/>
            <a:ext cx="476640" cy="9720"/>
          </a:xfrm>
          <a:custGeom>
            <a:avLst/>
            <a:gdLst/>
            <a:ahLst/>
            <a:rect l="0" t="0" r="r" b="b"/>
            <a:pathLst>
              <a:path w="1324" h="27">
                <a:moveTo>
                  <a:pt x="0" y="0"/>
                </a:moveTo>
                <a:lnTo>
                  <a:pt x="1324" y="0"/>
                </a:lnTo>
                <a:lnTo>
                  <a:pt x="132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3400200" y="3885840"/>
            <a:ext cx="10080" cy="1124640"/>
          </a:xfrm>
          <a:custGeom>
            <a:avLst/>
            <a:gdLst/>
            <a:ahLst/>
            <a:rect l="0" t="0" r="r" b="b"/>
            <a:pathLst>
              <a:path w="28" h="3124">
                <a:moveTo>
                  <a:pt x="0" y="0"/>
                </a:moveTo>
                <a:lnTo>
                  <a:pt x="28" y="0"/>
                </a:lnTo>
                <a:lnTo>
                  <a:pt x="28" y="3124"/>
                </a:lnTo>
                <a:lnTo>
                  <a:pt x="0" y="31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3409920" y="3876480"/>
            <a:ext cx="1047960" cy="9720"/>
          </a:xfrm>
          <a:custGeom>
            <a:avLst/>
            <a:gdLst/>
            <a:ahLst/>
            <a:rect l="0" t="0" r="r" b="b"/>
            <a:pathLst>
              <a:path w="2911" h="27">
                <a:moveTo>
                  <a:pt x="0" y="0"/>
                </a:moveTo>
                <a:lnTo>
                  <a:pt x="2911" y="0"/>
                </a:lnTo>
                <a:lnTo>
                  <a:pt x="29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4448160" y="3885840"/>
            <a:ext cx="9720" cy="1124640"/>
          </a:xfrm>
          <a:custGeom>
            <a:avLst/>
            <a:gdLst/>
            <a:ahLst/>
            <a:rect l="0" t="0" r="r" b="b"/>
            <a:pathLst>
              <a:path w="27" h="3124">
                <a:moveTo>
                  <a:pt x="0" y="0"/>
                </a:moveTo>
                <a:lnTo>
                  <a:pt x="27" y="0"/>
                </a:lnTo>
                <a:lnTo>
                  <a:pt x="27" y="3124"/>
                </a:lnTo>
                <a:lnTo>
                  <a:pt x="0" y="31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4457520" y="3876480"/>
            <a:ext cx="457560" cy="9720"/>
          </a:xfrm>
          <a:custGeom>
            <a:avLst/>
            <a:gdLst/>
            <a:ahLst/>
            <a:rect l="0" t="0" r="r" b="b"/>
            <a:pathLst>
              <a:path w="1271" h="27">
                <a:moveTo>
                  <a:pt x="0" y="0"/>
                </a:moveTo>
                <a:lnTo>
                  <a:pt x="1271" y="0"/>
                </a:lnTo>
                <a:lnTo>
                  <a:pt x="12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4905360" y="3885840"/>
            <a:ext cx="9720" cy="1124640"/>
          </a:xfrm>
          <a:custGeom>
            <a:avLst/>
            <a:gdLst/>
            <a:ahLst/>
            <a:rect l="0" t="0" r="r" b="b"/>
            <a:pathLst>
              <a:path w="27" h="3124">
                <a:moveTo>
                  <a:pt x="0" y="0"/>
                </a:moveTo>
                <a:lnTo>
                  <a:pt x="27" y="0"/>
                </a:lnTo>
                <a:lnTo>
                  <a:pt x="27" y="3124"/>
                </a:lnTo>
                <a:lnTo>
                  <a:pt x="0" y="312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2933640" y="5010120"/>
            <a:ext cx="9720" cy="1114560"/>
          </a:xfrm>
          <a:custGeom>
            <a:avLst/>
            <a:gdLst/>
            <a:ahLst/>
            <a:rect l="0" t="0" r="r" b="b"/>
            <a:pathLst>
              <a:path w="27" h="3096">
                <a:moveTo>
                  <a:pt x="0" y="0"/>
                </a:moveTo>
                <a:lnTo>
                  <a:pt x="27" y="0"/>
                </a:lnTo>
                <a:lnTo>
                  <a:pt x="27" y="3096"/>
                </a:lnTo>
                <a:lnTo>
                  <a:pt x="0" y="309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2933640" y="5000400"/>
            <a:ext cx="476640" cy="10080"/>
          </a:xfrm>
          <a:custGeom>
            <a:avLst/>
            <a:gdLst/>
            <a:ahLst/>
            <a:rect l="0" t="0" r="r" b="b"/>
            <a:pathLst>
              <a:path w="1324" h="28">
                <a:moveTo>
                  <a:pt x="0" y="0"/>
                </a:moveTo>
                <a:lnTo>
                  <a:pt x="1324" y="0"/>
                </a:lnTo>
                <a:lnTo>
                  <a:pt x="132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3400200" y="5010120"/>
            <a:ext cx="10080" cy="1114560"/>
          </a:xfrm>
          <a:custGeom>
            <a:avLst/>
            <a:gdLst/>
            <a:ahLst/>
            <a:rect l="0" t="0" r="r" b="b"/>
            <a:pathLst>
              <a:path w="28" h="3096">
                <a:moveTo>
                  <a:pt x="0" y="0"/>
                </a:moveTo>
                <a:lnTo>
                  <a:pt x="28" y="0"/>
                </a:lnTo>
                <a:lnTo>
                  <a:pt x="28" y="3096"/>
                </a:lnTo>
                <a:lnTo>
                  <a:pt x="0" y="309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3409920" y="5000400"/>
            <a:ext cx="1047960" cy="10080"/>
          </a:xfrm>
          <a:custGeom>
            <a:avLst/>
            <a:gdLst/>
            <a:ahLst/>
            <a:rect l="0" t="0" r="r" b="b"/>
            <a:pathLst>
              <a:path w="2911" h="28">
                <a:moveTo>
                  <a:pt x="0" y="0"/>
                </a:moveTo>
                <a:lnTo>
                  <a:pt x="2911" y="0"/>
                </a:lnTo>
                <a:lnTo>
                  <a:pt x="29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4448160" y="5010120"/>
            <a:ext cx="9720" cy="1114560"/>
          </a:xfrm>
          <a:custGeom>
            <a:avLst/>
            <a:gdLst/>
            <a:ahLst/>
            <a:rect l="0" t="0" r="r" b="b"/>
            <a:pathLst>
              <a:path w="27" h="3096">
                <a:moveTo>
                  <a:pt x="0" y="0"/>
                </a:moveTo>
                <a:lnTo>
                  <a:pt x="27" y="0"/>
                </a:lnTo>
                <a:lnTo>
                  <a:pt x="27" y="3096"/>
                </a:lnTo>
                <a:lnTo>
                  <a:pt x="0" y="309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4457520" y="5000400"/>
            <a:ext cx="457560" cy="10080"/>
          </a:xfrm>
          <a:custGeom>
            <a:avLst/>
            <a:gdLst/>
            <a:ahLst/>
            <a:rect l="0" t="0" r="r" b="b"/>
            <a:pathLst>
              <a:path w="1271" h="28">
                <a:moveTo>
                  <a:pt x="0" y="0"/>
                </a:moveTo>
                <a:lnTo>
                  <a:pt x="1271" y="0"/>
                </a:lnTo>
                <a:lnTo>
                  <a:pt x="12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4905360" y="5010120"/>
            <a:ext cx="9720" cy="1114560"/>
          </a:xfrm>
          <a:custGeom>
            <a:avLst/>
            <a:gdLst/>
            <a:ahLst/>
            <a:rect l="0" t="0" r="r" b="b"/>
            <a:pathLst>
              <a:path w="27" h="3096">
                <a:moveTo>
                  <a:pt x="0" y="0"/>
                </a:moveTo>
                <a:lnTo>
                  <a:pt x="27" y="0"/>
                </a:lnTo>
                <a:lnTo>
                  <a:pt x="27" y="3096"/>
                </a:lnTo>
                <a:lnTo>
                  <a:pt x="0" y="309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2933640" y="6124320"/>
            <a:ext cx="9720" cy="733680"/>
          </a:xfrm>
          <a:custGeom>
            <a:avLst/>
            <a:gdLst/>
            <a:ahLst/>
            <a:rect l="0" t="0" r="r" b="b"/>
            <a:pathLst>
              <a:path w="27" h="2038">
                <a:moveTo>
                  <a:pt x="0" y="0"/>
                </a:moveTo>
                <a:lnTo>
                  <a:pt x="27" y="0"/>
                </a:lnTo>
                <a:lnTo>
                  <a:pt x="27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2933640" y="6114960"/>
            <a:ext cx="476640" cy="9720"/>
          </a:xfrm>
          <a:custGeom>
            <a:avLst/>
            <a:gdLst/>
            <a:ahLst/>
            <a:rect l="0" t="0" r="r" b="b"/>
            <a:pathLst>
              <a:path w="1324" h="27">
                <a:moveTo>
                  <a:pt x="0" y="0"/>
                </a:moveTo>
                <a:lnTo>
                  <a:pt x="1324" y="0"/>
                </a:lnTo>
                <a:lnTo>
                  <a:pt x="132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3400200" y="6124320"/>
            <a:ext cx="10080" cy="733680"/>
          </a:xfrm>
          <a:custGeom>
            <a:avLst/>
            <a:gdLst/>
            <a:ahLst/>
            <a:rect l="0" t="0" r="r" b="b"/>
            <a:pathLst>
              <a:path w="28" h="2038">
                <a:moveTo>
                  <a:pt x="0" y="0"/>
                </a:moveTo>
                <a:lnTo>
                  <a:pt x="28" y="0"/>
                </a:lnTo>
                <a:lnTo>
                  <a:pt x="28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3409920" y="6114960"/>
            <a:ext cx="1047960" cy="9720"/>
          </a:xfrm>
          <a:custGeom>
            <a:avLst/>
            <a:gdLst/>
            <a:ahLst/>
            <a:rect l="0" t="0" r="r" b="b"/>
            <a:pathLst>
              <a:path w="2911" h="27">
                <a:moveTo>
                  <a:pt x="0" y="0"/>
                </a:moveTo>
                <a:lnTo>
                  <a:pt x="2911" y="0"/>
                </a:lnTo>
                <a:lnTo>
                  <a:pt x="29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4448160" y="6124320"/>
            <a:ext cx="9720" cy="733680"/>
          </a:xfrm>
          <a:custGeom>
            <a:avLst/>
            <a:gdLst/>
            <a:ahLst/>
            <a:rect l="0" t="0" r="r" b="b"/>
            <a:pathLst>
              <a:path w="27" h="2038">
                <a:moveTo>
                  <a:pt x="0" y="0"/>
                </a:moveTo>
                <a:lnTo>
                  <a:pt x="27" y="0"/>
                </a:lnTo>
                <a:lnTo>
                  <a:pt x="27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4457520" y="6114960"/>
            <a:ext cx="457560" cy="9720"/>
          </a:xfrm>
          <a:custGeom>
            <a:avLst/>
            <a:gdLst/>
            <a:ahLst/>
            <a:rect l="0" t="0" r="r" b="b"/>
            <a:pathLst>
              <a:path w="1271" h="27">
                <a:moveTo>
                  <a:pt x="0" y="0"/>
                </a:moveTo>
                <a:lnTo>
                  <a:pt x="1271" y="0"/>
                </a:lnTo>
                <a:lnTo>
                  <a:pt x="12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4905360" y="6124320"/>
            <a:ext cx="9720" cy="733680"/>
          </a:xfrm>
          <a:custGeom>
            <a:avLst/>
            <a:gdLst/>
            <a:ahLst/>
            <a:rect l="0" t="0" r="r" b="b"/>
            <a:pathLst>
              <a:path w="27" h="2038">
                <a:moveTo>
                  <a:pt x="0" y="0"/>
                </a:moveTo>
                <a:lnTo>
                  <a:pt x="27" y="0"/>
                </a:lnTo>
                <a:lnTo>
                  <a:pt x="27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571320" y="3164040"/>
            <a:ext cx="2872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单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3067200" y="-29160"/>
            <a:ext cx="171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01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3530160" y="-153000"/>
            <a:ext cx="352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hero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3530160" y="94320"/>
            <a:ext cx="508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corner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4581360" y="-2916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4581360" y="21816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营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4581360" y="46584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销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3067200" y="1208880"/>
            <a:ext cx="20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02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3530160" y="1085040"/>
            <a:ext cx="74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reception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3530160" y="1332720"/>
            <a:ext cx="551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(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吧台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4581360" y="83736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4581360" y="108504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单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4581360" y="133272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4581360" y="158040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线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3067200" y="2208960"/>
            <a:ext cx="20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03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3530160" y="1961280"/>
            <a:ext cx="381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main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3530160" y="2208960"/>
            <a:ext cx="706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zone (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散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3530160" y="2456640"/>
            <a:ext cx="276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座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4581360" y="196128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座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4581360" y="220896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位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4581360" y="245664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区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3067200" y="3199680"/>
            <a:ext cx="20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04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3530160" y="2952000"/>
            <a:ext cx="56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feature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3530160" y="3199680"/>
            <a:ext cx="816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(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⻓桌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书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3530160" y="3447360"/>
            <a:ext cx="276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架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4581360" y="282816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4581360" y="307584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⾊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4581360" y="332352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4581360" y="357120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3067200" y="4314240"/>
            <a:ext cx="20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05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3530160" y="4190400"/>
            <a:ext cx="527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lounge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3530160" y="4437720"/>
            <a:ext cx="374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zone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4581360" y="394272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休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4581360" y="419040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闲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4581360" y="443772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氛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4581360" y="468540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围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3067200" y="5438160"/>
            <a:ext cx="20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06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3530160" y="5066640"/>
            <a:ext cx="379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back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3530160" y="5314320"/>
            <a:ext cx="508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corner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3530160" y="5562000"/>
            <a:ext cx="798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(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后厨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卫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3530160" y="5809320"/>
            <a:ext cx="276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⽣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4581360" y="506664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服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4581360" y="531432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4581360" y="556200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4581360" y="580932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线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3067200" y="6552360"/>
            <a:ext cx="196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07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3530160" y="6552360"/>
            <a:ext cx="736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top ortho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4581360" y="618084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4581360" y="642852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4581360" y="667620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彩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285840" y="6409440"/>
            <a:ext cx="370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设计师同事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576000" y="2176200"/>
            <a:ext cx="11039760" cy="2772360"/>
          </a:xfrm>
          <a:custGeom>
            <a:avLst/>
            <a:gdLst/>
            <a:ahLst/>
            <a:rect l="0" t="0" r="r" b="b"/>
            <a:pathLst>
              <a:path w="30666" h="7701">
                <a:moveTo>
                  <a:pt x="0" y="755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0521" y="0"/>
                </a:lnTo>
                <a:cubicBezTo>
                  <a:pt x="30530" y="0"/>
                  <a:pt x="30540" y="1"/>
                  <a:pt x="30549" y="3"/>
                </a:cubicBezTo>
                <a:cubicBezTo>
                  <a:pt x="30559" y="5"/>
                  <a:pt x="30568" y="8"/>
                  <a:pt x="30577" y="11"/>
                </a:cubicBezTo>
                <a:cubicBezTo>
                  <a:pt x="30585" y="15"/>
                  <a:pt x="30594" y="19"/>
                  <a:pt x="30602" y="25"/>
                </a:cubicBezTo>
                <a:cubicBezTo>
                  <a:pt x="30610" y="30"/>
                  <a:pt x="30617" y="36"/>
                  <a:pt x="30624" y="43"/>
                </a:cubicBezTo>
                <a:cubicBezTo>
                  <a:pt x="30631" y="50"/>
                  <a:pt x="30637" y="57"/>
                  <a:pt x="30642" y="65"/>
                </a:cubicBezTo>
                <a:cubicBezTo>
                  <a:pt x="30647" y="73"/>
                  <a:pt x="30652" y="81"/>
                  <a:pt x="30655" y="90"/>
                </a:cubicBezTo>
                <a:cubicBezTo>
                  <a:pt x="30659" y="99"/>
                  <a:pt x="30662" y="108"/>
                  <a:pt x="30664" y="117"/>
                </a:cubicBezTo>
                <a:cubicBezTo>
                  <a:pt x="30665" y="127"/>
                  <a:pt x="30666" y="136"/>
                  <a:pt x="30666" y="146"/>
                </a:cubicBezTo>
                <a:lnTo>
                  <a:pt x="30666" y="7555"/>
                </a:lnTo>
                <a:cubicBezTo>
                  <a:pt x="30666" y="7565"/>
                  <a:pt x="30665" y="7574"/>
                  <a:pt x="30664" y="7583"/>
                </a:cubicBezTo>
                <a:cubicBezTo>
                  <a:pt x="30662" y="7593"/>
                  <a:pt x="30659" y="7602"/>
                  <a:pt x="30655" y="7611"/>
                </a:cubicBezTo>
                <a:cubicBezTo>
                  <a:pt x="30652" y="7620"/>
                  <a:pt x="30647" y="7628"/>
                  <a:pt x="30642" y="7636"/>
                </a:cubicBezTo>
                <a:cubicBezTo>
                  <a:pt x="30637" y="7644"/>
                  <a:pt x="30631" y="7651"/>
                  <a:pt x="30624" y="7658"/>
                </a:cubicBezTo>
                <a:cubicBezTo>
                  <a:pt x="30617" y="7665"/>
                  <a:pt x="30610" y="7671"/>
                  <a:pt x="30602" y="7676"/>
                </a:cubicBezTo>
                <a:cubicBezTo>
                  <a:pt x="30594" y="7681"/>
                  <a:pt x="30585" y="7686"/>
                  <a:pt x="30577" y="7690"/>
                </a:cubicBezTo>
                <a:cubicBezTo>
                  <a:pt x="30568" y="7693"/>
                  <a:pt x="30559" y="7696"/>
                  <a:pt x="30549" y="7698"/>
                </a:cubicBezTo>
                <a:cubicBezTo>
                  <a:pt x="30540" y="7700"/>
                  <a:pt x="30530" y="7701"/>
                  <a:pt x="30521" y="7701"/>
                </a:cubicBezTo>
                <a:lnTo>
                  <a:pt x="146" y="7701"/>
                </a:lnTo>
                <a:cubicBezTo>
                  <a:pt x="136" y="7701"/>
                  <a:pt x="127" y="7700"/>
                  <a:pt x="117" y="7698"/>
                </a:cubicBezTo>
                <a:cubicBezTo>
                  <a:pt x="108" y="7696"/>
                  <a:pt x="99" y="7693"/>
                  <a:pt x="90" y="7690"/>
                </a:cubicBezTo>
                <a:cubicBezTo>
                  <a:pt x="81" y="7686"/>
                  <a:pt x="73" y="7681"/>
                  <a:pt x="65" y="7676"/>
                </a:cubicBezTo>
                <a:cubicBezTo>
                  <a:pt x="57" y="7671"/>
                  <a:pt x="50" y="7665"/>
                  <a:pt x="43" y="7658"/>
                </a:cubicBezTo>
                <a:cubicBezTo>
                  <a:pt x="36" y="7651"/>
                  <a:pt x="30" y="7644"/>
                  <a:pt x="25" y="7636"/>
                </a:cubicBezTo>
                <a:cubicBezTo>
                  <a:pt x="19" y="7628"/>
                  <a:pt x="15" y="7620"/>
                  <a:pt x="11" y="7611"/>
                </a:cubicBezTo>
                <a:cubicBezTo>
                  <a:pt x="8" y="7602"/>
                  <a:pt x="5" y="7593"/>
                  <a:pt x="3" y="7583"/>
                </a:cubicBezTo>
                <a:cubicBezTo>
                  <a:pt x="1" y="7574"/>
                  <a:pt x="0" y="7565"/>
                  <a:pt x="0" y="755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576000" y="2176200"/>
            <a:ext cx="11039760" cy="2772360"/>
          </a:xfrm>
          <a:custGeom>
            <a:avLst/>
            <a:gdLst/>
            <a:ahLst/>
            <a:rect l="0" t="0" r="r" b="b"/>
            <a:pathLst>
              <a:path w="30666" h="7701">
                <a:moveTo>
                  <a:pt x="0" y="755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0521" y="0"/>
                </a:lnTo>
                <a:cubicBezTo>
                  <a:pt x="30530" y="0"/>
                  <a:pt x="30540" y="1"/>
                  <a:pt x="30549" y="3"/>
                </a:cubicBezTo>
                <a:cubicBezTo>
                  <a:pt x="30559" y="5"/>
                  <a:pt x="30568" y="8"/>
                  <a:pt x="30577" y="11"/>
                </a:cubicBezTo>
                <a:cubicBezTo>
                  <a:pt x="30585" y="15"/>
                  <a:pt x="30594" y="19"/>
                  <a:pt x="30602" y="25"/>
                </a:cubicBezTo>
                <a:cubicBezTo>
                  <a:pt x="30610" y="30"/>
                  <a:pt x="30617" y="36"/>
                  <a:pt x="30624" y="43"/>
                </a:cubicBezTo>
                <a:cubicBezTo>
                  <a:pt x="30631" y="50"/>
                  <a:pt x="30637" y="57"/>
                  <a:pt x="30642" y="65"/>
                </a:cubicBezTo>
                <a:cubicBezTo>
                  <a:pt x="30647" y="73"/>
                  <a:pt x="30652" y="81"/>
                  <a:pt x="30655" y="90"/>
                </a:cubicBezTo>
                <a:cubicBezTo>
                  <a:pt x="30659" y="99"/>
                  <a:pt x="30662" y="108"/>
                  <a:pt x="30664" y="117"/>
                </a:cubicBezTo>
                <a:cubicBezTo>
                  <a:pt x="30665" y="127"/>
                  <a:pt x="30666" y="136"/>
                  <a:pt x="30666" y="146"/>
                </a:cubicBezTo>
                <a:lnTo>
                  <a:pt x="30666" y="7555"/>
                </a:lnTo>
                <a:cubicBezTo>
                  <a:pt x="30666" y="7565"/>
                  <a:pt x="30665" y="7574"/>
                  <a:pt x="30664" y="7583"/>
                </a:cubicBezTo>
                <a:cubicBezTo>
                  <a:pt x="30662" y="7593"/>
                  <a:pt x="30659" y="7602"/>
                  <a:pt x="30655" y="7611"/>
                </a:cubicBezTo>
                <a:cubicBezTo>
                  <a:pt x="30652" y="7620"/>
                  <a:pt x="30647" y="7628"/>
                  <a:pt x="30642" y="7636"/>
                </a:cubicBezTo>
                <a:cubicBezTo>
                  <a:pt x="30637" y="7644"/>
                  <a:pt x="30631" y="7651"/>
                  <a:pt x="30624" y="7658"/>
                </a:cubicBezTo>
                <a:cubicBezTo>
                  <a:pt x="30617" y="7665"/>
                  <a:pt x="30610" y="7671"/>
                  <a:pt x="30602" y="7676"/>
                </a:cubicBezTo>
                <a:cubicBezTo>
                  <a:pt x="30594" y="7681"/>
                  <a:pt x="30585" y="7686"/>
                  <a:pt x="30577" y="7690"/>
                </a:cubicBezTo>
                <a:cubicBezTo>
                  <a:pt x="30568" y="7693"/>
                  <a:pt x="30559" y="7696"/>
                  <a:pt x="30549" y="7698"/>
                </a:cubicBezTo>
                <a:cubicBezTo>
                  <a:pt x="30540" y="7700"/>
                  <a:pt x="30530" y="7701"/>
                  <a:pt x="30521" y="7701"/>
                </a:cubicBezTo>
                <a:lnTo>
                  <a:pt x="146" y="7701"/>
                </a:lnTo>
                <a:cubicBezTo>
                  <a:pt x="136" y="7701"/>
                  <a:pt x="127" y="7700"/>
                  <a:pt x="117" y="7698"/>
                </a:cubicBezTo>
                <a:cubicBezTo>
                  <a:pt x="108" y="7696"/>
                  <a:pt x="99" y="7693"/>
                  <a:pt x="90" y="7690"/>
                </a:cubicBezTo>
                <a:cubicBezTo>
                  <a:pt x="81" y="7686"/>
                  <a:pt x="73" y="7681"/>
                  <a:pt x="65" y="7676"/>
                </a:cubicBezTo>
                <a:cubicBezTo>
                  <a:pt x="57" y="7671"/>
                  <a:pt x="50" y="7665"/>
                  <a:pt x="43" y="7658"/>
                </a:cubicBezTo>
                <a:cubicBezTo>
                  <a:pt x="36" y="7651"/>
                  <a:pt x="30" y="7644"/>
                  <a:pt x="25" y="7636"/>
                </a:cubicBezTo>
                <a:cubicBezTo>
                  <a:pt x="19" y="7628"/>
                  <a:pt x="15" y="7620"/>
                  <a:pt x="11" y="7611"/>
                </a:cubicBezTo>
                <a:cubicBezTo>
                  <a:pt x="8" y="7602"/>
                  <a:pt x="5" y="7593"/>
                  <a:pt x="3" y="7583"/>
                </a:cubicBezTo>
                <a:cubicBezTo>
                  <a:pt x="1" y="7574"/>
                  <a:pt x="0" y="7565"/>
                  <a:pt x="0" y="755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 txBox="1"/>
          <p:nvPr/>
        </p:nvSpPr>
        <p:spPr>
          <a:xfrm>
            <a:off x="571320" y="1592640"/>
            <a:ext cx="25408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Material PBR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参数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733320" y="2330280"/>
            <a:ext cx="63345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FloorTerrazzo : base #D4CFC2, roughness 0.60, metallic 0.00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733320" y="2539800"/>
            <a:ext cx="63345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WoodWarm      : base #8B6F4E, roughness 0.50, metallic 0.02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733320" y="2739960"/>
            <a:ext cx="63345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MetalBlack    : base #2B2B2D, roughness 0.35, metallic 0.85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733320" y="2949480"/>
            <a:ext cx="63345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WallCream     : base #EDE8DE, roughness 0.90, metallic 0.00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733320" y="3149280"/>
            <a:ext cx="63345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BrassAccent   : base #B89968, roughness 0.28, metallic 0.90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733320" y="3358800"/>
            <a:ext cx="63345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FoliageGreen  : base #3F6B3C, roughness 0.70, metallic 0.00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733320" y="3558960"/>
            <a:ext cx="67636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GlassClear    : base #DCE3DA, roughness 0.05, transmission 0.92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733320" y="3768480"/>
            <a:ext cx="63345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LeatherTan    : base #A67B5B, roughness 0.55, metallic 0.00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733320" y="3968640"/>
            <a:ext cx="63345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BlackFabric   : base #1F1F22, roughness 0.85, metallic 0.00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733320" y="4178160"/>
            <a:ext cx="63345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CeramicWhite  : base #F2EFE8, roughness 0.40, metallic 0.00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 txBox="1"/>
          <p:nvPr/>
        </p:nvSpPr>
        <p:spPr>
          <a:xfrm>
            <a:off x="733320" y="4377960"/>
            <a:ext cx="63345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StainlessSteel: base #C8C8CB, roughness 0.30, metallic 0.90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733320" y="4587840"/>
            <a:ext cx="63345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PaperBook     : base #E8DFCB, roughness 0.95, metallic 0.00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285840" y="6409440"/>
            <a:ext cx="370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设计师同事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1182276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580680" y="1704960"/>
            <a:ext cx="1267200" cy="371520"/>
          </a:xfrm>
          <a:custGeom>
            <a:avLst/>
            <a:gdLst/>
            <a:ahLst/>
            <a:rect l="0" t="0" r="r" b="b"/>
            <a:pathLst>
              <a:path w="3520" h="1032">
                <a:moveTo>
                  <a:pt x="0" y="0"/>
                </a:moveTo>
                <a:lnTo>
                  <a:pt x="3520" y="0"/>
                </a:lnTo>
                <a:lnTo>
                  <a:pt x="3520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1847520" y="1704960"/>
            <a:ext cx="3058200" cy="371520"/>
          </a:xfrm>
          <a:custGeom>
            <a:avLst/>
            <a:gdLst/>
            <a:ahLst/>
            <a:rect l="0" t="0" r="r" b="b"/>
            <a:pathLst>
              <a:path w="8495" h="1032">
                <a:moveTo>
                  <a:pt x="0" y="0"/>
                </a:moveTo>
                <a:lnTo>
                  <a:pt x="8495" y="0"/>
                </a:lnTo>
                <a:lnTo>
                  <a:pt x="8495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4905360" y="1704960"/>
            <a:ext cx="600120" cy="371520"/>
          </a:xfrm>
          <a:custGeom>
            <a:avLst/>
            <a:gdLst/>
            <a:ahLst/>
            <a:rect l="0" t="0" r="r" b="b"/>
            <a:pathLst>
              <a:path w="1667" h="1032">
                <a:moveTo>
                  <a:pt x="0" y="0"/>
                </a:moveTo>
                <a:lnTo>
                  <a:pt x="1667" y="0"/>
                </a:lnTo>
                <a:lnTo>
                  <a:pt x="166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580680" y="1704960"/>
            <a:ext cx="1267200" cy="371520"/>
          </a:xfrm>
          <a:custGeom>
            <a:avLst/>
            <a:gdLst/>
            <a:ahLst/>
            <a:rect l="0" t="0" r="r" b="b"/>
            <a:pathLst>
              <a:path w="3520" h="1032">
                <a:moveTo>
                  <a:pt x="0" y="0"/>
                </a:moveTo>
                <a:lnTo>
                  <a:pt x="3520" y="0"/>
                </a:lnTo>
                <a:lnTo>
                  <a:pt x="3520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1847520" y="1704960"/>
            <a:ext cx="3058200" cy="371520"/>
          </a:xfrm>
          <a:custGeom>
            <a:avLst/>
            <a:gdLst/>
            <a:ahLst/>
            <a:rect l="0" t="0" r="r" b="b"/>
            <a:pathLst>
              <a:path w="8495" h="1032">
                <a:moveTo>
                  <a:pt x="0" y="0"/>
                </a:moveTo>
                <a:lnTo>
                  <a:pt x="8495" y="0"/>
                </a:lnTo>
                <a:lnTo>
                  <a:pt x="8495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4905360" y="1704960"/>
            <a:ext cx="600120" cy="371520"/>
          </a:xfrm>
          <a:custGeom>
            <a:avLst/>
            <a:gdLst/>
            <a:ahLst/>
            <a:rect l="0" t="0" r="r" b="b"/>
            <a:pathLst>
              <a:path w="1667" h="1032">
                <a:moveTo>
                  <a:pt x="0" y="0"/>
                </a:moveTo>
                <a:lnTo>
                  <a:pt x="1667" y="0"/>
                </a:lnTo>
                <a:lnTo>
                  <a:pt x="166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580680" y="2076120"/>
            <a:ext cx="1267200" cy="371880"/>
          </a:xfrm>
          <a:custGeom>
            <a:avLst/>
            <a:gdLst/>
            <a:ahLst/>
            <a:rect l="0" t="0" r="r" b="b"/>
            <a:pathLst>
              <a:path w="3520" h="1033">
                <a:moveTo>
                  <a:pt x="0" y="0"/>
                </a:moveTo>
                <a:lnTo>
                  <a:pt x="3520" y="0"/>
                </a:lnTo>
                <a:lnTo>
                  <a:pt x="35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1847520" y="2076120"/>
            <a:ext cx="3058200" cy="371880"/>
          </a:xfrm>
          <a:custGeom>
            <a:avLst/>
            <a:gdLst/>
            <a:ahLst/>
            <a:rect l="0" t="0" r="r" b="b"/>
            <a:pathLst>
              <a:path w="8495" h="1033">
                <a:moveTo>
                  <a:pt x="0" y="0"/>
                </a:moveTo>
                <a:lnTo>
                  <a:pt x="8495" y="0"/>
                </a:lnTo>
                <a:lnTo>
                  <a:pt x="849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4905360" y="2076120"/>
            <a:ext cx="600120" cy="371880"/>
          </a:xfrm>
          <a:custGeom>
            <a:avLst/>
            <a:gdLst/>
            <a:ahLst/>
            <a:rect l="0" t="0" r="r" b="b"/>
            <a:pathLst>
              <a:path w="1667" h="1033">
                <a:moveTo>
                  <a:pt x="0" y="0"/>
                </a:moveTo>
                <a:lnTo>
                  <a:pt x="1667" y="0"/>
                </a:lnTo>
                <a:lnTo>
                  <a:pt x="166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580680" y="2447640"/>
            <a:ext cx="1267200" cy="371880"/>
          </a:xfrm>
          <a:custGeom>
            <a:avLst/>
            <a:gdLst/>
            <a:ahLst/>
            <a:rect l="0" t="0" r="r" b="b"/>
            <a:pathLst>
              <a:path w="3520" h="1033">
                <a:moveTo>
                  <a:pt x="0" y="0"/>
                </a:moveTo>
                <a:lnTo>
                  <a:pt x="3520" y="0"/>
                </a:lnTo>
                <a:lnTo>
                  <a:pt x="35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1847520" y="2447640"/>
            <a:ext cx="3058200" cy="371880"/>
          </a:xfrm>
          <a:custGeom>
            <a:avLst/>
            <a:gdLst/>
            <a:ahLst/>
            <a:rect l="0" t="0" r="r" b="b"/>
            <a:pathLst>
              <a:path w="8495" h="1033">
                <a:moveTo>
                  <a:pt x="0" y="0"/>
                </a:moveTo>
                <a:lnTo>
                  <a:pt x="8495" y="0"/>
                </a:lnTo>
                <a:lnTo>
                  <a:pt x="849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4905360" y="2447640"/>
            <a:ext cx="600120" cy="371880"/>
          </a:xfrm>
          <a:custGeom>
            <a:avLst/>
            <a:gdLst/>
            <a:ahLst/>
            <a:rect l="0" t="0" r="r" b="b"/>
            <a:pathLst>
              <a:path w="1667" h="1033">
                <a:moveTo>
                  <a:pt x="0" y="0"/>
                </a:moveTo>
                <a:lnTo>
                  <a:pt x="1667" y="0"/>
                </a:lnTo>
                <a:lnTo>
                  <a:pt x="166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580680" y="2819160"/>
            <a:ext cx="1267200" cy="371880"/>
          </a:xfrm>
          <a:custGeom>
            <a:avLst/>
            <a:gdLst/>
            <a:ahLst/>
            <a:rect l="0" t="0" r="r" b="b"/>
            <a:pathLst>
              <a:path w="3520" h="1033">
                <a:moveTo>
                  <a:pt x="0" y="0"/>
                </a:moveTo>
                <a:lnTo>
                  <a:pt x="3520" y="0"/>
                </a:lnTo>
                <a:lnTo>
                  <a:pt x="35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1847520" y="2819160"/>
            <a:ext cx="3058200" cy="371880"/>
          </a:xfrm>
          <a:custGeom>
            <a:avLst/>
            <a:gdLst/>
            <a:ahLst/>
            <a:rect l="0" t="0" r="r" b="b"/>
            <a:pathLst>
              <a:path w="8495" h="1033">
                <a:moveTo>
                  <a:pt x="0" y="0"/>
                </a:moveTo>
                <a:lnTo>
                  <a:pt x="8495" y="0"/>
                </a:lnTo>
                <a:lnTo>
                  <a:pt x="849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4905360" y="2819160"/>
            <a:ext cx="600120" cy="371880"/>
          </a:xfrm>
          <a:custGeom>
            <a:avLst/>
            <a:gdLst/>
            <a:ahLst/>
            <a:rect l="0" t="0" r="r" b="b"/>
            <a:pathLst>
              <a:path w="1667" h="1033">
                <a:moveTo>
                  <a:pt x="0" y="0"/>
                </a:moveTo>
                <a:lnTo>
                  <a:pt x="1667" y="0"/>
                </a:lnTo>
                <a:lnTo>
                  <a:pt x="166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580680" y="3190680"/>
            <a:ext cx="1267200" cy="371880"/>
          </a:xfrm>
          <a:custGeom>
            <a:avLst/>
            <a:gdLst/>
            <a:ahLst/>
            <a:rect l="0" t="0" r="r" b="b"/>
            <a:pathLst>
              <a:path w="3520" h="1033">
                <a:moveTo>
                  <a:pt x="0" y="0"/>
                </a:moveTo>
                <a:lnTo>
                  <a:pt x="3520" y="0"/>
                </a:lnTo>
                <a:lnTo>
                  <a:pt x="35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1847520" y="3190680"/>
            <a:ext cx="3058200" cy="371880"/>
          </a:xfrm>
          <a:custGeom>
            <a:avLst/>
            <a:gdLst/>
            <a:ahLst/>
            <a:rect l="0" t="0" r="r" b="b"/>
            <a:pathLst>
              <a:path w="8495" h="1033">
                <a:moveTo>
                  <a:pt x="0" y="0"/>
                </a:moveTo>
                <a:lnTo>
                  <a:pt x="8495" y="0"/>
                </a:lnTo>
                <a:lnTo>
                  <a:pt x="849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4905360" y="3190680"/>
            <a:ext cx="600120" cy="371880"/>
          </a:xfrm>
          <a:custGeom>
            <a:avLst/>
            <a:gdLst/>
            <a:ahLst/>
            <a:rect l="0" t="0" r="r" b="b"/>
            <a:pathLst>
              <a:path w="1667" h="1033">
                <a:moveTo>
                  <a:pt x="0" y="0"/>
                </a:moveTo>
                <a:lnTo>
                  <a:pt x="1667" y="0"/>
                </a:lnTo>
                <a:lnTo>
                  <a:pt x="166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580680" y="3562200"/>
            <a:ext cx="1267200" cy="371880"/>
          </a:xfrm>
          <a:custGeom>
            <a:avLst/>
            <a:gdLst/>
            <a:ahLst/>
            <a:rect l="0" t="0" r="r" b="b"/>
            <a:pathLst>
              <a:path w="3520" h="1033">
                <a:moveTo>
                  <a:pt x="0" y="0"/>
                </a:moveTo>
                <a:lnTo>
                  <a:pt x="3520" y="0"/>
                </a:lnTo>
                <a:lnTo>
                  <a:pt x="35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1847520" y="3562200"/>
            <a:ext cx="3058200" cy="371880"/>
          </a:xfrm>
          <a:custGeom>
            <a:avLst/>
            <a:gdLst/>
            <a:ahLst/>
            <a:rect l="0" t="0" r="r" b="b"/>
            <a:pathLst>
              <a:path w="8495" h="1033">
                <a:moveTo>
                  <a:pt x="0" y="0"/>
                </a:moveTo>
                <a:lnTo>
                  <a:pt x="8495" y="0"/>
                </a:lnTo>
                <a:lnTo>
                  <a:pt x="849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4905360" y="3562200"/>
            <a:ext cx="600120" cy="371880"/>
          </a:xfrm>
          <a:custGeom>
            <a:avLst/>
            <a:gdLst/>
            <a:ahLst/>
            <a:rect l="0" t="0" r="r" b="b"/>
            <a:pathLst>
              <a:path w="1667" h="1033">
                <a:moveTo>
                  <a:pt x="0" y="0"/>
                </a:moveTo>
                <a:lnTo>
                  <a:pt x="1667" y="0"/>
                </a:lnTo>
                <a:lnTo>
                  <a:pt x="166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580680" y="3933720"/>
            <a:ext cx="1267200" cy="371880"/>
          </a:xfrm>
          <a:custGeom>
            <a:avLst/>
            <a:gdLst/>
            <a:ahLst/>
            <a:rect l="0" t="0" r="r" b="b"/>
            <a:pathLst>
              <a:path w="3520" h="1033">
                <a:moveTo>
                  <a:pt x="0" y="0"/>
                </a:moveTo>
                <a:lnTo>
                  <a:pt x="3520" y="0"/>
                </a:lnTo>
                <a:lnTo>
                  <a:pt x="35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1847520" y="3933720"/>
            <a:ext cx="3058200" cy="371880"/>
          </a:xfrm>
          <a:custGeom>
            <a:avLst/>
            <a:gdLst/>
            <a:ahLst/>
            <a:rect l="0" t="0" r="r" b="b"/>
            <a:pathLst>
              <a:path w="8495" h="1033">
                <a:moveTo>
                  <a:pt x="0" y="0"/>
                </a:moveTo>
                <a:lnTo>
                  <a:pt x="8495" y="0"/>
                </a:lnTo>
                <a:lnTo>
                  <a:pt x="849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4905360" y="3933720"/>
            <a:ext cx="600120" cy="371880"/>
          </a:xfrm>
          <a:custGeom>
            <a:avLst/>
            <a:gdLst/>
            <a:ahLst/>
            <a:rect l="0" t="0" r="r" b="b"/>
            <a:pathLst>
              <a:path w="1667" h="1033">
                <a:moveTo>
                  <a:pt x="0" y="0"/>
                </a:moveTo>
                <a:lnTo>
                  <a:pt x="1667" y="0"/>
                </a:lnTo>
                <a:lnTo>
                  <a:pt x="166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580680" y="4305240"/>
            <a:ext cx="1267200" cy="381240"/>
          </a:xfrm>
          <a:custGeom>
            <a:avLst/>
            <a:gdLst/>
            <a:ahLst/>
            <a:rect l="0" t="0" r="r" b="b"/>
            <a:pathLst>
              <a:path w="3520" h="1059">
                <a:moveTo>
                  <a:pt x="0" y="0"/>
                </a:moveTo>
                <a:lnTo>
                  <a:pt x="3520" y="0"/>
                </a:lnTo>
                <a:lnTo>
                  <a:pt x="352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1847520" y="4305240"/>
            <a:ext cx="3058200" cy="381240"/>
          </a:xfrm>
          <a:custGeom>
            <a:avLst/>
            <a:gdLst/>
            <a:ahLst/>
            <a:rect l="0" t="0" r="r" b="b"/>
            <a:pathLst>
              <a:path w="8495" h="1059">
                <a:moveTo>
                  <a:pt x="0" y="0"/>
                </a:moveTo>
                <a:lnTo>
                  <a:pt x="8495" y="0"/>
                </a:lnTo>
                <a:lnTo>
                  <a:pt x="849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4905360" y="4305240"/>
            <a:ext cx="600120" cy="381240"/>
          </a:xfrm>
          <a:custGeom>
            <a:avLst/>
            <a:gdLst/>
            <a:ahLst/>
            <a:rect l="0" t="0" r="r" b="b"/>
            <a:pathLst>
              <a:path w="1667" h="1059">
                <a:moveTo>
                  <a:pt x="0" y="0"/>
                </a:moveTo>
                <a:lnTo>
                  <a:pt x="1667" y="0"/>
                </a:lnTo>
                <a:lnTo>
                  <a:pt x="166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580680" y="4686120"/>
            <a:ext cx="1267200" cy="371880"/>
          </a:xfrm>
          <a:custGeom>
            <a:avLst/>
            <a:gdLst/>
            <a:ahLst/>
            <a:rect l="0" t="0" r="r" b="b"/>
            <a:pathLst>
              <a:path w="3520" h="1033">
                <a:moveTo>
                  <a:pt x="0" y="0"/>
                </a:moveTo>
                <a:lnTo>
                  <a:pt x="3520" y="0"/>
                </a:lnTo>
                <a:lnTo>
                  <a:pt x="35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1847520" y="4686120"/>
            <a:ext cx="3058200" cy="371880"/>
          </a:xfrm>
          <a:custGeom>
            <a:avLst/>
            <a:gdLst/>
            <a:ahLst/>
            <a:rect l="0" t="0" r="r" b="b"/>
            <a:pathLst>
              <a:path w="8495" h="1033">
                <a:moveTo>
                  <a:pt x="0" y="0"/>
                </a:moveTo>
                <a:lnTo>
                  <a:pt x="8495" y="0"/>
                </a:lnTo>
                <a:lnTo>
                  <a:pt x="849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4905360" y="4686120"/>
            <a:ext cx="600120" cy="371880"/>
          </a:xfrm>
          <a:custGeom>
            <a:avLst/>
            <a:gdLst/>
            <a:ahLst/>
            <a:rect l="0" t="0" r="r" b="b"/>
            <a:pathLst>
              <a:path w="1667" h="1033">
                <a:moveTo>
                  <a:pt x="0" y="0"/>
                </a:moveTo>
                <a:lnTo>
                  <a:pt x="1667" y="0"/>
                </a:lnTo>
                <a:lnTo>
                  <a:pt x="166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580680" y="5057640"/>
            <a:ext cx="1267200" cy="371880"/>
          </a:xfrm>
          <a:custGeom>
            <a:avLst/>
            <a:gdLst/>
            <a:ahLst/>
            <a:rect l="0" t="0" r="r" b="b"/>
            <a:pathLst>
              <a:path w="3520" h="1033">
                <a:moveTo>
                  <a:pt x="0" y="0"/>
                </a:moveTo>
                <a:lnTo>
                  <a:pt x="3520" y="0"/>
                </a:lnTo>
                <a:lnTo>
                  <a:pt x="35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1847520" y="5057640"/>
            <a:ext cx="3058200" cy="371880"/>
          </a:xfrm>
          <a:custGeom>
            <a:avLst/>
            <a:gdLst/>
            <a:ahLst/>
            <a:rect l="0" t="0" r="r" b="b"/>
            <a:pathLst>
              <a:path w="8495" h="1033">
                <a:moveTo>
                  <a:pt x="0" y="0"/>
                </a:moveTo>
                <a:lnTo>
                  <a:pt x="8495" y="0"/>
                </a:lnTo>
                <a:lnTo>
                  <a:pt x="849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4905360" y="5057640"/>
            <a:ext cx="600120" cy="371880"/>
          </a:xfrm>
          <a:custGeom>
            <a:avLst/>
            <a:gdLst/>
            <a:ahLst/>
            <a:rect l="0" t="0" r="r" b="b"/>
            <a:pathLst>
              <a:path w="1667" h="1033">
                <a:moveTo>
                  <a:pt x="0" y="0"/>
                </a:moveTo>
                <a:lnTo>
                  <a:pt x="1667" y="0"/>
                </a:lnTo>
                <a:lnTo>
                  <a:pt x="166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571320" y="16952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571320" y="1695240"/>
            <a:ext cx="1286280" cy="10080"/>
          </a:xfrm>
          <a:custGeom>
            <a:avLst/>
            <a:gdLst/>
            <a:ahLst/>
            <a:rect l="0" t="0" r="r" b="b"/>
            <a:pathLst>
              <a:path w="3573" h="28">
                <a:moveTo>
                  <a:pt x="0" y="0"/>
                </a:moveTo>
                <a:lnTo>
                  <a:pt x="3573" y="0"/>
                </a:lnTo>
                <a:lnTo>
                  <a:pt x="357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1847520" y="16952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1857240" y="1695240"/>
            <a:ext cx="3057840" cy="10080"/>
          </a:xfrm>
          <a:custGeom>
            <a:avLst/>
            <a:gdLst/>
            <a:ahLst/>
            <a:rect l="0" t="0" r="r" b="b"/>
            <a:pathLst>
              <a:path w="8494" h="28">
                <a:moveTo>
                  <a:pt x="0" y="0"/>
                </a:moveTo>
                <a:lnTo>
                  <a:pt x="8494" y="0"/>
                </a:lnTo>
                <a:lnTo>
                  <a:pt x="84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4905360" y="16952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4914720" y="169524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/>
          <p:nvPr/>
        </p:nvSpPr>
        <p:spPr>
          <a:xfrm>
            <a:off x="5505120" y="16952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571320" y="2066760"/>
            <a:ext cx="1286280" cy="9720"/>
          </a:xfrm>
          <a:custGeom>
            <a:avLst/>
            <a:gdLst/>
            <a:ahLst/>
            <a:rect l="0" t="0" r="r" b="b"/>
            <a:pathLst>
              <a:path w="3573" h="27">
                <a:moveTo>
                  <a:pt x="0" y="0"/>
                </a:moveTo>
                <a:lnTo>
                  <a:pt x="3573" y="0"/>
                </a:lnTo>
                <a:lnTo>
                  <a:pt x="35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1857240" y="2066760"/>
            <a:ext cx="3057840" cy="9720"/>
          </a:xfrm>
          <a:custGeom>
            <a:avLst/>
            <a:gdLst/>
            <a:ahLst/>
            <a:rect l="0" t="0" r="r" b="b"/>
            <a:pathLst>
              <a:path w="8494" h="27">
                <a:moveTo>
                  <a:pt x="0" y="0"/>
                </a:moveTo>
                <a:lnTo>
                  <a:pt x="8494" y="0"/>
                </a:lnTo>
                <a:lnTo>
                  <a:pt x="84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4914720" y="206676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571320" y="207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1847520" y="2076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4905360" y="207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5505120" y="2076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/>
          <p:nvPr/>
        </p:nvSpPr>
        <p:spPr>
          <a:xfrm>
            <a:off x="571320" y="24476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/>
          <p:nvPr/>
        </p:nvSpPr>
        <p:spPr>
          <a:xfrm>
            <a:off x="571320" y="2438280"/>
            <a:ext cx="1286280" cy="9720"/>
          </a:xfrm>
          <a:custGeom>
            <a:avLst/>
            <a:gdLst/>
            <a:ahLst/>
            <a:rect l="0" t="0" r="r" b="b"/>
            <a:pathLst>
              <a:path w="3573" h="27">
                <a:moveTo>
                  <a:pt x="0" y="0"/>
                </a:moveTo>
                <a:lnTo>
                  <a:pt x="3573" y="0"/>
                </a:lnTo>
                <a:lnTo>
                  <a:pt x="35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1847520" y="244764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1857240" y="2438280"/>
            <a:ext cx="3057840" cy="9720"/>
          </a:xfrm>
          <a:custGeom>
            <a:avLst/>
            <a:gdLst/>
            <a:ahLst/>
            <a:rect l="0" t="0" r="r" b="b"/>
            <a:pathLst>
              <a:path w="8494" h="27">
                <a:moveTo>
                  <a:pt x="0" y="0"/>
                </a:moveTo>
                <a:lnTo>
                  <a:pt x="8494" y="0"/>
                </a:lnTo>
                <a:lnTo>
                  <a:pt x="84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4905360" y="24476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4914720" y="243828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5505120" y="244764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5713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571320" y="2819160"/>
            <a:ext cx="1286280" cy="10080"/>
          </a:xfrm>
          <a:custGeom>
            <a:avLst/>
            <a:gdLst/>
            <a:ahLst/>
            <a:rect l="0" t="0" r="r" b="b"/>
            <a:pathLst>
              <a:path w="3573" h="28">
                <a:moveTo>
                  <a:pt x="0" y="0"/>
                </a:moveTo>
                <a:lnTo>
                  <a:pt x="3573" y="0"/>
                </a:lnTo>
                <a:lnTo>
                  <a:pt x="357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1847520" y="28288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1857240" y="2819160"/>
            <a:ext cx="3057840" cy="10080"/>
          </a:xfrm>
          <a:custGeom>
            <a:avLst/>
            <a:gdLst/>
            <a:ahLst/>
            <a:rect l="0" t="0" r="r" b="b"/>
            <a:pathLst>
              <a:path w="8494" h="28">
                <a:moveTo>
                  <a:pt x="0" y="0"/>
                </a:moveTo>
                <a:lnTo>
                  <a:pt x="8494" y="0"/>
                </a:lnTo>
                <a:lnTo>
                  <a:pt x="84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490536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4914720" y="281916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5505120" y="28288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5713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571320" y="3190680"/>
            <a:ext cx="1286280" cy="9720"/>
          </a:xfrm>
          <a:custGeom>
            <a:avLst/>
            <a:gdLst/>
            <a:ahLst/>
            <a:rect l="0" t="0" r="r" b="b"/>
            <a:pathLst>
              <a:path w="3573" h="27">
                <a:moveTo>
                  <a:pt x="0" y="0"/>
                </a:moveTo>
                <a:lnTo>
                  <a:pt x="3573" y="0"/>
                </a:lnTo>
                <a:lnTo>
                  <a:pt x="35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1847520" y="3200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/>
          <p:nvPr/>
        </p:nvSpPr>
        <p:spPr>
          <a:xfrm>
            <a:off x="1857240" y="3190680"/>
            <a:ext cx="3057840" cy="9720"/>
          </a:xfrm>
          <a:custGeom>
            <a:avLst/>
            <a:gdLst/>
            <a:ahLst/>
            <a:rect l="0" t="0" r="r" b="b"/>
            <a:pathLst>
              <a:path w="8494" h="27">
                <a:moveTo>
                  <a:pt x="0" y="0"/>
                </a:moveTo>
                <a:lnTo>
                  <a:pt x="8494" y="0"/>
                </a:lnTo>
                <a:lnTo>
                  <a:pt x="84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/>
          <p:nvPr/>
        </p:nvSpPr>
        <p:spPr>
          <a:xfrm>
            <a:off x="490536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>
            <a:off x="4914720" y="319068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5505120" y="3200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5713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571320" y="3562200"/>
            <a:ext cx="1286280" cy="9720"/>
          </a:xfrm>
          <a:custGeom>
            <a:avLst/>
            <a:gdLst/>
            <a:ahLst/>
            <a:rect l="0" t="0" r="r" b="b"/>
            <a:pathLst>
              <a:path w="3573" h="27">
                <a:moveTo>
                  <a:pt x="0" y="0"/>
                </a:moveTo>
                <a:lnTo>
                  <a:pt x="3573" y="0"/>
                </a:lnTo>
                <a:lnTo>
                  <a:pt x="35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184752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1857240" y="3562200"/>
            <a:ext cx="3057840" cy="9720"/>
          </a:xfrm>
          <a:custGeom>
            <a:avLst/>
            <a:gdLst/>
            <a:ahLst/>
            <a:rect l="0" t="0" r="r" b="b"/>
            <a:pathLst>
              <a:path w="8494" h="27">
                <a:moveTo>
                  <a:pt x="0" y="0"/>
                </a:moveTo>
                <a:lnTo>
                  <a:pt x="8494" y="0"/>
                </a:lnTo>
                <a:lnTo>
                  <a:pt x="84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490536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4914720" y="356220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/>
          <p:nvPr/>
        </p:nvSpPr>
        <p:spPr>
          <a:xfrm>
            <a:off x="550512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/>
          <p:nvPr/>
        </p:nvSpPr>
        <p:spPr>
          <a:xfrm>
            <a:off x="5713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571320" y="3933720"/>
            <a:ext cx="1286280" cy="9720"/>
          </a:xfrm>
          <a:custGeom>
            <a:avLst/>
            <a:gdLst/>
            <a:ahLst/>
            <a:rect l="0" t="0" r="r" b="b"/>
            <a:pathLst>
              <a:path w="3573" h="27">
                <a:moveTo>
                  <a:pt x="0" y="0"/>
                </a:moveTo>
                <a:lnTo>
                  <a:pt x="3573" y="0"/>
                </a:lnTo>
                <a:lnTo>
                  <a:pt x="35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/>
          <p:nvPr/>
        </p:nvSpPr>
        <p:spPr>
          <a:xfrm>
            <a:off x="1847520" y="3943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1857240" y="3933720"/>
            <a:ext cx="3057840" cy="9720"/>
          </a:xfrm>
          <a:custGeom>
            <a:avLst/>
            <a:gdLst/>
            <a:ahLst/>
            <a:rect l="0" t="0" r="r" b="b"/>
            <a:pathLst>
              <a:path w="8494" h="27">
                <a:moveTo>
                  <a:pt x="0" y="0"/>
                </a:moveTo>
                <a:lnTo>
                  <a:pt x="8494" y="0"/>
                </a:lnTo>
                <a:lnTo>
                  <a:pt x="84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490536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4914720" y="393372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5505120" y="3943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5713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/>
          <p:nvPr/>
        </p:nvSpPr>
        <p:spPr>
          <a:xfrm>
            <a:off x="571320" y="4305240"/>
            <a:ext cx="1286280" cy="9720"/>
          </a:xfrm>
          <a:custGeom>
            <a:avLst/>
            <a:gdLst/>
            <a:ahLst/>
            <a:rect l="0" t="0" r="r" b="b"/>
            <a:pathLst>
              <a:path w="3573" h="27">
                <a:moveTo>
                  <a:pt x="0" y="0"/>
                </a:moveTo>
                <a:lnTo>
                  <a:pt x="3573" y="0"/>
                </a:lnTo>
                <a:lnTo>
                  <a:pt x="35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/>
          <p:nvPr/>
        </p:nvSpPr>
        <p:spPr>
          <a:xfrm>
            <a:off x="1847520" y="4314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/>
          <p:nvPr/>
        </p:nvSpPr>
        <p:spPr>
          <a:xfrm>
            <a:off x="1857240" y="4305240"/>
            <a:ext cx="3057840" cy="9720"/>
          </a:xfrm>
          <a:custGeom>
            <a:avLst/>
            <a:gdLst/>
            <a:ahLst/>
            <a:rect l="0" t="0" r="r" b="b"/>
            <a:pathLst>
              <a:path w="8494" h="27">
                <a:moveTo>
                  <a:pt x="0" y="0"/>
                </a:moveTo>
                <a:lnTo>
                  <a:pt x="8494" y="0"/>
                </a:lnTo>
                <a:lnTo>
                  <a:pt x="84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/>
          <p:nvPr/>
        </p:nvSpPr>
        <p:spPr>
          <a:xfrm>
            <a:off x="490536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/>
          <p:nvPr/>
        </p:nvSpPr>
        <p:spPr>
          <a:xfrm>
            <a:off x="4914720" y="430524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/>
          <p:nvPr/>
        </p:nvSpPr>
        <p:spPr>
          <a:xfrm>
            <a:off x="5505120" y="4314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/>
          <p:nvPr/>
        </p:nvSpPr>
        <p:spPr>
          <a:xfrm>
            <a:off x="571320" y="468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/>
          <p:nvPr/>
        </p:nvSpPr>
        <p:spPr>
          <a:xfrm>
            <a:off x="571320" y="4676760"/>
            <a:ext cx="1286280" cy="9720"/>
          </a:xfrm>
          <a:custGeom>
            <a:avLst/>
            <a:gdLst/>
            <a:ahLst/>
            <a:rect l="0" t="0" r="r" b="b"/>
            <a:pathLst>
              <a:path w="3573" h="27">
                <a:moveTo>
                  <a:pt x="0" y="0"/>
                </a:moveTo>
                <a:lnTo>
                  <a:pt x="3573" y="0"/>
                </a:lnTo>
                <a:lnTo>
                  <a:pt x="35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/>
          <p:nvPr/>
        </p:nvSpPr>
        <p:spPr>
          <a:xfrm>
            <a:off x="1847520" y="4686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/>
          <p:nvPr/>
        </p:nvSpPr>
        <p:spPr>
          <a:xfrm>
            <a:off x="1857240" y="4676760"/>
            <a:ext cx="3057840" cy="9720"/>
          </a:xfrm>
          <a:custGeom>
            <a:avLst/>
            <a:gdLst/>
            <a:ahLst/>
            <a:rect l="0" t="0" r="r" b="b"/>
            <a:pathLst>
              <a:path w="8494" h="27">
                <a:moveTo>
                  <a:pt x="0" y="0"/>
                </a:moveTo>
                <a:lnTo>
                  <a:pt x="8494" y="0"/>
                </a:lnTo>
                <a:lnTo>
                  <a:pt x="84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4905360" y="468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/>
          <p:nvPr/>
        </p:nvSpPr>
        <p:spPr>
          <a:xfrm>
            <a:off x="4914720" y="467676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5505120" y="4686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/>
          <p:nvPr/>
        </p:nvSpPr>
        <p:spPr>
          <a:xfrm>
            <a:off x="571320" y="5057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/>
          <p:nvPr/>
        </p:nvSpPr>
        <p:spPr>
          <a:xfrm>
            <a:off x="571320" y="5047920"/>
            <a:ext cx="1286280" cy="10080"/>
          </a:xfrm>
          <a:custGeom>
            <a:avLst/>
            <a:gdLst/>
            <a:ahLst/>
            <a:rect l="0" t="0" r="r" b="b"/>
            <a:pathLst>
              <a:path w="3573" h="28">
                <a:moveTo>
                  <a:pt x="0" y="0"/>
                </a:moveTo>
                <a:lnTo>
                  <a:pt x="3573" y="0"/>
                </a:lnTo>
                <a:lnTo>
                  <a:pt x="357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/>
          <p:nvPr/>
        </p:nvSpPr>
        <p:spPr>
          <a:xfrm>
            <a:off x="1847520" y="5057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/>
          <p:nvPr/>
        </p:nvSpPr>
        <p:spPr>
          <a:xfrm>
            <a:off x="1857240" y="5047920"/>
            <a:ext cx="3057840" cy="10080"/>
          </a:xfrm>
          <a:custGeom>
            <a:avLst/>
            <a:gdLst/>
            <a:ahLst/>
            <a:rect l="0" t="0" r="r" b="b"/>
            <a:pathLst>
              <a:path w="8494" h="28">
                <a:moveTo>
                  <a:pt x="0" y="0"/>
                </a:moveTo>
                <a:lnTo>
                  <a:pt x="8494" y="0"/>
                </a:lnTo>
                <a:lnTo>
                  <a:pt x="84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/>
          <p:nvPr/>
        </p:nvSpPr>
        <p:spPr>
          <a:xfrm>
            <a:off x="4905360" y="5057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4914720" y="504792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/>
          <p:nvPr/>
        </p:nvSpPr>
        <p:spPr>
          <a:xfrm>
            <a:off x="5505120" y="5057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/>
          <p:nvPr/>
        </p:nvSpPr>
        <p:spPr>
          <a:xfrm>
            <a:off x="571320" y="5419440"/>
            <a:ext cx="1286280" cy="10080"/>
          </a:xfrm>
          <a:custGeom>
            <a:avLst/>
            <a:gdLst/>
            <a:ahLst/>
            <a:rect l="0" t="0" r="r" b="b"/>
            <a:pathLst>
              <a:path w="3573" h="28">
                <a:moveTo>
                  <a:pt x="0" y="0"/>
                </a:moveTo>
                <a:lnTo>
                  <a:pt x="3573" y="0"/>
                </a:lnTo>
                <a:lnTo>
                  <a:pt x="357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/>
          <p:nvPr/>
        </p:nvSpPr>
        <p:spPr>
          <a:xfrm>
            <a:off x="1857240" y="5419440"/>
            <a:ext cx="3057840" cy="10080"/>
          </a:xfrm>
          <a:custGeom>
            <a:avLst/>
            <a:gdLst/>
            <a:ahLst/>
            <a:rect l="0" t="0" r="r" b="b"/>
            <a:pathLst>
              <a:path w="8494" h="28">
                <a:moveTo>
                  <a:pt x="0" y="0"/>
                </a:moveTo>
                <a:lnTo>
                  <a:pt x="8494" y="0"/>
                </a:lnTo>
                <a:lnTo>
                  <a:pt x="84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4914720" y="541944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 txBox="1"/>
          <p:nvPr/>
        </p:nvSpPr>
        <p:spPr>
          <a:xfrm>
            <a:off x="571320" y="1116360"/>
            <a:ext cx="1146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关键尺⼨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 txBox="1"/>
          <p:nvPr/>
        </p:nvSpPr>
        <p:spPr>
          <a:xfrm>
            <a:off x="704880" y="176148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元素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 txBox="1"/>
          <p:nvPr/>
        </p:nvSpPr>
        <p:spPr>
          <a:xfrm>
            <a:off x="1979280" y="1761480"/>
            <a:ext cx="862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尺⼨ </a:t>
            </a:r>
            <a:r>
              <a:rPr lang="en-US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(mm)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 txBox="1"/>
          <p:nvPr/>
        </p:nvSpPr>
        <p:spPr>
          <a:xfrm>
            <a:off x="5037480" y="176148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数量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 txBox="1"/>
          <p:nvPr/>
        </p:nvSpPr>
        <p:spPr>
          <a:xfrm>
            <a:off x="704880" y="2133000"/>
            <a:ext cx="717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L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型吧台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 txBox="1"/>
          <p:nvPr/>
        </p:nvSpPr>
        <p:spPr>
          <a:xfrm>
            <a:off x="1979280" y="2133000"/>
            <a:ext cx="2788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3000 × 800 + 2200 × 800, H=1050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 txBox="1"/>
          <p:nvPr/>
        </p:nvSpPr>
        <p:spPr>
          <a:xfrm>
            <a:off x="5037480" y="213300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 txBox="1"/>
          <p:nvPr/>
        </p:nvSpPr>
        <p:spPr>
          <a:xfrm>
            <a:off x="704880" y="250416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圆⽊桌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 txBox="1"/>
          <p:nvPr/>
        </p:nvSpPr>
        <p:spPr>
          <a:xfrm>
            <a:off x="1979280" y="2504160"/>
            <a:ext cx="1065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Ø900, H=720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5037480" y="250416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 txBox="1"/>
          <p:nvPr/>
        </p:nvSpPr>
        <p:spPr>
          <a:xfrm>
            <a:off x="704880" y="28854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⽊椅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1979280" y="2885400"/>
            <a:ext cx="1467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450 × 480, H=820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 txBox="1"/>
          <p:nvPr/>
        </p:nvSpPr>
        <p:spPr>
          <a:xfrm>
            <a:off x="5037480" y="288540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 txBox="1"/>
          <p:nvPr/>
        </p:nvSpPr>
        <p:spPr>
          <a:xfrm>
            <a:off x="704880" y="325692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⻓⽊桌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 txBox="1"/>
          <p:nvPr/>
        </p:nvSpPr>
        <p:spPr>
          <a:xfrm>
            <a:off x="1979280" y="3256920"/>
            <a:ext cx="1560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4000 × 900, H=750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 txBox="1"/>
          <p:nvPr/>
        </p:nvSpPr>
        <p:spPr>
          <a:xfrm>
            <a:off x="5037480" y="325692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 txBox="1"/>
          <p:nvPr/>
        </p:nvSpPr>
        <p:spPr>
          <a:xfrm>
            <a:off x="704880" y="3628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⻓凳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 txBox="1"/>
          <p:nvPr/>
        </p:nvSpPr>
        <p:spPr>
          <a:xfrm>
            <a:off x="1979280" y="3628440"/>
            <a:ext cx="156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2000 × 350, H=450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 txBox="1"/>
          <p:nvPr/>
        </p:nvSpPr>
        <p:spPr>
          <a:xfrm>
            <a:off x="5037480" y="362844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 txBox="1"/>
          <p:nvPr/>
        </p:nvSpPr>
        <p:spPr>
          <a:xfrm>
            <a:off x="704880" y="399960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⾼脚凳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 txBox="1"/>
          <p:nvPr/>
        </p:nvSpPr>
        <p:spPr>
          <a:xfrm>
            <a:off x="1979280" y="3999600"/>
            <a:ext cx="1074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Ø380, H=650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 txBox="1"/>
          <p:nvPr/>
        </p:nvSpPr>
        <p:spPr>
          <a:xfrm>
            <a:off x="5037480" y="399960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704880" y="4371120"/>
            <a:ext cx="1108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书架（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层）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1979280" y="4371120"/>
            <a:ext cx="1672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4000 × 350, H=2400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 txBox="1"/>
          <p:nvPr/>
        </p:nvSpPr>
        <p:spPr>
          <a:xfrm>
            <a:off x="5037480" y="437112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704880" y="474264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后厨操作台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 txBox="1"/>
          <p:nvPr/>
        </p:nvSpPr>
        <p:spPr>
          <a:xfrm>
            <a:off x="1979280" y="4742640"/>
            <a:ext cx="1560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3000 × 700, H=900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 txBox="1"/>
          <p:nvPr/>
        </p:nvSpPr>
        <p:spPr>
          <a:xfrm>
            <a:off x="5037480" y="474264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704880" y="511416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⻩铜吊灯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 txBox="1"/>
          <p:nvPr/>
        </p:nvSpPr>
        <p:spPr>
          <a:xfrm>
            <a:off x="1979280" y="5114160"/>
            <a:ext cx="438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Ø250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 txBox="1"/>
          <p:nvPr/>
        </p:nvSpPr>
        <p:spPr>
          <a:xfrm>
            <a:off x="5037480" y="511416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285840" y="6409440"/>
            <a:ext cx="370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设计师同事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580680" y="2257200"/>
            <a:ext cx="943560" cy="381240"/>
          </a:xfrm>
          <a:custGeom>
            <a:avLst/>
            <a:gdLst/>
            <a:ahLst/>
            <a:rect l="0" t="0" r="r" b="b"/>
            <a:pathLst>
              <a:path w="2621" h="1059">
                <a:moveTo>
                  <a:pt x="0" y="0"/>
                </a:moveTo>
                <a:lnTo>
                  <a:pt x="2621" y="0"/>
                </a:lnTo>
                <a:lnTo>
                  <a:pt x="262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1523880" y="2257200"/>
            <a:ext cx="2638800" cy="381240"/>
          </a:xfrm>
          <a:custGeom>
            <a:avLst/>
            <a:gdLst/>
            <a:ahLst/>
            <a:rect l="0" t="0" r="r" b="b"/>
            <a:pathLst>
              <a:path w="7330" h="1059">
                <a:moveTo>
                  <a:pt x="0" y="0"/>
                </a:moveTo>
                <a:lnTo>
                  <a:pt x="7330" y="0"/>
                </a:lnTo>
                <a:lnTo>
                  <a:pt x="733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>
            <a:off x="4162320" y="2257200"/>
            <a:ext cx="838440" cy="381240"/>
          </a:xfrm>
          <a:custGeom>
            <a:avLst/>
            <a:gdLst/>
            <a:ahLst/>
            <a:rect l="0" t="0" r="r" b="b"/>
            <a:pathLst>
              <a:path w="2329" h="1059">
                <a:moveTo>
                  <a:pt x="0" y="0"/>
                </a:moveTo>
                <a:lnTo>
                  <a:pt x="2329" y="0"/>
                </a:lnTo>
                <a:lnTo>
                  <a:pt x="232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/>
          <p:nvPr/>
        </p:nvSpPr>
        <p:spPr>
          <a:xfrm>
            <a:off x="5000400" y="2257200"/>
            <a:ext cx="1352880" cy="381240"/>
          </a:xfrm>
          <a:custGeom>
            <a:avLst/>
            <a:gdLst/>
            <a:ahLst/>
            <a:rect l="0" t="0" r="r" b="b"/>
            <a:pathLst>
              <a:path w="3758" h="1059">
                <a:moveTo>
                  <a:pt x="0" y="0"/>
                </a:moveTo>
                <a:lnTo>
                  <a:pt x="3758" y="0"/>
                </a:lnTo>
                <a:lnTo>
                  <a:pt x="375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/>
          <p:nvPr/>
        </p:nvSpPr>
        <p:spPr>
          <a:xfrm>
            <a:off x="6352920" y="2257200"/>
            <a:ext cx="600480" cy="381240"/>
          </a:xfrm>
          <a:custGeom>
            <a:avLst/>
            <a:gdLst/>
            <a:ahLst/>
            <a:rect l="0" t="0" r="r" b="b"/>
            <a:pathLst>
              <a:path w="1668" h="1059">
                <a:moveTo>
                  <a:pt x="0" y="0"/>
                </a:moveTo>
                <a:lnTo>
                  <a:pt x="1668" y="0"/>
                </a:lnTo>
                <a:lnTo>
                  <a:pt x="166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/>
          <p:nvPr/>
        </p:nvSpPr>
        <p:spPr>
          <a:xfrm>
            <a:off x="580680" y="2257200"/>
            <a:ext cx="943560" cy="381240"/>
          </a:xfrm>
          <a:custGeom>
            <a:avLst/>
            <a:gdLst/>
            <a:ahLst/>
            <a:rect l="0" t="0" r="r" b="b"/>
            <a:pathLst>
              <a:path w="2621" h="1059">
                <a:moveTo>
                  <a:pt x="0" y="0"/>
                </a:moveTo>
                <a:lnTo>
                  <a:pt x="2621" y="0"/>
                </a:lnTo>
                <a:lnTo>
                  <a:pt x="262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/>
          <p:nvPr/>
        </p:nvSpPr>
        <p:spPr>
          <a:xfrm>
            <a:off x="1523880" y="2257200"/>
            <a:ext cx="2638800" cy="381240"/>
          </a:xfrm>
          <a:custGeom>
            <a:avLst/>
            <a:gdLst/>
            <a:ahLst/>
            <a:rect l="0" t="0" r="r" b="b"/>
            <a:pathLst>
              <a:path w="7330" h="1059">
                <a:moveTo>
                  <a:pt x="0" y="0"/>
                </a:moveTo>
                <a:lnTo>
                  <a:pt x="7330" y="0"/>
                </a:lnTo>
                <a:lnTo>
                  <a:pt x="733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/>
          <p:nvPr/>
        </p:nvSpPr>
        <p:spPr>
          <a:xfrm>
            <a:off x="4162320" y="2257200"/>
            <a:ext cx="838440" cy="381240"/>
          </a:xfrm>
          <a:custGeom>
            <a:avLst/>
            <a:gdLst/>
            <a:ahLst/>
            <a:rect l="0" t="0" r="r" b="b"/>
            <a:pathLst>
              <a:path w="2329" h="1059">
                <a:moveTo>
                  <a:pt x="0" y="0"/>
                </a:moveTo>
                <a:lnTo>
                  <a:pt x="2329" y="0"/>
                </a:lnTo>
                <a:lnTo>
                  <a:pt x="232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/>
          <p:nvPr/>
        </p:nvSpPr>
        <p:spPr>
          <a:xfrm>
            <a:off x="5000400" y="2257200"/>
            <a:ext cx="1352880" cy="381240"/>
          </a:xfrm>
          <a:custGeom>
            <a:avLst/>
            <a:gdLst/>
            <a:ahLst/>
            <a:rect l="0" t="0" r="r" b="b"/>
            <a:pathLst>
              <a:path w="3758" h="1059">
                <a:moveTo>
                  <a:pt x="0" y="0"/>
                </a:moveTo>
                <a:lnTo>
                  <a:pt x="3758" y="0"/>
                </a:lnTo>
                <a:lnTo>
                  <a:pt x="375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/>
          <p:nvPr/>
        </p:nvSpPr>
        <p:spPr>
          <a:xfrm>
            <a:off x="6352920" y="2257200"/>
            <a:ext cx="600480" cy="381240"/>
          </a:xfrm>
          <a:custGeom>
            <a:avLst/>
            <a:gdLst/>
            <a:ahLst/>
            <a:rect l="0" t="0" r="r" b="b"/>
            <a:pathLst>
              <a:path w="1668" h="1059">
                <a:moveTo>
                  <a:pt x="0" y="0"/>
                </a:moveTo>
                <a:lnTo>
                  <a:pt x="1668" y="0"/>
                </a:lnTo>
                <a:lnTo>
                  <a:pt x="166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/>
          <p:nvPr/>
        </p:nvSpPr>
        <p:spPr>
          <a:xfrm>
            <a:off x="580680" y="263808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1523880" y="2638080"/>
            <a:ext cx="2638800" cy="371880"/>
          </a:xfrm>
          <a:custGeom>
            <a:avLst/>
            <a:gdLst/>
            <a:ahLst/>
            <a:rect l="0" t="0" r="r" b="b"/>
            <a:pathLst>
              <a:path w="7330" h="1033">
                <a:moveTo>
                  <a:pt x="0" y="0"/>
                </a:moveTo>
                <a:lnTo>
                  <a:pt x="7330" y="0"/>
                </a:lnTo>
                <a:lnTo>
                  <a:pt x="73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/>
          <p:nvPr/>
        </p:nvSpPr>
        <p:spPr>
          <a:xfrm>
            <a:off x="4162320" y="2638080"/>
            <a:ext cx="838440" cy="371880"/>
          </a:xfrm>
          <a:custGeom>
            <a:avLst/>
            <a:gdLst/>
            <a:ahLst/>
            <a:rect l="0" t="0" r="r" b="b"/>
            <a:pathLst>
              <a:path w="2329" h="1033">
                <a:moveTo>
                  <a:pt x="0" y="0"/>
                </a:moveTo>
                <a:lnTo>
                  <a:pt x="2329" y="0"/>
                </a:lnTo>
                <a:lnTo>
                  <a:pt x="23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/>
          <p:nvPr/>
        </p:nvSpPr>
        <p:spPr>
          <a:xfrm>
            <a:off x="5000400" y="2638080"/>
            <a:ext cx="1352880" cy="371880"/>
          </a:xfrm>
          <a:custGeom>
            <a:avLst/>
            <a:gdLst/>
            <a:ahLst/>
            <a:rect l="0" t="0" r="r" b="b"/>
            <a:pathLst>
              <a:path w="3758" h="1033">
                <a:moveTo>
                  <a:pt x="0" y="0"/>
                </a:moveTo>
                <a:lnTo>
                  <a:pt x="3758" y="0"/>
                </a:lnTo>
                <a:lnTo>
                  <a:pt x="375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/>
          <p:nvPr/>
        </p:nvSpPr>
        <p:spPr>
          <a:xfrm>
            <a:off x="6352920" y="263808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/>
          <p:nvPr/>
        </p:nvSpPr>
        <p:spPr>
          <a:xfrm>
            <a:off x="580680" y="300960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/>
          <p:nvPr/>
        </p:nvSpPr>
        <p:spPr>
          <a:xfrm>
            <a:off x="1523880" y="3009600"/>
            <a:ext cx="2638800" cy="371880"/>
          </a:xfrm>
          <a:custGeom>
            <a:avLst/>
            <a:gdLst/>
            <a:ahLst/>
            <a:rect l="0" t="0" r="r" b="b"/>
            <a:pathLst>
              <a:path w="7330" h="1033">
                <a:moveTo>
                  <a:pt x="0" y="0"/>
                </a:moveTo>
                <a:lnTo>
                  <a:pt x="7330" y="0"/>
                </a:lnTo>
                <a:lnTo>
                  <a:pt x="73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/>
          <p:nvPr/>
        </p:nvSpPr>
        <p:spPr>
          <a:xfrm>
            <a:off x="4162320" y="3009600"/>
            <a:ext cx="838440" cy="371880"/>
          </a:xfrm>
          <a:custGeom>
            <a:avLst/>
            <a:gdLst/>
            <a:ahLst/>
            <a:rect l="0" t="0" r="r" b="b"/>
            <a:pathLst>
              <a:path w="2329" h="1033">
                <a:moveTo>
                  <a:pt x="0" y="0"/>
                </a:moveTo>
                <a:lnTo>
                  <a:pt x="2329" y="0"/>
                </a:lnTo>
                <a:lnTo>
                  <a:pt x="23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/>
          <p:nvPr/>
        </p:nvSpPr>
        <p:spPr>
          <a:xfrm>
            <a:off x="5000400" y="3009600"/>
            <a:ext cx="1352880" cy="371880"/>
          </a:xfrm>
          <a:custGeom>
            <a:avLst/>
            <a:gdLst/>
            <a:ahLst/>
            <a:rect l="0" t="0" r="r" b="b"/>
            <a:pathLst>
              <a:path w="3758" h="1033">
                <a:moveTo>
                  <a:pt x="0" y="0"/>
                </a:moveTo>
                <a:lnTo>
                  <a:pt x="3758" y="0"/>
                </a:lnTo>
                <a:lnTo>
                  <a:pt x="375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/>
          <p:nvPr/>
        </p:nvSpPr>
        <p:spPr>
          <a:xfrm>
            <a:off x="6352920" y="300960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/>
          <p:nvPr/>
        </p:nvSpPr>
        <p:spPr>
          <a:xfrm>
            <a:off x="580680" y="338112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/>
          <p:nvPr/>
        </p:nvSpPr>
        <p:spPr>
          <a:xfrm>
            <a:off x="1523880" y="3381120"/>
            <a:ext cx="2638800" cy="371880"/>
          </a:xfrm>
          <a:custGeom>
            <a:avLst/>
            <a:gdLst/>
            <a:ahLst/>
            <a:rect l="0" t="0" r="r" b="b"/>
            <a:pathLst>
              <a:path w="7330" h="1033">
                <a:moveTo>
                  <a:pt x="0" y="0"/>
                </a:moveTo>
                <a:lnTo>
                  <a:pt x="7330" y="0"/>
                </a:lnTo>
                <a:lnTo>
                  <a:pt x="73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/>
          <p:nvPr/>
        </p:nvSpPr>
        <p:spPr>
          <a:xfrm>
            <a:off x="4162320" y="3381120"/>
            <a:ext cx="838440" cy="371880"/>
          </a:xfrm>
          <a:custGeom>
            <a:avLst/>
            <a:gdLst/>
            <a:ahLst/>
            <a:rect l="0" t="0" r="r" b="b"/>
            <a:pathLst>
              <a:path w="2329" h="1033">
                <a:moveTo>
                  <a:pt x="0" y="0"/>
                </a:moveTo>
                <a:lnTo>
                  <a:pt x="2329" y="0"/>
                </a:lnTo>
                <a:lnTo>
                  <a:pt x="23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/>
          <p:nvPr/>
        </p:nvSpPr>
        <p:spPr>
          <a:xfrm>
            <a:off x="5000400" y="3381120"/>
            <a:ext cx="1352880" cy="371880"/>
          </a:xfrm>
          <a:custGeom>
            <a:avLst/>
            <a:gdLst/>
            <a:ahLst/>
            <a:rect l="0" t="0" r="r" b="b"/>
            <a:pathLst>
              <a:path w="3758" h="1033">
                <a:moveTo>
                  <a:pt x="0" y="0"/>
                </a:moveTo>
                <a:lnTo>
                  <a:pt x="3758" y="0"/>
                </a:lnTo>
                <a:lnTo>
                  <a:pt x="375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/>
          <p:nvPr/>
        </p:nvSpPr>
        <p:spPr>
          <a:xfrm>
            <a:off x="6352920" y="338112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/>
          <p:nvPr/>
        </p:nvSpPr>
        <p:spPr>
          <a:xfrm>
            <a:off x="580680" y="375264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/>
          <p:nvPr/>
        </p:nvSpPr>
        <p:spPr>
          <a:xfrm>
            <a:off x="1523880" y="3752640"/>
            <a:ext cx="2638800" cy="371880"/>
          </a:xfrm>
          <a:custGeom>
            <a:avLst/>
            <a:gdLst/>
            <a:ahLst/>
            <a:rect l="0" t="0" r="r" b="b"/>
            <a:pathLst>
              <a:path w="7330" h="1033">
                <a:moveTo>
                  <a:pt x="0" y="0"/>
                </a:moveTo>
                <a:lnTo>
                  <a:pt x="7330" y="0"/>
                </a:lnTo>
                <a:lnTo>
                  <a:pt x="73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/>
          <p:nvPr/>
        </p:nvSpPr>
        <p:spPr>
          <a:xfrm>
            <a:off x="4162320" y="3752640"/>
            <a:ext cx="838440" cy="371880"/>
          </a:xfrm>
          <a:custGeom>
            <a:avLst/>
            <a:gdLst/>
            <a:ahLst/>
            <a:rect l="0" t="0" r="r" b="b"/>
            <a:pathLst>
              <a:path w="2329" h="1033">
                <a:moveTo>
                  <a:pt x="0" y="0"/>
                </a:moveTo>
                <a:lnTo>
                  <a:pt x="2329" y="0"/>
                </a:lnTo>
                <a:lnTo>
                  <a:pt x="23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/>
          <p:nvPr/>
        </p:nvSpPr>
        <p:spPr>
          <a:xfrm>
            <a:off x="5000400" y="3752640"/>
            <a:ext cx="1352880" cy="371880"/>
          </a:xfrm>
          <a:custGeom>
            <a:avLst/>
            <a:gdLst/>
            <a:ahLst/>
            <a:rect l="0" t="0" r="r" b="b"/>
            <a:pathLst>
              <a:path w="3758" h="1033">
                <a:moveTo>
                  <a:pt x="0" y="0"/>
                </a:moveTo>
                <a:lnTo>
                  <a:pt x="3758" y="0"/>
                </a:lnTo>
                <a:lnTo>
                  <a:pt x="375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/>
          <p:nvPr/>
        </p:nvSpPr>
        <p:spPr>
          <a:xfrm>
            <a:off x="6352920" y="375264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/>
          <p:nvPr/>
        </p:nvSpPr>
        <p:spPr>
          <a:xfrm>
            <a:off x="580680" y="412416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/>
          <p:nvPr/>
        </p:nvSpPr>
        <p:spPr>
          <a:xfrm>
            <a:off x="1523880" y="4124160"/>
            <a:ext cx="2638800" cy="371880"/>
          </a:xfrm>
          <a:custGeom>
            <a:avLst/>
            <a:gdLst/>
            <a:ahLst/>
            <a:rect l="0" t="0" r="r" b="b"/>
            <a:pathLst>
              <a:path w="7330" h="1033">
                <a:moveTo>
                  <a:pt x="0" y="0"/>
                </a:moveTo>
                <a:lnTo>
                  <a:pt x="7330" y="0"/>
                </a:lnTo>
                <a:lnTo>
                  <a:pt x="73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/>
          <p:nvPr/>
        </p:nvSpPr>
        <p:spPr>
          <a:xfrm>
            <a:off x="4162320" y="4124160"/>
            <a:ext cx="838440" cy="371880"/>
          </a:xfrm>
          <a:custGeom>
            <a:avLst/>
            <a:gdLst/>
            <a:ahLst/>
            <a:rect l="0" t="0" r="r" b="b"/>
            <a:pathLst>
              <a:path w="2329" h="1033">
                <a:moveTo>
                  <a:pt x="0" y="0"/>
                </a:moveTo>
                <a:lnTo>
                  <a:pt x="2329" y="0"/>
                </a:lnTo>
                <a:lnTo>
                  <a:pt x="23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/>
          <p:nvPr/>
        </p:nvSpPr>
        <p:spPr>
          <a:xfrm>
            <a:off x="5000400" y="4124160"/>
            <a:ext cx="1352880" cy="371880"/>
          </a:xfrm>
          <a:custGeom>
            <a:avLst/>
            <a:gdLst/>
            <a:ahLst/>
            <a:rect l="0" t="0" r="r" b="b"/>
            <a:pathLst>
              <a:path w="3758" h="1033">
                <a:moveTo>
                  <a:pt x="0" y="0"/>
                </a:moveTo>
                <a:lnTo>
                  <a:pt x="3758" y="0"/>
                </a:lnTo>
                <a:lnTo>
                  <a:pt x="375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/>
          <p:nvPr/>
        </p:nvSpPr>
        <p:spPr>
          <a:xfrm>
            <a:off x="6352920" y="412416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/>
          <p:nvPr/>
        </p:nvSpPr>
        <p:spPr>
          <a:xfrm>
            <a:off x="580680" y="449568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/>
          <p:nvPr/>
        </p:nvSpPr>
        <p:spPr>
          <a:xfrm>
            <a:off x="1523880" y="4495680"/>
            <a:ext cx="2638800" cy="371880"/>
          </a:xfrm>
          <a:custGeom>
            <a:avLst/>
            <a:gdLst/>
            <a:ahLst/>
            <a:rect l="0" t="0" r="r" b="b"/>
            <a:pathLst>
              <a:path w="7330" h="1033">
                <a:moveTo>
                  <a:pt x="0" y="0"/>
                </a:moveTo>
                <a:lnTo>
                  <a:pt x="7330" y="0"/>
                </a:lnTo>
                <a:lnTo>
                  <a:pt x="73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/>
          <p:nvPr/>
        </p:nvSpPr>
        <p:spPr>
          <a:xfrm>
            <a:off x="4162320" y="4495680"/>
            <a:ext cx="838440" cy="371880"/>
          </a:xfrm>
          <a:custGeom>
            <a:avLst/>
            <a:gdLst/>
            <a:ahLst/>
            <a:rect l="0" t="0" r="r" b="b"/>
            <a:pathLst>
              <a:path w="2329" h="1033">
                <a:moveTo>
                  <a:pt x="0" y="0"/>
                </a:moveTo>
                <a:lnTo>
                  <a:pt x="2329" y="0"/>
                </a:lnTo>
                <a:lnTo>
                  <a:pt x="23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/>
          <p:nvPr/>
        </p:nvSpPr>
        <p:spPr>
          <a:xfrm>
            <a:off x="5000400" y="4495680"/>
            <a:ext cx="1352880" cy="371880"/>
          </a:xfrm>
          <a:custGeom>
            <a:avLst/>
            <a:gdLst/>
            <a:ahLst/>
            <a:rect l="0" t="0" r="r" b="b"/>
            <a:pathLst>
              <a:path w="3758" h="1033">
                <a:moveTo>
                  <a:pt x="0" y="0"/>
                </a:moveTo>
                <a:lnTo>
                  <a:pt x="3758" y="0"/>
                </a:lnTo>
                <a:lnTo>
                  <a:pt x="375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/>
          <p:nvPr/>
        </p:nvSpPr>
        <p:spPr>
          <a:xfrm>
            <a:off x="6352920" y="449568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/>
          <p:nvPr/>
        </p:nvSpPr>
        <p:spPr>
          <a:xfrm>
            <a:off x="571320" y="2257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/>
          <p:nvPr/>
        </p:nvSpPr>
        <p:spPr>
          <a:xfrm>
            <a:off x="571320" y="2257200"/>
            <a:ext cx="952920" cy="10080"/>
          </a:xfrm>
          <a:custGeom>
            <a:avLst/>
            <a:gdLst/>
            <a:ahLst/>
            <a:rect l="0" t="0" r="r" b="b"/>
            <a:pathLst>
              <a:path w="2647" h="28">
                <a:moveTo>
                  <a:pt x="0" y="0"/>
                </a:moveTo>
                <a:lnTo>
                  <a:pt x="2647" y="0"/>
                </a:lnTo>
                <a:lnTo>
                  <a:pt x="26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/>
          <p:nvPr/>
        </p:nvSpPr>
        <p:spPr>
          <a:xfrm>
            <a:off x="1514160" y="22572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/>
          <p:nvPr/>
        </p:nvSpPr>
        <p:spPr>
          <a:xfrm>
            <a:off x="1523880" y="2257200"/>
            <a:ext cx="2638800" cy="10080"/>
          </a:xfrm>
          <a:custGeom>
            <a:avLst/>
            <a:gdLst/>
            <a:ahLst/>
            <a:rect l="0" t="0" r="r" b="b"/>
            <a:pathLst>
              <a:path w="7330" h="28">
                <a:moveTo>
                  <a:pt x="0" y="0"/>
                </a:moveTo>
                <a:lnTo>
                  <a:pt x="7330" y="0"/>
                </a:lnTo>
                <a:lnTo>
                  <a:pt x="73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/>
          <p:nvPr/>
        </p:nvSpPr>
        <p:spPr>
          <a:xfrm>
            <a:off x="4152600" y="22572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/>
          <p:nvPr/>
        </p:nvSpPr>
        <p:spPr>
          <a:xfrm>
            <a:off x="4162320" y="2257200"/>
            <a:ext cx="848160" cy="10080"/>
          </a:xfrm>
          <a:custGeom>
            <a:avLst/>
            <a:gdLst/>
            <a:ahLst/>
            <a:rect l="0" t="0" r="r" b="b"/>
            <a:pathLst>
              <a:path w="2356" h="28">
                <a:moveTo>
                  <a:pt x="0" y="0"/>
                </a:moveTo>
                <a:lnTo>
                  <a:pt x="2356" y="0"/>
                </a:lnTo>
                <a:lnTo>
                  <a:pt x="235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/>
          <p:nvPr/>
        </p:nvSpPr>
        <p:spPr>
          <a:xfrm>
            <a:off x="5000400" y="22572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/>
          <p:nvPr/>
        </p:nvSpPr>
        <p:spPr>
          <a:xfrm>
            <a:off x="5010120" y="2257200"/>
            <a:ext cx="1343160" cy="10080"/>
          </a:xfrm>
          <a:custGeom>
            <a:avLst/>
            <a:gdLst/>
            <a:ahLst/>
            <a:rect l="0" t="0" r="r" b="b"/>
            <a:pathLst>
              <a:path w="3731" h="28">
                <a:moveTo>
                  <a:pt x="0" y="0"/>
                </a:moveTo>
                <a:lnTo>
                  <a:pt x="3731" y="0"/>
                </a:lnTo>
                <a:lnTo>
                  <a:pt x="373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/>
          <p:nvPr/>
        </p:nvSpPr>
        <p:spPr>
          <a:xfrm>
            <a:off x="6343560" y="2257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/>
          <p:nvPr/>
        </p:nvSpPr>
        <p:spPr>
          <a:xfrm>
            <a:off x="6352920" y="225720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/>
          <p:nvPr/>
        </p:nvSpPr>
        <p:spPr>
          <a:xfrm>
            <a:off x="6943680" y="2257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/>
          <p:nvPr/>
        </p:nvSpPr>
        <p:spPr>
          <a:xfrm>
            <a:off x="571320" y="262872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/>
          <p:nvPr/>
        </p:nvSpPr>
        <p:spPr>
          <a:xfrm>
            <a:off x="1523880" y="2628720"/>
            <a:ext cx="2638800" cy="9720"/>
          </a:xfrm>
          <a:custGeom>
            <a:avLst/>
            <a:gdLst/>
            <a:ahLst/>
            <a:rect l="0" t="0" r="r" b="b"/>
            <a:pathLst>
              <a:path w="7330" h="27">
                <a:moveTo>
                  <a:pt x="0" y="0"/>
                </a:moveTo>
                <a:lnTo>
                  <a:pt x="7330" y="0"/>
                </a:lnTo>
                <a:lnTo>
                  <a:pt x="73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/>
          <p:nvPr/>
        </p:nvSpPr>
        <p:spPr>
          <a:xfrm>
            <a:off x="4162320" y="2628720"/>
            <a:ext cx="848160" cy="9720"/>
          </a:xfrm>
          <a:custGeom>
            <a:avLst/>
            <a:gdLst/>
            <a:ahLst/>
            <a:rect l="0" t="0" r="r" b="b"/>
            <a:pathLst>
              <a:path w="2356" h="27">
                <a:moveTo>
                  <a:pt x="0" y="0"/>
                </a:moveTo>
                <a:lnTo>
                  <a:pt x="2356" y="0"/>
                </a:lnTo>
                <a:lnTo>
                  <a:pt x="23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/>
          <p:nvPr/>
        </p:nvSpPr>
        <p:spPr>
          <a:xfrm>
            <a:off x="5010120" y="2628720"/>
            <a:ext cx="1343160" cy="9720"/>
          </a:xfrm>
          <a:custGeom>
            <a:avLst/>
            <a:gdLst/>
            <a:ahLst/>
            <a:rect l="0" t="0" r="r" b="b"/>
            <a:pathLst>
              <a:path w="3731" h="27">
                <a:moveTo>
                  <a:pt x="0" y="0"/>
                </a:moveTo>
                <a:lnTo>
                  <a:pt x="3731" y="0"/>
                </a:lnTo>
                <a:lnTo>
                  <a:pt x="37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/>
          <p:nvPr/>
        </p:nvSpPr>
        <p:spPr>
          <a:xfrm>
            <a:off x="6352920" y="262872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/>
          <p:nvPr/>
        </p:nvSpPr>
        <p:spPr>
          <a:xfrm>
            <a:off x="57132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/>
          <p:nvPr/>
        </p:nvSpPr>
        <p:spPr>
          <a:xfrm>
            <a:off x="1514160" y="2638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/>
          <p:nvPr/>
        </p:nvSpPr>
        <p:spPr>
          <a:xfrm>
            <a:off x="4152600" y="2638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/>
          <p:nvPr/>
        </p:nvSpPr>
        <p:spPr>
          <a:xfrm>
            <a:off x="5000400" y="2638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/>
          <p:nvPr/>
        </p:nvSpPr>
        <p:spPr>
          <a:xfrm>
            <a:off x="634356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/>
          <p:nvPr/>
        </p:nvSpPr>
        <p:spPr>
          <a:xfrm>
            <a:off x="694368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/>
          <p:nvPr/>
        </p:nvSpPr>
        <p:spPr>
          <a:xfrm>
            <a:off x="5713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/>
          <p:nvPr/>
        </p:nvSpPr>
        <p:spPr>
          <a:xfrm>
            <a:off x="571320" y="300024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151416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/>
          <p:nvPr/>
        </p:nvSpPr>
        <p:spPr>
          <a:xfrm>
            <a:off x="1523880" y="3000240"/>
            <a:ext cx="2638800" cy="9720"/>
          </a:xfrm>
          <a:custGeom>
            <a:avLst/>
            <a:gdLst/>
            <a:ahLst/>
            <a:rect l="0" t="0" r="r" b="b"/>
            <a:pathLst>
              <a:path w="7330" h="27">
                <a:moveTo>
                  <a:pt x="0" y="0"/>
                </a:moveTo>
                <a:lnTo>
                  <a:pt x="7330" y="0"/>
                </a:lnTo>
                <a:lnTo>
                  <a:pt x="73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/>
          <p:nvPr/>
        </p:nvSpPr>
        <p:spPr>
          <a:xfrm>
            <a:off x="415260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/>
          <p:nvPr/>
        </p:nvSpPr>
        <p:spPr>
          <a:xfrm>
            <a:off x="4162320" y="3000240"/>
            <a:ext cx="848160" cy="9720"/>
          </a:xfrm>
          <a:custGeom>
            <a:avLst/>
            <a:gdLst/>
            <a:ahLst/>
            <a:rect l="0" t="0" r="r" b="b"/>
            <a:pathLst>
              <a:path w="2356" h="27">
                <a:moveTo>
                  <a:pt x="0" y="0"/>
                </a:moveTo>
                <a:lnTo>
                  <a:pt x="2356" y="0"/>
                </a:lnTo>
                <a:lnTo>
                  <a:pt x="23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/>
          <p:nvPr/>
        </p:nvSpPr>
        <p:spPr>
          <a:xfrm>
            <a:off x="500040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/>
          <p:nvPr/>
        </p:nvSpPr>
        <p:spPr>
          <a:xfrm>
            <a:off x="5010120" y="3000240"/>
            <a:ext cx="1343160" cy="9720"/>
          </a:xfrm>
          <a:custGeom>
            <a:avLst/>
            <a:gdLst/>
            <a:ahLst/>
            <a:rect l="0" t="0" r="r" b="b"/>
            <a:pathLst>
              <a:path w="3731" h="27">
                <a:moveTo>
                  <a:pt x="0" y="0"/>
                </a:moveTo>
                <a:lnTo>
                  <a:pt x="3731" y="0"/>
                </a:lnTo>
                <a:lnTo>
                  <a:pt x="37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634356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/>
          <p:nvPr/>
        </p:nvSpPr>
        <p:spPr>
          <a:xfrm>
            <a:off x="6352920" y="300024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/>
          <p:nvPr/>
        </p:nvSpPr>
        <p:spPr>
          <a:xfrm>
            <a:off x="694368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/>
          <p:nvPr/>
        </p:nvSpPr>
        <p:spPr>
          <a:xfrm>
            <a:off x="5713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/>
          <p:nvPr/>
        </p:nvSpPr>
        <p:spPr>
          <a:xfrm>
            <a:off x="571320" y="337176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/>
          <p:nvPr/>
        </p:nvSpPr>
        <p:spPr>
          <a:xfrm>
            <a:off x="151416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/>
          <p:nvPr/>
        </p:nvSpPr>
        <p:spPr>
          <a:xfrm>
            <a:off x="1523880" y="3371760"/>
            <a:ext cx="2638800" cy="9720"/>
          </a:xfrm>
          <a:custGeom>
            <a:avLst/>
            <a:gdLst/>
            <a:ahLst/>
            <a:rect l="0" t="0" r="r" b="b"/>
            <a:pathLst>
              <a:path w="7330" h="27">
                <a:moveTo>
                  <a:pt x="0" y="0"/>
                </a:moveTo>
                <a:lnTo>
                  <a:pt x="7330" y="0"/>
                </a:lnTo>
                <a:lnTo>
                  <a:pt x="73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/>
          <p:nvPr/>
        </p:nvSpPr>
        <p:spPr>
          <a:xfrm>
            <a:off x="415260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/>
          <p:nvPr/>
        </p:nvSpPr>
        <p:spPr>
          <a:xfrm>
            <a:off x="4162320" y="3371760"/>
            <a:ext cx="848160" cy="9720"/>
          </a:xfrm>
          <a:custGeom>
            <a:avLst/>
            <a:gdLst/>
            <a:ahLst/>
            <a:rect l="0" t="0" r="r" b="b"/>
            <a:pathLst>
              <a:path w="2356" h="27">
                <a:moveTo>
                  <a:pt x="0" y="0"/>
                </a:moveTo>
                <a:lnTo>
                  <a:pt x="2356" y="0"/>
                </a:lnTo>
                <a:lnTo>
                  <a:pt x="23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/>
          <p:nvPr/>
        </p:nvSpPr>
        <p:spPr>
          <a:xfrm>
            <a:off x="500040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/>
          <p:nvPr/>
        </p:nvSpPr>
        <p:spPr>
          <a:xfrm>
            <a:off x="5010120" y="3371760"/>
            <a:ext cx="1343160" cy="9720"/>
          </a:xfrm>
          <a:custGeom>
            <a:avLst/>
            <a:gdLst/>
            <a:ahLst/>
            <a:rect l="0" t="0" r="r" b="b"/>
            <a:pathLst>
              <a:path w="3731" h="27">
                <a:moveTo>
                  <a:pt x="0" y="0"/>
                </a:moveTo>
                <a:lnTo>
                  <a:pt x="3731" y="0"/>
                </a:lnTo>
                <a:lnTo>
                  <a:pt x="37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/>
          <p:nvPr/>
        </p:nvSpPr>
        <p:spPr>
          <a:xfrm>
            <a:off x="634356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/>
          <p:nvPr/>
        </p:nvSpPr>
        <p:spPr>
          <a:xfrm>
            <a:off x="6352920" y="337176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/>
          <p:nvPr/>
        </p:nvSpPr>
        <p:spPr>
          <a:xfrm>
            <a:off x="694368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5713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/>
          <p:nvPr/>
        </p:nvSpPr>
        <p:spPr>
          <a:xfrm>
            <a:off x="571320" y="374328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/>
          <p:nvPr/>
        </p:nvSpPr>
        <p:spPr>
          <a:xfrm>
            <a:off x="151416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/>
          <p:nvPr/>
        </p:nvSpPr>
        <p:spPr>
          <a:xfrm>
            <a:off x="1523880" y="3743280"/>
            <a:ext cx="2638800" cy="9720"/>
          </a:xfrm>
          <a:custGeom>
            <a:avLst/>
            <a:gdLst/>
            <a:ahLst/>
            <a:rect l="0" t="0" r="r" b="b"/>
            <a:pathLst>
              <a:path w="7330" h="27">
                <a:moveTo>
                  <a:pt x="0" y="0"/>
                </a:moveTo>
                <a:lnTo>
                  <a:pt x="7330" y="0"/>
                </a:lnTo>
                <a:lnTo>
                  <a:pt x="73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/>
          <p:nvPr/>
        </p:nvSpPr>
        <p:spPr>
          <a:xfrm>
            <a:off x="415260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/>
          <p:nvPr/>
        </p:nvSpPr>
        <p:spPr>
          <a:xfrm>
            <a:off x="4162320" y="3743280"/>
            <a:ext cx="848160" cy="9720"/>
          </a:xfrm>
          <a:custGeom>
            <a:avLst/>
            <a:gdLst/>
            <a:ahLst/>
            <a:rect l="0" t="0" r="r" b="b"/>
            <a:pathLst>
              <a:path w="2356" h="27">
                <a:moveTo>
                  <a:pt x="0" y="0"/>
                </a:moveTo>
                <a:lnTo>
                  <a:pt x="2356" y="0"/>
                </a:lnTo>
                <a:lnTo>
                  <a:pt x="23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/>
          <p:nvPr/>
        </p:nvSpPr>
        <p:spPr>
          <a:xfrm>
            <a:off x="500040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/>
          <p:nvPr/>
        </p:nvSpPr>
        <p:spPr>
          <a:xfrm>
            <a:off x="5010120" y="3743280"/>
            <a:ext cx="1343160" cy="9720"/>
          </a:xfrm>
          <a:custGeom>
            <a:avLst/>
            <a:gdLst/>
            <a:ahLst/>
            <a:rect l="0" t="0" r="r" b="b"/>
            <a:pathLst>
              <a:path w="3731" h="27">
                <a:moveTo>
                  <a:pt x="0" y="0"/>
                </a:moveTo>
                <a:lnTo>
                  <a:pt x="3731" y="0"/>
                </a:lnTo>
                <a:lnTo>
                  <a:pt x="37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/>
          <p:nvPr/>
        </p:nvSpPr>
        <p:spPr>
          <a:xfrm>
            <a:off x="634356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/>
          <p:nvPr/>
        </p:nvSpPr>
        <p:spPr>
          <a:xfrm>
            <a:off x="6352920" y="374328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"/>
          <p:cNvSpPr/>
          <p:nvPr/>
        </p:nvSpPr>
        <p:spPr>
          <a:xfrm>
            <a:off x="694368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"/>
          <p:cNvSpPr/>
          <p:nvPr/>
        </p:nvSpPr>
        <p:spPr>
          <a:xfrm>
            <a:off x="5713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571320" y="4114440"/>
            <a:ext cx="952920" cy="10080"/>
          </a:xfrm>
          <a:custGeom>
            <a:avLst/>
            <a:gdLst/>
            <a:ahLst/>
            <a:rect l="0" t="0" r="r" b="b"/>
            <a:pathLst>
              <a:path w="2647" h="28">
                <a:moveTo>
                  <a:pt x="0" y="0"/>
                </a:moveTo>
                <a:lnTo>
                  <a:pt x="2647" y="0"/>
                </a:lnTo>
                <a:lnTo>
                  <a:pt x="26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/>
          <p:nvPr/>
        </p:nvSpPr>
        <p:spPr>
          <a:xfrm>
            <a:off x="151416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/>
          <p:nvPr/>
        </p:nvSpPr>
        <p:spPr>
          <a:xfrm>
            <a:off x="1523880" y="4114440"/>
            <a:ext cx="2638800" cy="10080"/>
          </a:xfrm>
          <a:custGeom>
            <a:avLst/>
            <a:gdLst/>
            <a:ahLst/>
            <a:rect l="0" t="0" r="r" b="b"/>
            <a:pathLst>
              <a:path w="7330" h="28">
                <a:moveTo>
                  <a:pt x="0" y="0"/>
                </a:moveTo>
                <a:lnTo>
                  <a:pt x="7330" y="0"/>
                </a:lnTo>
                <a:lnTo>
                  <a:pt x="73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/>
          <p:nvPr/>
        </p:nvSpPr>
        <p:spPr>
          <a:xfrm>
            <a:off x="415260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/>
          <p:nvPr/>
        </p:nvSpPr>
        <p:spPr>
          <a:xfrm>
            <a:off x="4162320" y="4114440"/>
            <a:ext cx="848160" cy="10080"/>
          </a:xfrm>
          <a:custGeom>
            <a:avLst/>
            <a:gdLst/>
            <a:ahLst/>
            <a:rect l="0" t="0" r="r" b="b"/>
            <a:pathLst>
              <a:path w="2356" h="28">
                <a:moveTo>
                  <a:pt x="0" y="0"/>
                </a:moveTo>
                <a:lnTo>
                  <a:pt x="2356" y="0"/>
                </a:lnTo>
                <a:lnTo>
                  <a:pt x="235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/>
          <p:nvPr/>
        </p:nvSpPr>
        <p:spPr>
          <a:xfrm>
            <a:off x="500040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/>
          <p:nvPr/>
        </p:nvSpPr>
        <p:spPr>
          <a:xfrm>
            <a:off x="5010120" y="4114440"/>
            <a:ext cx="1343160" cy="10080"/>
          </a:xfrm>
          <a:custGeom>
            <a:avLst/>
            <a:gdLst/>
            <a:ahLst/>
            <a:rect l="0" t="0" r="r" b="b"/>
            <a:pathLst>
              <a:path w="3731" h="28">
                <a:moveTo>
                  <a:pt x="0" y="0"/>
                </a:moveTo>
                <a:lnTo>
                  <a:pt x="3731" y="0"/>
                </a:lnTo>
                <a:lnTo>
                  <a:pt x="373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/>
          <p:nvPr/>
        </p:nvSpPr>
        <p:spPr>
          <a:xfrm>
            <a:off x="634356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/>
          <p:nvPr/>
        </p:nvSpPr>
        <p:spPr>
          <a:xfrm>
            <a:off x="6352920" y="411444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/>
          <p:nvPr/>
        </p:nvSpPr>
        <p:spPr>
          <a:xfrm>
            <a:off x="694368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/>
          <p:nvPr/>
        </p:nvSpPr>
        <p:spPr>
          <a:xfrm>
            <a:off x="57132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/>
          <p:nvPr/>
        </p:nvSpPr>
        <p:spPr>
          <a:xfrm>
            <a:off x="571320" y="4485960"/>
            <a:ext cx="952920" cy="10080"/>
          </a:xfrm>
          <a:custGeom>
            <a:avLst/>
            <a:gdLst/>
            <a:ahLst/>
            <a:rect l="0" t="0" r="r" b="b"/>
            <a:pathLst>
              <a:path w="2647" h="28">
                <a:moveTo>
                  <a:pt x="0" y="0"/>
                </a:moveTo>
                <a:lnTo>
                  <a:pt x="2647" y="0"/>
                </a:lnTo>
                <a:lnTo>
                  <a:pt x="26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/>
          <p:nvPr/>
        </p:nvSpPr>
        <p:spPr>
          <a:xfrm>
            <a:off x="1514160" y="44956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/>
          <p:nvPr/>
        </p:nvSpPr>
        <p:spPr>
          <a:xfrm>
            <a:off x="1523880" y="4485960"/>
            <a:ext cx="2638800" cy="10080"/>
          </a:xfrm>
          <a:custGeom>
            <a:avLst/>
            <a:gdLst/>
            <a:ahLst/>
            <a:rect l="0" t="0" r="r" b="b"/>
            <a:pathLst>
              <a:path w="7330" h="28">
                <a:moveTo>
                  <a:pt x="0" y="0"/>
                </a:moveTo>
                <a:lnTo>
                  <a:pt x="7330" y="0"/>
                </a:lnTo>
                <a:lnTo>
                  <a:pt x="73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/>
          <p:nvPr/>
        </p:nvSpPr>
        <p:spPr>
          <a:xfrm>
            <a:off x="4152600" y="44956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/>
          <p:nvPr/>
        </p:nvSpPr>
        <p:spPr>
          <a:xfrm>
            <a:off x="4162320" y="4485960"/>
            <a:ext cx="848160" cy="10080"/>
          </a:xfrm>
          <a:custGeom>
            <a:avLst/>
            <a:gdLst/>
            <a:ahLst/>
            <a:rect l="0" t="0" r="r" b="b"/>
            <a:pathLst>
              <a:path w="2356" h="28">
                <a:moveTo>
                  <a:pt x="0" y="0"/>
                </a:moveTo>
                <a:lnTo>
                  <a:pt x="2356" y="0"/>
                </a:lnTo>
                <a:lnTo>
                  <a:pt x="235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/>
          <p:nvPr/>
        </p:nvSpPr>
        <p:spPr>
          <a:xfrm>
            <a:off x="5000400" y="44956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/>
          <p:nvPr/>
        </p:nvSpPr>
        <p:spPr>
          <a:xfrm>
            <a:off x="5010120" y="4485960"/>
            <a:ext cx="1343160" cy="10080"/>
          </a:xfrm>
          <a:custGeom>
            <a:avLst/>
            <a:gdLst/>
            <a:ahLst/>
            <a:rect l="0" t="0" r="r" b="b"/>
            <a:pathLst>
              <a:path w="3731" h="28">
                <a:moveTo>
                  <a:pt x="0" y="0"/>
                </a:moveTo>
                <a:lnTo>
                  <a:pt x="3731" y="0"/>
                </a:lnTo>
                <a:lnTo>
                  <a:pt x="373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/>
          <p:nvPr/>
        </p:nvSpPr>
        <p:spPr>
          <a:xfrm>
            <a:off x="634356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/>
          <p:nvPr/>
        </p:nvSpPr>
        <p:spPr>
          <a:xfrm>
            <a:off x="6352920" y="448596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/>
          <p:nvPr/>
        </p:nvSpPr>
        <p:spPr>
          <a:xfrm>
            <a:off x="694368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"/>
          <p:cNvSpPr/>
          <p:nvPr/>
        </p:nvSpPr>
        <p:spPr>
          <a:xfrm>
            <a:off x="571320" y="486720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"/>
          <p:cNvSpPr/>
          <p:nvPr/>
        </p:nvSpPr>
        <p:spPr>
          <a:xfrm>
            <a:off x="1523880" y="4867200"/>
            <a:ext cx="2638800" cy="9720"/>
          </a:xfrm>
          <a:custGeom>
            <a:avLst/>
            <a:gdLst/>
            <a:ahLst/>
            <a:rect l="0" t="0" r="r" b="b"/>
            <a:pathLst>
              <a:path w="7330" h="27">
                <a:moveTo>
                  <a:pt x="0" y="0"/>
                </a:moveTo>
                <a:lnTo>
                  <a:pt x="7330" y="0"/>
                </a:lnTo>
                <a:lnTo>
                  <a:pt x="73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"/>
          <p:cNvSpPr/>
          <p:nvPr/>
        </p:nvSpPr>
        <p:spPr>
          <a:xfrm>
            <a:off x="4162320" y="4867200"/>
            <a:ext cx="848160" cy="9720"/>
          </a:xfrm>
          <a:custGeom>
            <a:avLst/>
            <a:gdLst/>
            <a:ahLst/>
            <a:rect l="0" t="0" r="r" b="b"/>
            <a:pathLst>
              <a:path w="2356" h="27">
                <a:moveTo>
                  <a:pt x="0" y="0"/>
                </a:moveTo>
                <a:lnTo>
                  <a:pt x="2356" y="0"/>
                </a:lnTo>
                <a:lnTo>
                  <a:pt x="23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"/>
          <p:cNvSpPr/>
          <p:nvPr/>
        </p:nvSpPr>
        <p:spPr>
          <a:xfrm>
            <a:off x="5010120" y="4867200"/>
            <a:ext cx="1343160" cy="9720"/>
          </a:xfrm>
          <a:custGeom>
            <a:avLst/>
            <a:gdLst/>
            <a:ahLst/>
            <a:rect l="0" t="0" r="r" b="b"/>
            <a:pathLst>
              <a:path w="3731" h="27">
                <a:moveTo>
                  <a:pt x="0" y="0"/>
                </a:moveTo>
                <a:lnTo>
                  <a:pt x="3731" y="0"/>
                </a:lnTo>
                <a:lnTo>
                  <a:pt x="37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"/>
          <p:cNvSpPr/>
          <p:nvPr/>
        </p:nvSpPr>
        <p:spPr>
          <a:xfrm>
            <a:off x="6352920" y="486720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 txBox="1"/>
          <p:nvPr/>
        </p:nvSpPr>
        <p:spPr>
          <a:xfrm>
            <a:off x="571320" y="1668600"/>
            <a:ext cx="1146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照明规划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704880" y="2323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区域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"/>
          <p:cNvSpPr txBox="1"/>
          <p:nvPr/>
        </p:nvSpPr>
        <p:spPr>
          <a:xfrm>
            <a:off x="1647720" y="2323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类型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4289760" y="2323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⾊温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5133960" y="2323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功率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"/>
          <p:cNvSpPr txBox="1"/>
          <p:nvPr/>
        </p:nvSpPr>
        <p:spPr>
          <a:xfrm>
            <a:off x="6478920" y="2323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数量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"/>
          <p:cNvSpPr txBox="1"/>
          <p:nvPr/>
        </p:nvSpPr>
        <p:spPr>
          <a:xfrm>
            <a:off x="704880" y="269496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主照明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"/>
          <p:cNvSpPr txBox="1"/>
          <p:nvPr/>
        </p:nvSpPr>
        <p:spPr>
          <a:xfrm>
            <a:off x="1647720" y="2694960"/>
            <a:ext cx="2470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⻩铜吊灯（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Menu TR Bulb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类）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"/>
          <p:cNvSpPr txBox="1"/>
          <p:nvPr/>
        </p:nvSpPr>
        <p:spPr>
          <a:xfrm>
            <a:off x="4289760" y="2694960"/>
            <a:ext cx="576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2700 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"/>
          <p:cNvSpPr txBox="1"/>
          <p:nvPr/>
        </p:nvSpPr>
        <p:spPr>
          <a:xfrm>
            <a:off x="5133960" y="2694960"/>
            <a:ext cx="637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 W × 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"/>
          <p:cNvSpPr txBox="1"/>
          <p:nvPr/>
        </p:nvSpPr>
        <p:spPr>
          <a:xfrm>
            <a:off x="6478920" y="269496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"/>
          <p:cNvSpPr txBox="1"/>
          <p:nvPr/>
        </p:nvSpPr>
        <p:spPr>
          <a:xfrm>
            <a:off x="704880" y="306612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吧台后墙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 txBox="1"/>
          <p:nvPr/>
        </p:nvSpPr>
        <p:spPr>
          <a:xfrm>
            <a:off x="1647720" y="3066120"/>
            <a:ext cx="102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嵌⼊式线性灯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"/>
          <p:cNvSpPr txBox="1"/>
          <p:nvPr/>
        </p:nvSpPr>
        <p:spPr>
          <a:xfrm>
            <a:off x="4289760" y="3066120"/>
            <a:ext cx="585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3000 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"/>
          <p:cNvSpPr txBox="1"/>
          <p:nvPr/>
        </p:nvSpPr>
        <p:spPr>
          <a:xfrm>
            <a:off x="5133960" y="3066120"/>
            <a:ext cx="1083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18 W/m × 3m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"/>
          <p:cNvSpPr txBox="1"/>
          <p:nvPr/>
        </p:nvSpPr>
        <p:spPr>
          <a:xfrm>
            <a:off x="6478920" y="3066120"/>
            <a:ext cx="344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 txBox="1"/>
          <p:nvPr/>
        </p:nvSpPr>
        <p:spPr>
          <a:xfrm>
            <a:off x="704880" y="343764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书架内置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"/>
          <p:cNvSpPr txBox="1"/>
          <p:nvPr/>
        </p:nvSpPr>
        <p:spPr>
          <a:xfrm>
            <a:off x="1647720" y="34376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灯带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 txBox="1"/>
          <p:nvPr/>
        </p:nvSpPr>
        <p:spPr>
          <a:xfrm>
            <a:off x="4289760" y="3437640"/>
            <a:ext cx="576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2700 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"/>
          <p:cNvSpPr txBox="1"/>
          <p:nvPr/>
        </p:nvSpPr>
        <p:spPr>
          <a:xfrm>
            <a:off x="5133960" y="3437640"/>
            <a:ext cx="1083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12 W/m × 4m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"/>
          <p:cNvSpPr txBox="1"/>
          <p:nvPr/>
        </p:nvSpPr>
        <p:spPr>
          <a:xfrm>
            <a:off x="6478920" y="3437640"/>
            <a:ext cx="344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 txBox="1"/>
          <p:nvPr/>
        </p:nvSpPr>
        <p:spPr>
          <a:xfrm>
            <a:off x="704880" y="3809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后厨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 txBox="1"/>
          <p:nvPr/>
        </p:nvSpPr>
        <p:spPr>
          <a:xfrm>
            <a:off x="1647720" y="380916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平板灯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 txBox="1"/>
          <p:nvPr/>
        </p:nvSpPr>
        <p:spPr>
          <a:xfrm>
            <a:off x="4289760" y="3809160"/>
            <a:ext cx="585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4000 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"/>
          <p:cNvSpPr txBox="1"/>
          <p:nvPr/>
        </p:nvSpPr>
        <p:spPr>
          <a:xfrm>
            <a:off x="5133960" y="3809160"/>
            <a:ext cx="421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24 W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"/>
          <p:cNvSpPr txBox="1"/>
          <p:nvPr/>
        </p:nvSpPr>
        <p:spPr>
          <a:xfrm>
            <a:off x="6478920" y="380916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 txBox="1"/>
          <p:nvPr/>
        </p:nvSpPr>
        <p:spPr>
          <a:xfrm>
            <a:off x="704880" y="418068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卫⽣间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 txBox="1"/>
          <p:nvPr/>
        </p:nvSpPr>
        <p:spPr>
          <a:xfrm>
            <a:off x="1647720" y="418068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筒灯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 txBox="1"/>
          <p:nvPr/>
        </p:nvSpPr>
        <p:spPr>
          <a:xfrm>
            <a:off x="4289760" y="4180680"/>
            <a:ext cx="585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3000 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 txBox="1"/>
          <p:nvPr/>
        </p:nvSpPr>
        <p:spPr>
          <a:xfrm>
            <a:off x="5133960" y="4180680"/>
            <a:ext cx="309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7 W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 txBox="1"/>
          <p:nvPr/>
        </p:nvSpPr>
        <p:spPr>
          <a:xfrm>
            <a:off x="6478920" y="418068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"/>
          <p:cNvSpPr txBox="1"/>
          <p:nvPr/>
        </p:nvSpPr>
        <p:spPr>
          <a:xfrm>
            <a:off x="704880" y="455220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重点展品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 txBox="1"/>
          <p:nvPr/>
        </p:nvSpPr>
        <p:spPr>
          <a:xfrm>
            <a:off x="1647720" y="4552200"/>
            <a:ext cx="1547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射灯（后吧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书架）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"/>
          <p:cNvSpPr txBox="1"/>
          <p:nvPr/>
        </p:nvSpPr>
        <p:spPr>
          <a:xfrm>
            <a:off x="4289760" y="4552200"/>
            <a:ext cx="585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3000 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"/>
          <p:cNvSpPr txBox="1"/>
          <p:nvPr/>
        </p:nvSpPr>
        <p:spPr>
          <a:xfrm>
            <a:off x="5133960" y="4552200"/>
            <a:ext cx="318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 W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 txBox="1"/>
          <p:nvPr/>
        </p:nvSpPr>
        <p:spPr>
          <a:xfrm>
            <a:off x="6478920" y="455220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 txBox="1"/>
          <p:nvPr/>
        </p:nvSpPr>
        <p:spPr>
          <a:xfrm>
            <a:off x="285840" y="6409440"/>
            <a:ext cx="370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设计师同事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"/>
          <p:cNvSpPr/>
          <p:nvPr/>
        </p:nvSpPr>
        <p:spPr>
          <a:xfrm>
            <a:off x="576000" y="1871640"/>
            <a:ext cx="11039760" cy="3391200"/>
          </a:xfrm>
          <a:custGeom>
            <a:avLst/>
            <a:gdLst/>
            <a:ahLst/>
            <a:rect l="0" t="0" r="r" b="b"/>
            <a:pathLst>
              <a:path w="30666" h="9420">
                <a:moveTo>
                  <a:pt x="0" y="92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0"/>
                  <a:pt x="136" y="0"/>
                  <a:pt x="146" y="0"/>
                </a:cubicBezTo>
                <a:lnTo>
                  <a:pt x="30521" y="0"/>
                </a:lnTo>
                <a:cubicBezTo>
                  <a:pt x="30530" y="0"/>
                  <a:pt x="30540" y="0"/>
                  <a:pt x="30549" y="2"/>
                </a:cubicBezTo>
                <a:cubicBezTo>
                  <a:pt x="30559" y="4"/>
                  <a:pt x="30568" y="7"/>
                  <a:pt x="30577" y="11"/>
                </a:cubicBezTo>
                <a:cubicBezTo>
                  <a:pt x="30585" y="14"/>
                  <a:pt x="30594" y="19"/>
                  <a:pt x="30602" y="24"/>
                </a:cubicBezTo>
                <a:cubicBezTo>
                  <a:pt x="30610" y="29"/>
                  <a:pt x="30617" y="35"/>
                  <a:pt x="30624" y="42"/>
                </a:cubicBezTo>
                <a:cubicBezTo>
                  <a:pt x="30631" y="49"/>
                  <a:pt x="30637" y="56"/>
                  <a:pt x="30642" y="64"/>
                </a:cubicBezTo>
                <a:cubicBezTo>
                  <a:pt x="30647" y="72"/>
                  <a:pt x="30652" y="81"/>
                  <a:pt x="30655" y="89"/>
                </a:cubicBezTo>
                <a:cubicBezTo>
                  <a:pt x="30659" y="98"/>
                  <a:pt x="30662" y="107"/>
                  <a:pt x="30664" y="117"/>
                </a:cubicBezTo>
                <a:cubicBezTo>
                  <a:pt x="30665" y="126"/>
                  <a:pt x="30666" y="136"/>
                  <a:pt x="30666" y="145"/>
                </a:cubicBezTo>
                <a:lnTo>
                  <a:pt x="30666" y="9274"/>
                </a:lnTo>
                <a:cubicBezTo>
                  <a:pt x="30666" y="9284"/>
                  <a:pt x="30665" y="9293"/>
                  <a:pt x="30664" y="9303"/>
                </a:cubicBezTo>
                <a:cubicBezTo>
                  <a:pt x="30662" y="9312"/>
                  <a:pt x="30659" y="9321"/>
                  <a:pt x="30655" y="9330"/>
                </a:cubicBezTo>
                <a:cubicBezTo>
                  <a:pt x="30652" y="9339"/>
                  <a:pt x="30647" y="9347"/>
                  <a:pt x="30642" y="9355"/>
                </a:cubicBezTo>
                <a:cubicBezTo>
                  <a:pt x="30637" y="9363"/>
                  <a:pt x="30631" y="9370"/>
                  <a:pt x="30624" y="9377"/>
                </a:cubicBezTo>
                <a:cubicBezTo>
                  <a:pt x="30617" y="9384"/>
                  <a:pt x="30610" y="9390"/>
                  <a:pt x="30602" y="9395"/>
                </a:cubicBezTo>
                <a:cubicBezTo>
                  <a:pt x="30594" y="9401"/>
                  <a:pt x="30585" y="9405"/>
                  <a:pt x="30577" y="9409"/>
                </a:cubicBezTo>
                <a:cubicBezTo>
                  <a:pt x="30568" y="9412"/>
                  <a:pt x="30559" y="9415"/>
                  <a:pt x="30549" y="9417"/>
                </a:cubicBezTo>
                <a:cubicBezTo>
                  <a:pt x="30540" y="9419"/>
                  <a:pt x="30530" y="9420"/>
                  <a:pt x="30521" y="9420"/>
                </a:cubicBezTo>
                <a:lnTo>
                  <a:pt x="146" y="9420"/>
                </a:lnTo>
                <a:cubicBezTo>
                  <a:pt x="136" y="9420"/>
                  <a:pt x="127" y="9419"/>
                  <a:pt x="117" y="9417"/>
                </a:cubicBezTo>
                <a:cubicBezTo>
                  <a:pt x="108" y="9415"/>
                  <a:pt x="99" y="9412"/>
                  <a:pt x="90" y="9409"/>
                </a:cubicBezTo>
                <a:cubicBezTo>
                  <a:pt x="81" y="9405"/>
                  <a:pt x="73" y="9401"/>
                  <a:pt x="65" y="9395"/>
                </a:cubicBezTo>
                <a:cubicBezTo>
                  <a:pt x="57" y="9390"/>
                  <a:pt x="50" y="9384"/>
                  <a:pt x="43" y="9377"/>
                </a:cubicBezTo>
                <a:cubicBezTo>
                  <a:pt x="36" y="9370"/>
                  <a:pt x="30" y="9363"/>
                  <a:pt x="25" y="9355"/>
                </a:cubicBezTo>
                <a:cubicBezTo>
                  <a:pt x="19" y="9347"/>
                  <a:pt x="15" y="9339"/>
                  <a:pt x="11" y="9330"/>
                </a:cubicBezTo>
                <a:cubicBezTo>
                  <a:pt x="8" y="9321"/>
                  <a:pt x="5" y="9312"/>
                  <a:pt x="3" y="9303"/>
                </a:cubicBezTo>
                <a:cubicBezTo>
                  <a:pt x="1" y="9293"/>
                  <a:pt x="0" y="9284"/>
                  <a:pt x="0" y="9274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"/>
          <p:cNvSpPr/>
          <p:nvPr/>
        </p:nvSpPr>
        <p:spPr>
          <a:xfrm>
            <a:off x="576000" y="1871640"/>
            <a:ext cx="11039760" cy="3391200"/>
          </a:xfrm>
          <a:custGeom>
            <a:avLst/>
            <a:gdLst/>
            <a:ahLst/>
            <a:rect l="0" t="0" r="r" b="b"/>
            <a:pathLst>
              <a:path w="30666" h="9420">
                <a:moveTo>
                  <a:pt x="0" y="92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0"/>
                  <a:pt x="136" y="0"/>
                  <a:pt x="146" y="0"/>
                </a:cubicBezTo>
                <a:lnTo>
                  <a:pt x="30521" y="0"/>
                </a:lnTo>
                <a:cubicBezTo>
                  <a:pt x="30530" y="0"/>
                  <a:pt x="30540" y="0"/>
                  <a:pt x="30549" y="2"/>
                </a:cubicBezTo>
                <a:cubicBezTo>
                  <a:pt x="30559" y="4"/>
                  <a:pt x="30568" y="7"/>
                  <a:pt x="30577" y="11"/>
                </a:cubicBezTo>
                <a:cubicBezTo>
                  <a:pt x="30585" y="14"/>
                  <a:pt x="30594" y="19"/>
                  <a:pt x="30602" y="24"/>
                </a:cubicBezTo>
                <a:cubicBezTo>
                  <a:pt x="30610" y="29"/>
                  <a:pt x="30617" y="35"/>
                  <a:pt x="30624" y="42"/>
                </a:cubicBezTo>
                <a:cubicBezTo>
                  <a:pt x="30631" y="49"/>
                  <a:pt x="30637" y="56"/>
                  <a:pt x="30642" y="64"/>
                </a:cubicBezTo>
                <a:cubicBezTo>
                  <a:pt x="30647" y="72"/>
                  <a:pt x="30652" y="81"/>
                  <a:pt x="30655" y="89"/>
                </a:cubicBezTo>
                <a:cubicBezTo>
                  <a:pt x="30659" y="98"/>
                  <a:pt x="30662" y="107"/>
                  <a:pt x="30664" y="117"/>
                </a:cubicBezTo>
                <a:cubicBezTo>
                  <a:pt x="30665" y="126"/>
                  <a:pt x="30666" y="136"/>
                  <a:pt x="30666" y="145"/>
                </a:cubicBezTo>
                <a:lnTo>
                  <a:pt x="30666" y="9274"/>
                </a:lnTo>
                <a:cubicBezTo>
                  <a:pt x="30666" y="9284"/>
                  <a:pt x="30665" y="9293"/>
                  <a:pt x="30664" y="9303"/>
                </a:cubicBezTo>
                <a:cubicBezTo>
                  <a:pt x="30662" y="9312"/>
                  <a:pt x="30659" y="9321"/>
                  <a:pt x="30655" y="9330"/>
                </a:cubicBezTo>
                <a:cubicBezTo>
                  <a:pt x="30652" y="9339"/>
                  <a:pt x="30647" y="9347"/>
                  <a:pt x="30642" y="9355"/>
                </a:cubicBezTo>
                <a:cubicBezTo>
                  <a:pt x="30637" y="9363"/>
                  <a:pt x="30631" y="9370"/>
                  <a:pt x="30624" y="9377"/>
                </a:cubicBezTo>
                <a:cubicBezTo>
                  <a:pt x="30617" y="9384"/>
                  <a:pt x="30610" y="9390"/>
                  <a:pt x="30602" y="9395"/>
                </a:cubicBezTo>
                <a:cubicBezTo>
                  <a:pt x="30594" y="9401"/>
                  <a:pt x="30585" y="9405"/>
                  <a:pt x="30577" y="9409"/>
                </a:cubicBezTo>
                <a:cubicBezTo>
                  <a:pt x="30568" y="9412"/>
                  <a:pt x="30559" y="9415"/>
                  <a:pt x="30549" y="9417"/>
                </a:cubicBezTo>
                <a:cubicBezTo>
                  <a:pt x="30540" y="9419"/>
                  <a:pt x="30530" y="9420"/>
                  <a:pt x="30521" y="9420"/>
                </a:cubicBezTo>
                <a:lnTo>
                  <a:pt x="146" y="9420"/>
                </a:lnTo>
                <a:cubicBezTo>
                  <a:pt x="136" y="9420"/>
                  <a:pt x="127" y="9419"/>
                  <a:pt x="117" y="9417"/>
                </a:cubicBezTo>
                <a:cubicBezTo>
                  <a:pt x="108" y="9415"/>
                  <a:pt x="99" y="9412"/>
                  <a:pt x="90" y="9409"/>
                </a:cubicBezTo>
                <a:cubicBezTo>
                  <a:pt x="81" y="9405"/>
                  <a:pt x="73" y="9401"/>
                  <a:pt x="65" y="9395"/>
                </a:cubicBezTo>
                <a:cubicBezTo>
                  <a:pt x="57" y="9390"/>
                  <a:pt x="50" y="9384"/>
                  <a:pt x="43" y="9377"/>
                </a:cubicBezTo>
                <a:cubicBezTo>
                  <a:pt x="36" y="9370"/>
                  <a:pt x="30" y="9363"/>
                  <a:pt x="25" y="9355"/>
                </a:cubicBezTo>
                <a:cubicBezTo>
                  <a:pt x="19" y="9347"/>
                  <a:pt x="15" y="9339"/>
                  <a:pt x="11" y="9330"/>
                </a:cubicBezTo>
                <a:cubicBezTo>
                  <a:pt x="8" y="9321"/>
                  <a:pt x="5" y="9312"/>
                  <a:pt x="3" y="9303"/>
                </a:cubicBezTo>
                <a:cubicBezTo>
                  <a:pt x="1" y="9293"/>
                  <a:pt x="0" y="9284"/>
                  <a:pt x="0" y="9274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"/>
          <p:cNvSpPr txBox="1"/>
          <p:nvPr/>
        </p:nvSpPr>
        <p:spPr>
          <a:xfrm>
            <a:off x="571320" y="1278360"/>
            <a:ext cx="25002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如何修改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⼯作流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"/>
          <p:cNvSpPr txBox="1"/>
          <p:nvPr/>
        </p:nvSpPr>
        <p:spPr>
          <a:xfrm>
            <a:off x="733320" y="2025360"/>
            <a:ext cx="5374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# 1)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"/>
          <p:cNvSpPr txBox="1"/>
          <p:nvPr/>
        </p:nvSpPr>
        <p:spPr>
          <a:xfrm>
            <a:off x="1269720" y="2001960"/>
            <a:ext cx="1789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59636E"/>
                </a:solidFill>
                <a:effectLst/>
                <a:uFillTx/>
                <a:latin typeface="PingFangSC"/>
                <a:ea typeface="PingFangSC"/>
              </a:rPr>
              <a:t>改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"/>
          <p:cNvSpPr txBox="1"/>
          <p:nvPr/>
        </p:nvSpPr>
        <p:spPr>
          <a:xfrm>
            <a:off x="1447560" y="2025360"/>
            <a:ext cx="43020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 3D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"/>
          <p:cNvSpPr txBox="1"/>
          <p:nvPr/>
        </p:nvSpPr>
        <p:spPr>
          <a:xfrm>
            <a:off x="1876680" y="2001960"/>
            <a:ext cx="7138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59636E"/>
                </a:solidFill>
                <a:effectLst/>
                <a:uFillTx/>
                <a:latin typeface="PingFangSC"/>
                <a:ea typeface="PingFangSC"/>
              </a:rPr>
              <a:t>物体（加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"/>
          <p:cNvSpPr txBox="1"/>
          <p:nvPr/>
        </p:nvSpPr>
        <p:spPr>
          <a:xfrm>
            <a:off x="2589120" y="2025360"/>
            <a:ext cx="1778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/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"/>
          <p:cNvSpPr txBox="1"/>
          <p:nvPr/>
        </p:nvSpPr>
        <p:spPr>
          <a:xfrm>
            <a:off x="2696400" y="2001960"/>
            <a:ext cx="14270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59636E"/>
                </a:solidFill>
                <a:effectLst/>
                <a:uFillTx/>
                <a:latin typeface="PingFangSC"/>
                <a:ea typeface="PingFangSC"/>
              </a:rPr>
              <a:t>减家具、调位置）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"/>
          <p:cNvSpPr txBox="1"/>
          <p:nvPr/>
        </p:nvSpPr>
        <p:spPr>
          <a:xfrm>
            <a:off x="733320" y="2234880"/>
            <a:ext cx="13964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vim room.json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"/>
          <p:cNvSpPr txBox="1"/>
          <p:nvPr/>
        </p:nvSpPr>
        <p:spPr>
          <a:xfrm>
            <a:off x="733320" y="2435040"/>
            <a:ext cx="33285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blender -b -P _render_script.py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"/>
          <p:cNvSpPr txBox="1"/>
          <p:nvPr/>
        </p:nvSpPr>
        <p:spPr>
          <a:xfrm>
            <a:off x="733320" y="2644560"/>
            <a:ext cx="41871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python _render_multi.py              </a:t>
            </a:r>
            <a:r>
              <a:rPr lang="en-US" sz="141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#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"/>
          <p:cNvSpPr txBox="1"/>
          <p:nvPr/>
        </p:nvSpPr>
        <p:spPr>
          <a:xfrm>
            <a:off x="4915800" y="2621160"/>
            <a:ext cx="3574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59636E"/>
                </a:solidFill>
                <a:effectLst/>
                <a:uFillTx/>
                <a:latin typeface="PingFangSC"/>
                <a:ea typeface="PingFangSC"/>
              </a:rPr>
              <a:t>重出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"/>
          <p:cNvSpPr txBox="1"/>
          <p:nvPr/>
        </p:nvSpPr>
        <p:spPr>
          <a:xfrm>
            <a:off x="5271840" y="2644560"/>
            <a:ext cx="3229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 8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"/>
          <p:cNvSpPr txBox="1"/>
          <p:nvPr/>
        </p:nvSpPr>
        <p:spPr>
          <a:xfrm>
            <a:off x="5593680" y="2621160"/>
            <a:ext cx="3574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59636E"/>
                </a:solidFill>
                <a:effectLst/>
                <a:uFillTx/>
                <a:latin typeface="PingFangSC"/>
                <a:ea typeface="PingFangSC"/>
              </a:rPr>
              <a:t>张图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"/>
          <p:cNvSpPr txBox="1"/>
          <p:nvPr/>
        </p:nvSpPr>
        <p:spPr>
          <a:xfrm>
            <a:off x="733320" y="3054240"/>
            <a:ext cx="5374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# 2)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"/>
          <p:cNvSpPr txBox="1"/>
          <p:nvPr/>
        </p:nvSpPr>
        <p:spPr>
          <a:xfrm>
            <a:off x="1269720" y="3030480"/>
            <a:ext cx="10706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59636E"/>
                </a:solidFill>
                <a:effectLst/>
                <a:uFillTx/>
                <a:latin typeface="PingFangSC"/>
                <a:ea typeface="PingFangSC"/>
              </a:rPr>
              <a:t>改平⾯（墙体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"/>
          <p:cNvSpPr txBox="1"/>
          <p:nvPr/>
        </p:nvSpPr>
        <p:spPr>
          <a:xfrm>
            <a:off x="2338200" y="3054240"/>
            <a:ext cx="1778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/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"/>
          <p:cNvSpPr txBox="1"/>
          <p:nvPr/>
        </p:nvSpPr>
        <p:spPr>
          <a:xfrm>
            <a:off x="2445480" y="3030480"/>
            <a:ext cx="5356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59636E"/>
                </a:solidFill>
                <a:effectLst/>
                <a:uFillTx/>
                <a:latin typeface="PingFangSC"/>
                <a:ea typeface="PingFangSC"/>
              </a:rPr>
              <a:t>分区）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"/>
          <p:cNvSpPr txBox="1"/>
          <p:nvPr/>
        </p:nvSpPr>
        <p:spPr>
          <a:xfrm>
            <a:off x="733320" y="3254040"/>
            <a:ext cx="46166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inkscape floorplan.svg               </a:t>
            </a:r>
            <a:r>
              <a:rPr lang="en-US" sz="141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# GUI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"/>
          <p:cNvSpPr txBox="1"/>
          <p:nvPr/>
        </p:nvSpPr>
        <p:spPr>
          <a:xfrm>
            <a:off x="5344560" y="3230640"/>
            <a:ext cx="3574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59636E"/>
                </a:solidFill>
                <a:effectLst/>
                <a:uFillTx/>
                <a:latin typeface="PingFangSC"/>
                <a:ea typeface="PingFangSC"/>
              </a:rPr>
              <a:t>编辑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"/>
          <p:cNvSpPr txBox="1"/>
          <p:nvPr/>
        </p:nvSpPr>
        <p:spPr>
          <a:xfrm>
            <a:off x="733320" y="3463560"/>
            <a:ext cx="53683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rsvg-convert -d 150 floorplan.svg -o floorplan.png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"/>
          <p:cNvSpPr txBox="1"/>
          <p:nvPr/>
        </p:nvSpPr>
        <p:spPr>
          <a:xfrm>
            <a:off x="733320" y="3873240"/>
            <a:ext cx="5374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# 3)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"/>
          <p:cNvSpPr txBox="1"/>
          <p:nvPr/>
        </p:nvSpPr>
        <p:spPr>
          <a:xfrm>
            <a:off x="1269720" y="3849840"/>
            <a:ext cx="3574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59636E"/>
                </a:solidFill>
                <a:effectLst/>
                <a:uFillTx/>
                <a:latin typeface="PingFangSC"/>
                <a:ea typeface="PingFangSC"/>
              </a:rPr>
              <a:t>重出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7" name=""/>
          <p:cNvSpPr txBox="1"/>
          <p:nvPr/>
        </p:nvSpPr>
        <p:spPr>
          <a:xfrm>
            <a:off x="1625760" y="3873240"/>
            <a:ext cx="43020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 PPT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"/>
          <p:cNvSpPr txBox="1"/>
          <p:nvPr/>
        </p:nvSpPr>
        <p:spPr>
          <a:xfrm>
            <a:off x="733320" y="4073400"/>
            <a:ext cx="279180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vim decks/deck-designer.md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"/>
          <p:cNvSpPr txBox="1"/>
          <p:nvPr/>
        </p:nvSpPr>
        <p:spPr>
          <a:xfrm>
            <a:off x="733320" y="4282920"/>
            <a:ext cx="56901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bash &lt;skill&gt;/scripts/build_pptx.sh . </a:t>
            </a:r>
            <a:r>
              <a:rPr lang="en-US" sz="141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# → decks/*.pptx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"/>
          <p:cNvSpPr txBox="1"/>
          <p:nvPr/>
        </p:nvSpPr>
        <p:spPr>
          <a:xfrm>
            <a:off x="733320" y="4692600"/>
            <a:ext cx="5374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# 4)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"/>
          <p:cNvSpPr txBox="1"/>
          <p:nvPr/>
        </p:nvSpPr>
        <p:spPr>
          <a:xfrm>
            <a:off x="1269720" y="4668840"/>
            <a:ext cx="3574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59636E"/>
                </a:solidFill>
                <a:effectLst/>
                <a:uFillTx/>
                <a:latin typeface="PingFangSC"/>
                <a:ea typeface="PingFangSC"/>
              </a:rPr>
              <a:t>重导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"/>
          <p:cNvSpPr txBox="1"/>
          <p:nvPr/>
        </p:nvSpPr>
        <p:spPr>
          <a:xfrm>
            <a:off x="1625760" y="4692600"/>
            <a:ext cx="5374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 BIM/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"/>
          <p:cNvSpPr txBox="1"/>
          <p:nvPr/>
        </p:nvSpPr>
        <p:spPr>
          <a:xfrm>
            <a:off x="2162160" y="4668840"/>
            <a:ext cx="7138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59636E"/>
                </a:solidFill>
                <a:effectLst/>
                <a:uFillTx/>
                <a:latin typeface="PingFangSC"/>
                <a:ea typeface="PingFangSC"/>
              </a:rPr>
              <a:t>其他格式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"/>
          <p:cNvSpPr txBox="1"/>
          <p:nvPr/>
        </p:nvSpPr>
        <p:spPr>
          <a:xfrm>
            <a:off x="733320" y="4892400"/>
            <a:ext cx="46166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blender -b -P exports/_export_glb_script.py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"/>
          <p:cNvSpPr txBox="1"/>
          <p:nvPr/>
        </p:nvSpPr>
        <p:spPr>
          <a:xfrm>
            <a:off x="285840" y="6409440"/>
            <a:ext cx="370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设计师同事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"/>
          <p:cNvSpPr txBox="1"/>
          <p:nvPr/>
        </p:nvSpPr>
        <p:spPr>
          <a:xfrm>
            <a:off x="11753640" y="6439320"/>
            <a:ext cx="15336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71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11048760" cy="6905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2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"/>
          <p:cNvSpPr txBox="1"/>
          <p:nvPr/>
        </p:nvSpPr>
        <p:spPr>
          <a:xfrm>
            <a:off x="285840" y="6409440"/>
            <a:ext cx="370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设计师同事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"/>
          <p:cNvSpPr txBox="1"/>
          <p:nvPr/>
        </p:nvSpPr>
        <p:spPr>
          <a:xfrm>
            <a:off x="1178388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78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11048760" cy="6905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9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"/>
          <p:cNvSpPr txBox="1"/>
          <p:nvPr/>
        </p:nvSpPr>
        <p:spPr>
          <a:xfrm>
            <a:off x="285840" y="6409440"/>
            <a:ext cx="370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设计师同事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"/>
          <p:cNvSpPr txBox="1"/>
          <p:nvPr/>
        </p:nvSpPr>
        <p:spPr>
          <a:xfrm>
            <a:off x="11753640" y="6439320"/>
            <a:ext cx="15336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5" name=""/>
          <p:cNvSpPr/>
          <p:nvPr/>
        </p:nvSpPr>
        <p:spPr>
          <a:xfrm>
            <a:off x="628560" y="31334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"/>
          <p:cNvSpPr txBox="1"/>
          <p:nvPr/>
        </p:nvSpPr>
        <p:spPr>
          <a:xfrm>
            <a:off x="571320" y="2440440"/>
            <a:ext cx="25002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不要写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此处省略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7" name=""/>
          <p:cNvSpPr/>
          <p:nvPr/>
        </p:nvSpPr>
        <p:spPr>
          <a:xfrm>
            <a:off x="628560" y="3495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"/>
          <p:cNvSpPr txBox="1"/>
          <p:nvPr/>
        </p:nvSpPr>
        <p:spPr>
          <a:xfrm>
            <a:off x="838080" y="3016440"/>
            <a:ext cx="37774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BOQ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报价明细（⻅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contractor deck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"/>
          <p:cNvSpPr/>
          <p:nvPr/>
        </p:nvSpPr>
        <p:spPr>
          <a:xfrm>
            <a:off x="628560" y="38574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"/>
          <p:cNvSpPr txBox="1"/>
          <p:nvPr/>
        </p:nvSpPr>
        <p:spPr>
          <a:xfrm>
            <a:off x="838080" y="3378240"/>
            <a:ext cx="33894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ROI 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回收期（⻅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investor deck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"/>
          <p:cNvSpPr txBox="1"/>
          <p:nvPr/>
        </p:nvSpPr>
        <p:spPr>
          <a:xfrm>
            <a:off x="838080" y="3740400"/>
            <a:ext cx="2913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客户决策点（⻅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client deck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"/>
          <p:cNvSpPr txBox="1"/>
          <p:nvPr/>
        </p:nvSpPr>
        <p:spPr>
          <a:xfrm>
            <a:off x="285840" y="6409440"/>
            <a:ext cx="370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设计师同事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"/>
          <p:cNvSpPr txBox="1"/>
          <p:nvPr/>
        </p:nvSpPr>
        <p:spPr>
          <a:xfrm>
            <a:off x="11753640" y="6439320"/>
            <a:ext cx="15336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2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7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8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9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0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1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2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3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4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5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6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1" name=""/>
          <p:cNvSpPr/>
          <p:nvPr/>
        </p:nvSpPr>
        <p:spPr>
          <a:xfrm>
            <a:off x="571320" y="2828880"/>
            <a:ext cx="11049480" cy="57240"/>
          </a:xfrm>
          <a:custGeom>
            <a:avLst/>
            <a:gdLst/>
            <a:ahLst/>
            <a:rect l="0" t="0" r="r" b="b"/>
            <a:pathLst>
              <a:path w="30693" h="159">
                <a:moveTo>
                  <a:pt x="0" y="0"/>
                </a:moveTo>
                <a:lnTo>
                  <a:pt x="30693" y="0"/>
                </a:lnTo>
                <a:lnTo>
                  <a:pt x="30693" y="159"/>
                </a:lnTo>
                <a:lnTo>
                  <a:pt x="0" y="159"/>
                </a:lnTo>
                <a:lnTo>
                  <a:pt x="0" y="0"/>
                </a:lnTo>
                <a:close/>
              </a:path>
            </a:pathLst>
          </a:custGeom>
          <a:solidFill>
            <a:srgbClr val="A3B5A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2" name=""/>
          <p:cNvSpPr/>
          <p:nvPr/>
        </p:nvSpPr>
        <p:spPr>
          <a:xfrm>
            <a:off x="571320" y="3114360"/>
            <a:ext cx="11049480" cy="305280"/>
          </a:xfrm>
          <a:custGeom>
            <a:avLst/>
            <a:gdLst/>
            <a:ahLst/>
            <a:rect l="0" t="0" r="r" b="b"/>
            <a:pathLst>
              <a:path w="30693" h="848">
                <a:moveTo>
                  <a:pt x="0" y="0"/>
                </a:moveTo>
                <a:lnTo>
                  <a:pt x="30693" y="0"/>
                </a:lnTo>
                <a:lnTo>
                  <a:pt x="30693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C97D5C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3" name=""/>
          <p:cNvSpPr/>
          <p:nvPr/>
        </p:nvSpPr>
        <p:spPr>
          <a:xfrm>
            <a:off x="571320" y="3114360"/>
            <a:ext cx="38520" cy="305280"/>
          </a:xfrm>
          <a:custGeom>
            <a:avLst/>
            <a:gdLst/>
            <a:ahLst/>
            <a:rect l="0" t="0" r="r" b="b"/>
            <a:pathLst>
              <a:path w="107" h="848">
                <a:moveTo>
                  <a:pt x="0" y="0"/>
                </a:moveTo>
                <a:lnTo>
                  <a:pt x="107" y="0"/>
                </a:lnTo>
                <a:lnTo>
                  <a:pt x="10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C97D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4" name=""/>
          <p:cNvSpPr txBox="1"/>
          <p:nvPr/>
        </p:nvSpPr>
        <p:spPr>
          <a:xfrm>
            <a:off x="571320" y="1868400"/>
            <a:ext cx="182952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下⼀步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5" name=""/>
          <p:cNvSpPr/>
          <p:nvPr/>
        </p:nvSpPr>
        <p:spPr>
          <a:xfrm>
            <a:off x="628560" y="36860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1"/>
                  <a:pt x="181" y="181"/>
                </a:cubicBezTo>
                <a:cubicBezTo>
                  <a:pt x="171" y="190"/>
                  <a:pt x="160" y="198"/>
                  <a:pt x="147" y="203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3"/>
                </a:cubicBezTo>
                <a:cubicBezTo>
                  <a:pt x="53" y="198"/>
                  <a:pt x="41" y="190"/>
                  <a:pt x="31" y="181"/>
                </a:cubicBezTo>
                <a:cubicBezTo>
                  <a:pt x="21" y="171"/>
                  <a:pt x="13" y="159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6" name=""/>
          <p:cNvSpPr txBox="1"/>
          <p:nvPr/>
        </p:nvSpPr>
        <p:spPr>
          <a:xfrm>
            <a:off x="817560" y="3111480"/>
            <a:ext cx="17319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70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你来深化哪个区？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7" name=""/>
          <p:cNvSpPr/>
          <p:nvPr/>
        </p:nvSpPr>
        <p:spPr>
          <a:xfrm>
            <a:off x="628560" y="40478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8" name=""/>
          <p:cNvSpPr txBox="1"/>
          <p:nvPr/>
        </p:nvSpPr>
        <p:spPr>
          <a:xfrm>
            <a:off x="838080" y="3568680"/>
            <a:ext cx="51872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吧台节点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排烟隔油（后厨）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书架结构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临街⽴⾯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9" name=""/>
          <p:cNvSpPr txBox="1"/>
          <p:nvPr/>
        </p:nvSpPr>
        <p:spPr>
          <a:xfrm>
            <a:off x="838080" y="3930840"/>
            <a:ext cx="36536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告诉我 → 源⽂件打包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材质库⼀并给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0" name=""/>
          <p:cNvSpPr txBox="1"/>
          <p:nvPr/>
        </p:nvSpPr>
        <p:spPr>
          <a:xfrm>
            <a:off x="571320" y="4349880"/>
            <a:ext cx="3413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联系：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Studio Copilot Design Team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1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2" name=""/>
          <p:cNvSpPr txBox="1"/>
          <p:nvPr/>
        </p:nvSpPr>
        <p:spPr>
          <a:xfrm>
            <a:off x="285840" y="6409440"/>
            <a:ext cx="370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设计师同事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3" name=""/>
          <p:cNvSpPr txBox="1"/>
          <p:nvPr/>
        </p:nvSpPr>
        <p:spPr>
          <a:xfrm>
            <a:off x="11753640" y="6439320"/>
            <a:ext cx="15336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LibreOffice/26.2.2.2$MacOSX_X86_64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